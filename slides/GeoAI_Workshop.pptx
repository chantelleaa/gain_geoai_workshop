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56.png" ContentType="image/png"/>
  <Override PartName="/ppt/media/image55.png" ContentType="image/png"/>
  <Override PartName="/ppt/media/image54.png" ContentType="image/png"/>
  <Override PartName="/ppt/media/image53.png" ContentType="image/png"/>
  <Override PartName="/ppt/media/image52.png" ContentType="image/png"/>
  <Override PartName="/ppt/media/image51.png" ContentType="image/png"/>
  <Override PartName="/ppt/media/image50.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41.png" ContentType="image/png"/>
  <Override PartName="/ppt/media/image40.png" ContentType="image/png"/>
  <Override PartName="/ppt/media/image32.png" ContentType="image/png"/>
  <Override PartName="/ppt/media/image31.png" ContentType="image/png"/>
  <Override PartName="/ppt/media/image30.png" ContentType="image/png"/>
  <Override PartName="/ppt/media/image13.png" ContentType="image/png"/>
  <Override PartName="/ppt/media/image4.png" ContentType="image/png"/>
  <Override PartName="/ppt/media/image36.png" ContentType="image/png"/>
  <Override PartName="/ppt/media/image9.png" ContentType="image/png"/>
  <Override PartName="/ppt/media/image18.png" ContentType="image/png"/>
  <Override PartName="/ppt/media/image83.png" ContentType="image/png"/>
  <Override PartName="/ppt/media/image57.png" ContentType="image/png"/>
  <Override PartName="/ppt/media/image20.png" ContentType="image/png"/>
  <Override PartName="/ppt/media/image49.png" ContentType="image/png"/>
  <Override PartName="/ppt/media/image12.png" ContentType="image/png"/>
  <Override PartName="/ppt/media/image3.png" ContentType="image/png"/>
  <Override PartName="/ppt/media/image35.png" ContentType="image/png"/>
  <Override PartName="/ppt/media/image8.png" ContentType="image/png"/>
  <Override PartName="/ppt/media/image17.png" ContentType="image/png"/>
  <Override PartName="/ppt/media/image82.png" ContentType="image/png"/>
  <Override PartName="/ppt/media/image48.png" ContentType="image/png"/>
  <Override PartName="/ppt/media/image11.png" ContentType="image/png"/>
  <Override PartName="/ppt/media/image2.png" ContentType="image/png"/>
  <Override PartName="/ppt/media/image34.png" ContentType="image/png"/>
  <Override PartName="/ppt/media/image39.png" ContentType="image/png"/>
  <Override PartName="/ppt/media/image62.png" ContentType="image/png"/>
  <Override PartName="/ppt/media/image63.png" ContentType="image/png"/>
  <Override PartName="/ppt/media/image64.png" ContentType="image/png"/>
  <Override PartName="/ppt/media/image65.png" ContentType="image/png"/>
  <Override PartName="/ppt/media/image94.png" ContentType="image/png"/>
  <Override PartName="/ppt/media/image29.png" ContentType="image/png"/>
  <Override PartName="/ppt/media/image71.png" ContentType="image/png"/>
  <Override PartName="/ppt/media/image66.png" ContentType="image/png"/>
  <Override PartName="/ppt/media/image67.png" ContentType="image/png"/>
  <Override PartName="/ppt/media/image68.png" ContentType="image/png"/>
  <Override PartName="/ppt/media/image70.png" ContentType="image/png"/>
  <Override PartName="/ppt/media/image69.png" ContentType="image/png"/>
  <Override PartName="/ppt/media/image72.png" ContentType="image/png"/>
  <Override PartName="/ppt/media/image73.png" ContentType="image/png"/>
  <Override PartName="/ppt/media/image61.png" ContentType="image/png"/>
  <Override PartName="/ppt/media/image96.png" ContentType="image/png"/>
  <Override PartName="/ppt/media/image60.png" ContentType="image/png"/>
  <Override PartName="/ppt/media/image95.png" ContentType="image/png"/>
  <Override PartName="/ppt/media/image89.png" ContentType="image/png"/>
  <Override PartName="/ppt/media/image77.png" ContentType="image/png"/>
  <Override PartName="/ppt/media/image88.png" ContentType="image/png"/>
  <Override PartName="/ppt/media/image76.png" ContentType="image/png"/>
  <Override PartName="/ppt/media/image87.png" ContentType="image/png"/>
  <Override PartName="/ppt/media/image75.png" ContentType="image/png"/>
  <Override PartName="/ppt/media/image86.png" ContentType="image/png"/>
  <Override PartName="/ppt/media/image74.png" ContentType="image/png"/>
  <Override PartName="/ppt/media/image85.png" ContentType="image/png"/>
  <Override PartName="/ppt/media/image79.png" ContentType="image/png"/>
  <Override PartName="/ppt/media/image78.png" ContentType="image/png"/>
  <Override PartName="/ppt/media/image28.png" ContentType="image/png"/>
  <Override PartName="/ppt/media/image93.png" ContentType="image/png"/>
  <Override PartName="/ppt/media/image92.png" ContentType="image/png"/>
  <Override PartName="/ppt/media/image27.png" ContentType="image/png"/>
  <Override PartName="/ppt/media/image91.png" ContentType="image/png"/>
  <Override PartName="/ppt/media/image26.png" ContentType="image/png"/>
  <Override PartName="/ppt/media/image90.png" ContentType="image/png"/>
  <Override PartName="/ppt/media/image25.png" ContentType="image/png"/>
  <Override PartName="/ppt/media/image24.png" ContentType="image/png"/>
  <Override PartName="/ppt/media/image23.png" ContentType="image/png"/>
  <Override PartName="/ppt/media/image22.png" ContentType="image/png"/>
  <Override PartName="/ppt/media/image59.png" ContentType="image/png"/>
  <Override PartName="/ppt/media/image21.png" ContentType="image/png"/>
  <Override PartName="/ppt/media/image58.png" ContentType="image/png"/>
  <Override PartName="/ppt/media/image19.png" ContentType="image/png"/>
  <Override PartName="/ppt/media/image84.png" ContentType="image/png"/>
  <Override PartName="/ppt/media/image14.png" ContentType="image/png"/>
  <Override PartName="/ppt/media/image5.png" ContentType="image/png"/>
  <Override PartName="/ppt/media/image37.png" ContentType="image/png"/>
  <Override PartName="/ppt/media/image15.png" ContentType="image/png"/>
  <Override PartName="/ppt/media/image80.png" ContentType="image/png"/>
  <Override PartName="/ppt/media/image6.png" ContentType="image/png"/>
  <Override PartName="/ppt/media/image38.png" ContentType="image/png"/>
  <Override PartName="/ppt/media/image33.png" ContentType="image/png"/>
  <Override PartName="/ppt/media/image1.png" ContentType="image/png"/>
  <Override PartName="/ppt/media/image10.png" ContentType="image/png"/>
  <Override PartName="/ppt/media/image47.png" ContentType="image/png"/>
  <Override PartName="/ppt/media/image16.png" ContentType="image/png"/>
  <Override PartName="/ppt/media/image81.png" ContentType="image/png"/>
  <Override PartName="/ppt/media/image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A21A596-6628-493F-89C5-7BA44C76EBC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EC36C48-A184-4B01-8EA7-2A1269F1F235}"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5FA3E0B3-70F9-4D2B-B980-26D3416B27C1}"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698CE446-D389-46AE-B577-9D194110AE2A}"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8C682F7-A987-4E69-8F7D-7F581F58FE73}"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4272124A-30AD-4825-AF5C-318F0AE9FE34}"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68074F63-88C1-49A8-8FB0-A62C0EFFE30D}"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D17E534-9A13-44DE-8ED9-F459619F8D69}"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17CBB4FF-6DF2-48F4-9F77-2314B21C4500}"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CC5D105C-E48B-4F8C-AC26-3ECD757F1DB7}"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558B1502-5FDF-470F-8684-E6B5B5A9B296}"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a:t>
            </a:r>
            <a:r>
              <a:rPr b="0" lang="en-US" sz="4400" spc="-1" strike="noStrike">
                <a:solidFill>
                  <a:schemeClr val="dk1"/>
                </a:solidFill>
                <a:latin typeface="Calibri"/>
              </a:rPr>
              <a:t>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A6A8DFFC-42DC-4133-B5D5-776A40373FB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EA6B71D-0827-4BA5-A00E-75308F39574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pc="-1" strike="noStrike">
                <a:solidFill>
                  <a:schemeClr val="dk1"/>
                </a:solidFill>
                <a:latin typeface="Calibri"/>
              </a:rPr>
              <a:t>Cli</a:t>
            </a:r>
            <a:r>
              <a:rPr b="0" lang="en-US" sz="4400" spc="-1" strike="noStrike">
                <a:solidFill>
                  <a:schemeClr val="dk1"/>
                </a:solidFill>
                <a:latin typeface="Calibri"/>
              </a:rPr>
              <a:t>ck </a:t>
            </a:r>
            <a:r>
              <a:rPr b="0" lang="en-US" sz="4400" spc="-1" strike="noStrike">
                <a:solidFill>
                  <a:schemeClr val="dk1"/>
                </a:solidFill>
                <a:latin typeface="Calibri"/>
              </a:rPr>
              <a:t>to </a:t>
            </a:r>
            <a:r>
              <a:rPr b="0" lang="en-US" sz="4400" spc="-1" strike="noStrike">
                <a:solidFill>
                  <a:schemeClr val="dk1"/>
                </a:solidFill>
                <a:latin typeface="Calibri"/>
              </a:rPr>
              <a:t>ed</a:t>
            </a:r>
            <a:r>
              <a:rPr b="0" lang="en-US" sz="4400" spc="-1" strike="noStrike">
                <a:solidFill>
                  <a:schemeClr val="dk1"/>
                </a:solidFill>
                <a:latin typeface="Calibri"/>
              </a:rPr>
              <a:t>it </a:t>
            </a:r>
            <a:r>
              <a:rPr b="0" lang="en-US" sz="4400" spc="-1" strike="noStrike">
                <a:solidFill>
                  <a:schemeClr val="dk1"/>
                </a:solidFill>
                <a:latin typeface="Calibri"/>
              </a:rPr>
              <a:t>M</a:t>
            </a:r>
            <a:r>
              <a:rPr b="0" lang="en-US" sz="4400" spc="-1" strike="noStrike">
                <a:solidFill>
                  <a:schemeClr val="dk1"/>
                </a:solidFill>
                <a:latin typeface="Calibri"/>
              </a:rPr>
              <a:t>as</a:t>
            </a:r>
            <a:r>
              <a:rPr b="0" lang="en-US" sz="4400" spc="-1" strike="noStrike">
                <a:solidFill>
                  <a:schemeClr val="dk1"/>
                </a:solidFill>
                <a:latin typeface="Calibri"/>
              </a:rPr>
              <a:t>te</a:t>
            </a:r>
            <a:r>
              <a:rPr b="0" lang="en-US" sz="4400" spc="-1" strike="noStrike">
                <a:solidFill>
                  <a:schemeClr val="dk1"/>
                </a:solidFill>
                <a:latin typeface="Calibri"/>
              </a:rPr>
              <a:t>r </a:t>
            </a:r>
            <a:r>
              <a:rPr b="0" lang="en-US" sz="4400" spc="-1" strike="noStrike">
                <a:solidFill>
                  <a:schemeClr val="dk1"/>
                </a:solidFill>
                <a:latin typeface="Calibri"/>
              </a:rPr>
              <a:t>tit</a:t>
            </a:r>
            <a:r>
              <a:rPr b="0" lang="en-US" sz="4400" spc="-1" strike="noStrike">
                <a:solidFill>
                  <a:schemeClr val="dk1"/>
                </a:solidFill>
                <a:latin typeface="Calibri"/>
              </a:rPr>
              <a:t>le </a:t>
            </a:r>
            <a:r>
              <a:rPr b="0" lang="en-US" sz="4400" spc="-1" strike="noStrike">
                <a:solidFill>
                  <a:schemeClr val="dk1"/>
                </a:solidFill>
                <a:latin typeface="Calibri"/>
              </a:rPr>
              <a:t>st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5FB89D0A-80CB-4F7D-BB78-2E6576AA8F3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FFF598C-BA34-439F-8DB9-6E3A682B06D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D7957B3-7206-4E99-9083-B095BD9FF8D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F995C52-DE16-4A3E-B2B7-78E6484B22D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E30E96D2-A47B-41F5-B345-4D4595C0434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20E00725-6E3D-4968-AFEA-7F7006F5A1D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B657BB5F-2093-4D76-A665-BB518D29D67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327660EF-069F-451F-B97F-210DFD18743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B7F005C-E1B2-498F-8197-4614353596F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9.png"/><Relationship Id="rId13"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0.png"/><Relationship Id="rId11" Type="http://schemas.openxmlformats.org/officeDocument/2006/relationships/image" Target="../media/image31.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image" Target="../media/image37.png"/><Relationship Id="rId15"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png"/><Relationship Id="rId3" Type="http://schemas.openxmlformats.org/officeDocument/2006/relationships/image" Target="../media/image38.png"/><Relationship Id="rId4" Type="http://schemas.openxmlformats.org/officeDocument/2006/relationships/image" Target="../media/image2.png"/><Relationship Id="rId5" Type="http://schemas.openxmlformats.org/officeDocument/2006/relationships/image" Target="../media/image38.png"/><Relationship Id="rId6" Type="http://schemas.openxmlformats.org/officeDocument/2006/relationships/image" Target="../media/image2.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8.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1.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 Id="rId12" Type="http://schemas.openxmlformats.org/officeDocument/2006/relationships/image" Target="../media/image55.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53.png"/><Relationship Id="rId16" Type="http://schemas.openxmlformats.org/officeDocument/2006/relationships/image" Target="../media/image54.png"/><Relationship Id="rId17" Type="http://schemas.openxmlformats.org/officeDocument/2006/relationships/image" Target="../media/image55.png"/><Relationship Id="rId18" Type="http://schemas.openxmlformats.org/officeDocument/2006/relationships/image" Target="../media/image51.png"/><Relationship Id="rId19" Type="http://schemas.openxmlformats.org/officeDocument/2006/relationships/image" Target="../media/image52.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55.png"/><Relationship Id="rId23" Type="http://schemas.openxmlformats.org/officeDocument/2006/relationships/image" Target="../media/image51.png"/><Relationship Id="rId24" Type="http://schemas.openxmlformats.org/officeDocument/2006/relationships/image" Target="../media/image52.png"/><Relationship Id="rId25" Type="http://schemas.openxmlformats.org/officeDocument/2006/relationships/image" Target="../media/image53.png"/><Relationship Id="rId26" Type="http://schemas.openxmlformats.org/officeDocument/2006/relationships/image" Target="../media/image54.png"/><Relationship Id="rId27" Type="http://schemas.openxmlformats.org/officeDocument/2006/relationships/image" Target="../media/image55.png"/><Relationship Id="rId28" Type="http://schemas.openxmlformats.org/officeDocument/2006/relationships/image" Target="../media/image51.png"/><Relationship Id="rId29" Type="http://schemas.openxmlformats.org/officeDocument/2006/relationships/image" Target="../media/image52.png"/><Relationship Id="rId30" Type="http://schemas.openxmlformats.org/officeDocument/2006/relationships/image" Target="../media/image53.png"/><Relationship Id="rId31" Type="http://schemas.openxmlformats.org/officeDocument/2006/relationships/image" Target="../media/image54.png"/><Relationship Id="rId32" Type="http://schemas.openxmlformats.org/officeDocument/2006/relationships/image" Target="../media/image55.png"/><Relationship Id="rId33" Type="http://schemas.openxmlformats.org/officeDocument/2006/relationships/image" Target="../media/image51.png"/><Relationship Id="rId34" Type="http://schemas.openxmlformats.org/officeDocument/2006/relationships/image" Target="../media/image52.png"/><Relationship Id="rId35" Type="http://schemas.openxmlformats.org/officeDocument/2006/relationships/image" Target="../media/image53.png"/><Relationship Id="rId36" Type="http://schemas.openxmlformats.org/officeDocument/2006/relationships/image" Target="../media/image54.png"/><Relationship Id="rId37"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50.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7.png"/><Relationship Id="rId11" Type="http://schemas.openxmlformats.org/officeDocument/2006/relationships/image" Target="../media/image58.png"/><Relationship Id="rId12" Type="http://schemas.openxmlformats.org/officeDocument/2006/relationships/image" Target="../media/image40.png"/><Relationship Id="rId13" Type="http://schemas.openxmlformats.org/officeDocument/2006/relationships/image" Target="../media/image59.png"/><Relationship Id="rId14" Type="http://schemas.openxmlformats.org/officeDocument/2006/relationships/image" Target="../media/image57.png"/><Relationship Id="rId15" Type="http://schemas.openxmlformats.org/officeDocument/2006/relationships/image" Target="../media/image59.png"/><Relationship Id="rId16" Type="http://schemas.openxmlformats.org/officeDocument/2006/relationships/image" Target="../media/image57.png"/><Relationship Id="rId17" Type="http://schemas.openxmlformats.org/officeDocument/2006/relationships/image" Target="../media/image59.png"/><Relationship Id="rId18" Type="http://schemas.openxmlformats.org/officeDocument/2006/relationships/image" Target="../media/image57.png"/><Relationship Id="rId19"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3.png"/><Relationship Id="rId7" Type="http://schemas.openxmlformats.org/officeDocument/2006/relationships/image" Target="../media/image63.png"/><Relationship Id="rId8" Type="http://schemas.openxmlformats.org/officeDocument/2006/relationships/image" Target="../media/image63.png"/><Relationship Id="rId9" Type="http://schemas.openxmlformats.org/officeDocument/2006/relationships/image" Target="../media/image63.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image" Target="../media/image65.png"/><Relationship Id="rId13" Type="http://schemas.openxmlformats.org/officeDocument/2006/relationships/image" Target="../media/image66.png"/><Relationship Id="rId14"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67.png"/><Relationship Id="rId3" Type="http://schemas.openxmlformats.org/officeDocument/2006/relationships/image" Target="../media/image21.png"/><Relationship Id="rId4" Type="http://schemas.openxmlformats.org/officeDocument/2006/relationships/image" Target="../media/image60.png"/><Relationship Id="rId5" Type="http://schemas.openxmlformats.org/officeDocument/2006/relationships/image" Target="../media/image68.png"/><Relationship Id="rId6" Type="http://schemas.openxmlformats.org/officeDocument/2006/relationships/image" Target="../media/image60.png"/><Relationship Id="rId7" Type="http://schemas.openxmlformats.org/officeDocument/2006/relationships/image" Target="../media/image68.png"/><Relationship Id="rId8" Type="http://schemas.openxmlformats.org/officeDocument/2006/relationships/image" Target="../media/image60.png"/><Relationship Id="rId9" Type="http://schemas.openxmlformats.org/officeDocument/2006/relationships/image" Target="../media/image68.png"/><Relationship Id="rId10"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50.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70.png"/><Relationship Id="rId9" Type="http://schemas.openxmlformats.org/officeDocument/2006/relationships/image" Target="../media/image68.png"/><Relationship Id="rId10" Type="http://schemas.openxmlformats.org/officeDocument/2006/relationships/image" Target="../media/image69.png"/><Relationship Id="rId11" Type="http://schemas.openxmlformats.org/officeDocument/2006/relationships/image" Target="../media/image33.png"/><Relationship Id="rId12" Type="http://schemas.openxmlformats.org/officeDocument/2006/relationships/image" Target="../media/image24.png"/><Relationship Id="rId13" Type="http://schemas.openxmlformats.org/officeDocument/2006/relationships/image" Target="../media/image26.png"/><Relationship Id="rId14" Type="http://schemas.openxmlformats.org/officeDocument/2006/relationships/image" Target="../media/image71.png"/><Relationship Id="rId15"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46.png"/><Relationship Id="rId6" Type="http://schemas.openxmlformats.org/officeDocument/2006/relationships/image" Target="../media/image46.png"/><Relationship Id="rId7" Type="http://schemas.openxmlformats.org/officeDocument/2006/relationships/image" Target="../media/image46.png"/><Relationship Id="rId8" Type="http://schemas.openxmlformats.org/officeDocument/2006/relationships/image" Target="../media/image46.png"/><Relationship Id="rId9" Type="http://schemas.openxmlformats.org/officeDocument/2006/relationships/image" Target="../media/image30.png"/><Relationship Id="rId10" Type="http://schemas.openxmlformats.org/officeDocument/2006/relationships/image" Target="../media/image75.png"/><Relationship Id="rId11" Type="http://schemas.openxmlformats.org/officeDocument/2006/relationships/image" Target="../media/image76.png"/><Relationship Id="rId12" Type="http://schemas.openxmlformats.org/officeDocument/2006/relationships/image" Target="../media/image18.png"/><Relationship Id="rId13" Type="http://schemas.openxmlformats.org/officeDocument/2006/relationships/image" Target="../media/image18.png"/><Relationship Id="rId14" Type="http://schemas.openxmlformats.org/officeDocument/2006/relationships/image" Target="../media/image73.png"/><Relationship Id="rId15" Type="http://schemas.openxmlformats.org/officeDocument/2006/relationships/image" Target="../media/image74.png"/><Relationship Id="rId16" Type="http://schemas.openxmlformats.org/officeDocument/2006/relationships/image" Target="../media/image46.png"/><Relationship Id="rId17" Type="http://schemas.openxmlformats.org/officeDocument/2006/relationships/image" Target="../media/image46.png"/><Relationship Id="rId18" Type="http://schemas.openxmlformats.org/officeDocument/2006/relationships/image" Target="../media/image46.png"/><Relationship Id="rId19" Type="http://schemas.openxmlformats.org/officeDocument/2006/relationships/image" Target="../media/image46.png"/><Relationship Id="rId20" Type="http://schemas.openxmlformats.org/officeDocument/2006/relationships/image" Target="../media/image30.png"/><Relationship Id="rId21" Type="http://schemas.openxmlformats.org/officeDocument/2006/relationships/image" Target="../media/image77.png"/><Relationship Id="rId22" Type="http://schemas.openxmlformats.org/officeDocument/2006/relationships/image" Target="../media/image78.png"/><Relationship Id="rId23" Type="http://schemas.openxmlformats.org/officeDocument/2006/relationships/image" Target="../media/image78.png"/><Relationship Id="rId24" Type="http://schemas.openxmlformats.org/officeDocument/2006/relationships/image" Target="../media/image78.png"/><Relationship Id="rId25" Type="http://schemas.openxmlformats.org/officeDocument/2006/relationships/image" Target="../media/image78.png"/><Relationship Id="rId26" Type="http://schemas.openxmlformats.org/officeDocument/2006/relationships/image" Target="../media/image56.png"/><Relationship Id="rId27"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62.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43.png"/><Relationship Id="rId6" Type="http://schemas.openxmlformats.org/officeDocument/2006/relationships/image" Target="../media/image80.png"/><Relationship Id="rId7" Type="http://schemas.openxmlformats.org/officeDocument/2006/relationships/image" Target="../media/image43.png"/><Relationship Id="rId8" Type="http://schemas.openxmlformats.org/officeDocument/2006/relationships/image" Target="../media/image80.png"/><Relationship Id="rId9" Type="http://schemas.openxmlformats.org/officeDocument/2006/relationships/image" Target="../media/image43.png"/><Relationship Id="rId10" Type="http://schemas.openxmlformats.org/officeDocument/2006/relationships/image" Target="../media/image81.png"/><Relationship Id="rId11" Type="http://schemas.openxmlformats.org/officeDocument/2006/relationships/image" Target="../media/image71.png"/><Relationship Id="rId12"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3.png"/><Relationship Id="rId7" Type="http://schemas.openxmlformats.org/officeDocument/2006/relationships/image" Target="../media/image3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 Id="rId11" Type="http://schemas.openxmlformats.org/officeDocument/2006/relationships/image" Target="../media/image87.png"/><Relationship Id="rId12" Type="http://schemas.openxmlformats.org/officeDocument/2006/relationships/image" Target="../media/image88.png"/><Relationship Id="rId13" Type="http://schemas.openxmlformats.org/officeDocument/2006/relationships/image" Target="../media/image57.png"/><Relationship Id="rId14" Type="http://schemas.openxmlformats.org/officeDocument/2006/relationships/image" Target="../media/image89.png"/><Relationship Id="rId15" Type="http://schemas.openxmlformats.org/officeDocument/2006/relationships/image" Target="../media/image65.png"/><Relationship Id="rId16" Type="http://schemas.openxmlformats.org/officeDocument/2006/relationships/image" Target="../media/image89.png"/><Relationship Id="rId17"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image" Target="../media/image90.png"/><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85.png"/><Relationship Id="rId6" Type="http://schemas.openxmlformats.org/officeDocument/2006/relationships/image" Target="../media/image85.png"/><Relationship Id="rId7" Type="http://schemas.openxmlformats.org/officeDocument/2006/relationships/image" Target="../media/image92.png"/><Relationship Id="rId8" Type="http://schemas.openxmlformats.org/officeDocument/2006/relationships/image" Target="../media/image85.png"/><Relationship Id="rId9" Type="http://schemas.openxmlformats.org/officeDocument/2006/relationships/image" Target="../media/image85.png"/><Relationship Id="rId10" Type="http://schemas.openxmlformats.org/officeDocument/2006/relationships/image" Target="../media/image85.png"/><Relationship Id="rId11" Type="http://schemas.openxmlformats.org/officeDocument/2006/relationships/image" Target="../media/image92.png"/><Relationship Id="rId12" Type="http://schemas.openxmlformats.org/officeDocument/2006/relationships/image" Target="../media/image85.png"/><Relationship Id="rId13" Type="http://schemas.openxmlformats.org/officeDocument/2006/relationships/image" Target="../media/image85.png"/><Relationship Id="rId14" Type="http://schemas.openxmlformats.org/officeDocument/2006/relationships/image" Target="../media/image85.png"/><Relationship Id="rId15" Type="http://schemas.openxmlformats.org/officeDocument/2006/relationships/image" Target="../media/image92.png"/><Relationship Id="rId16" Type="http://schemas.openxmlformats.org/officeDocument/2006/relationships/image" Target="../media/image85.png"/><Relationship Id="rId17" Type="http://schemas.openxmlformats.org/officeDocument/2006/relationships/image" Target="../media/image85.png"/><Relationship Id="rId18" Type="http://schemas.openxmlformats.org/officeDocument/2006/relationships/image" Target="../media/image85.png"/><Relationship Id="rId19" Type="http://schemas.openxmlformats.org/officeDocument/2006/relationships/image" Target="../media/image94.png"/><Relationship Id="rId20" Type="http://schemas.openxmlformats.org/officeDocument/2006/relationships/image" Target="../media/image95.png"/><Relationship Id="rId21" Type="http://schemas.openxmlformats.org/officeDocument/2006/relationships/image" Target="../media/image96.png"/><Relationship Id="rId2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67" name="Group 2"/>
          <p:cNvGrpSpPr/>
          <p:nvPr/>
        </p:nvGrpSpPr>
        <p:grpSpPr>
          <a:xfrm>
            <a:off x="-12600" y="-12600"/>
            <a:ext cx="281160" cy="10311840"/>
            <a:chOff x="-12600" y="-12600"/>
            <a:chExt cx="281160" cy="10311840"/>
          </a:xfrm>
        </p:grpSpPr>
        <p:sp>
          <p:nvSpPr>
            <p:cNvPr id="68"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0" name="Group 5"/>
          <p:cNvGrpSpPr/>
          <p:nvPr/>
        </p:nvGrpSpPr>
        <p:grpSpPr>
          <a:xfrm>
            <a:off x="-12600" y="9131400"/>
            <a:ext cx="18312840" cy="1167840"/>
            <a:chOff x="-12600" y="9131400"/>
            <a:chExt cx="18312840" cy="1167840"/>
          </a:xfrm>
        </p:grpSpPr>
        <p:sp>
          <p:nvSpPr>
            <p:cNvPr id="71" name="Freeform 6"/>
            <p:cNvSpPr/>
            <p:nvPr/>
          </p:nvSpPr>
          <p:spPr>
            <a:xfrm>
              <a:off x="0" y="9144000"/>
              <a:ext cx="18287640" cy="1142640"/>
            </a:xfrm>
            <a:custGeom>
              <a:avLst/>
              <a:gdLst>
                <a:gd name="textAreaLeft" fmla="*/ 0 w 18287640"/>
                <a:gd name="textAreaRight" fmla="*/ 18288000 w 18287640"/>
                <a:gd name="textAreaTop" fmla="*/ 0 h 1142640"/>
                <a:gd name="textAreaBottom" fmla="*/ 1143000 h 1142640"/>
              </a:gdLst>
              <a:ahLst/>
              <a:rect l="textAreaLeft" t="textAreaTop" r="textAreaRight" b="textAreaBottom"/>
              <a:pathLst>
                <a:path w="24383999" h="1524000">
                  <a:moveTo>
                    <a:pt x="0" y="0"/>
                  </a:moveTo>
                  <a:lnTo>
                    <a:pt x="24383999" y="0"/>
                  </a:lnTo>
                  <a:lnTo>
                    <a:pt x="24383999" y="1524000"/>
                  </a:lnTo>
                  <a:lnTo>
                    <a:pt x="0" y="1524000"/>
                  </a:lnTo>
                  <a:close/>
                </a:path>
              </a:pathLst>
            </a:custGeom>
            <a:solidFill>
              <a:srgbClr val="f4a261">
                <a:alpha val="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2" name="Freeform 7"/>
            <p:cNvSpPr/>
            <p:nvPr/>
          </p:nvSpPr>
          <p:spPr>
            <a:xfrm>
              <a:off x="-12600" y="9131400"/>
              <a:ext cx="18312840" cy="1167840"/>
            </a:xfrm>
            <a:custGeom>
              <a:avLst/>
              <a:gdLst>
                <a:gd name="textAreaLeft" fmla="*/ 0 w 18312840"/>
                <a:gd name="textAreaRight" fmla="*/ 18313200 w 18312840"/>
                <a:gd name="textAreaTop" fmla="*/ 0 h 1167840"/>
                <a:gd name="textAreaBottom" fmla="*/ 1168200 h 1167840"/>
              </a:gdLst>
              <a:ahLst/>
              <a:rect l="textAreaLeft" t="textAreaTop" r="textAreaRight" b="textAreaBottom"/>
              <a:pathLst>
                <a:path w="24417782" h="1557782">
                  <a:moveTo>
                    <a:pt x="16891" y="0"/>
                  </a:moveTo>
                  <a:lnTo>
                    <a:pt x="24400890" y="0"/>
                  </a:lnTo>
                  <a:cubicBezTo>
                    <a:pt x="24410290" y="0"/>
                    <a:pt x="24417782" y="7620"/>
                    <a:pt x="24417782" y="16891"/>
                  </a:cubicBezTo>
                  <a:lnTo>
                    <a:pt x="24417782" y="1540891"/>
                  </a:lnTo>
                  <a:cubicBezTo>
                    <a:pt x="24417782" y="1550289"/>
                    <a:pt x="24410163" y="1557782"/>
                    <a:pt x="24400890" y="1557782"/>
                  </a:cubicBezTo>
                  <a:lnTo>
                    <a:pt x="16891" y="1557782"/>
                  </a:lnTo>
                  <a:cubicBezTo>
                    <a:pt x="7493" y="1557782"/>
                    <a:pt x="0" y="1550162"/>
                    <a:pt x="0" y="1540891"/>
                  </a:cubicBezTo>
                  <a:lnTo>
                    <a:pt x="0" y="16891"/>
                  </a:lnTo>
                  <a:cubicBezTo>
                    <a:pt x="0" y="7620"/>
                    <a:pt x="7620" y="0"/>
                    <a:pt x="16891" y="0"/>
                  </a:cubicBezTo>
                  <a:moveTo>
                    <a:pt x="16891" y="33909"/>
                  </a:moveTo>
                  <a:lnTo>
                    <a:pt x="16891" y="16891"/>
                  </a:lnTo>
                  <a:lnTo>
                    <a:pt x="33909" y="16891"/>
                  </a:lnTo>
                  <a:lnTo>
                    <a:pt x="33909" y="1540891"/>
                  </a:lnTo>
                  <a:lnTo>
                    <a:pt x="16891" y="1540891"/>
                  </a:lnTo>
                  <a:lnTo>
                    <a:pt x="16891" y="1524000"/>
                  </a:lnTo>
                  <a:lnTo>
                    <a:pt x="24400890" y="1524000"/>
                  </a:lnTo>
                  <a:lnTo>
                    <a:pt x="24400890" y="1540891"/>
                  </a:lnTo>
                  <a:lnTo>
                    <a:pt x="24384000" y="1540891"/>
                  </a:lnTo>
                  <a:lnTo>
                    <a:pt x="24384000" y="16891"/>
                  </a:lnTo>
                  <a:lnTo>
                    <a:pt x="24400890" y="16891"/>
                  </a:lnTo>
                  <a:lnTo>
                    <a:pt x="24400890" y="33909"/>
                  </a:lnTo>
                  <a:lnTo>
                    <a:pt x="16891" y="33909"/>
                  </a:lnTo>
                  <a:close/>
                </a:path>
              </a:pathLst>
            </a:custGeom>
            <a:solidFill>
              <a:srgbClr val="f4a261">
                <a:alpha val="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3" name="Group 8"/>
          <p:cNvGrpSpPr/>
          <p:nvPr/>
        </p:nvGrpSpPr>
        <p:grpSpPr>
          <a:xfrm>
            <a:off x="-12600" y="9716400"/>
            <a:ext cx="18312840" cy="582840"/>
            <a:chOff x="-12600" y="9716400"/>
            <a:chExt cx="18312840" cy="582840"/>
          </a:xfrm>
        </p:grpSpPr>
        <p:sp>
          <p:nvSpPr>
            <p:cNvPr id="74" name="Freeform 9"/>
            <p:cNvSpPr/>
            <p:nvPr/>
          </p:nvSpPr>
          <p:spPr>
            <a:xfrm>
              <a:off x="0" y="9729360"/>
              <a:ext cx="18287640" cy="557280"/>
            </a:xfrm>
            <a:custGeom>
              <a:avLst/>
              <a:gdLst>
                <a:gd name="textAreaLeft" fmla="*/ 0 w 18287640"/>
                <a:gd name="textAreaRight" fmla="*/ 18288000 w 18287640"/>
                <a:gd name="textAreaTop" fmla="*/ 0 h 557280"/>
                <a:gd name="textAreaBottom" fmla="*/ 557640 h 557280"/>
              </a:gdLst>
              <a:ahLst/>
              <a:rect l="textAreaLeft" t="textAreaTop" r="textAreaRight" b="textAreaBottom"/>
              <a:pathLst>
                <a:path w="24383999" h="743712">
                  <a:moveTo>
                    <a:pt x="0" y="0"/>
                  </a:moveTo>
                  <a:lnTo>
                    <a:pt x="24383999" y="0"/>
                  </a:lnTo>
                  <a:lnTo>
                    <a:pt x="24383999" y="743712"/>
                  </a:lnTo>
                  <a:lnTo>
                    <a:pt x="0" y="743712"/>
                  </a:lnTo>
                  <a:close/>
                </a:path>
              </a:pathLst>
            </a:custGeom>
            <a:solidFill>
              <a:srgbClr val="f4a261">
                <a:alpha val="9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 name="Freeform 10"/>
            <p:cNvSpPr/>
            <p:nvPr/>
          </p:nvSpPr>
          <p:spPr>
            <a:xfrm>
              <a:off x="-12600" y="9716400"/>
              <a:ext cx="18312840" cy="582840"/>
            </a:xfrm>
            <a:custGeom>
              <a:avLst/>
              <a:gdLst>
                <a:gd name="textAreaLeft" fmla="*/ 0 w 18312840"/>
                <a:gd name="textAreaRight" fmla="*/ 18313200 w 18312840"/>
                <a:gd name="textAreaTop" fmla="*/ 0 h 582840"/>
                <a:gd name="textAreaBottom" fmla="*/ 583200 h 582840"/>
              </a:gdLst>
              <a:ahLst/>
              <a:rect l="textAreaLeft" t="textAreaTop" r="textAreaRight" b="textAreaBottom"/>
              <a:pathLst>
                <a:path w="24417782" h="777496">
                  <a:moveTo>
                    <a:pt x="16891" y="0"/>
                  </a:moveTo>
                  <a:lnTo>
                    <a:pt x="24400890" y="0"/>
                  </a:lnTo>
                  <a:cubicBezTo>
                    <a:pt x="24410290" y="0"/>
                    <a:pt x="24417782" y="7620"/>
                    <a:pt x="24417782" y="16891"/>
                  </a:cubicBezTo>
                  <a:lnTo>
                    <a:pt x="24417782" y="760603"/>
                  </a:lnTo>
                  <a:cubicBezTo>
                    <a:pt x="24417782" y="770001"/>
                    <a:pt x="24410163" y="777494"/>
                    <a:pt x="24400890" y="777494"/>
                  </a:cubicBezTo>
                  <a:lnTo>
                    <a:pt x="16891" y="777494"/>
                  </a:lnTo>
                  <a:cubicBezTo>
                    <a:pt x="7620" y="777621"/>
                    <a:pt x="0" y="770001"/>
                    <a:pt x="0" y="760603"/>
                  </a:cubicBezTo>
                  <a:lnTo>
                    <a:pt x="0" y="16891"/>
                  </a:lnTo>
                  <a:cubicBezTo>
                    <a:pt x="0" y="7620"/>
                    <a:pt x="7620" y="0"/>
                    <a:pt x="16891" y="0"/>
                  </a:cubicBezTo>
                  <a:moveTo>
                    <a:pt x="16891" y="33909"/>
                  </a:moveTo>
                  <a:lnTo>
                    <a:pt x="16891" y="16891"/>
                  </a:lnTo>
                  <a:lnTo>
                    <a:pt x="33909" y="16891"/>
                  </a:lnTo>
                  <a:lnTo>
                    <a:pt x="33909" y="760603"/>
                  </a:lnTo>
                  <a:lnTo>
                    <a:pt x="16891" y="760603"/>
                  </a:lnTo>
                  <a:lnTo>
                    <a:pt x="16891" y="743712"/>
                  </a:lnTo>
                  <a:lnTo>
                    <a:pt x="24400890" y="743712"/>
                  </a:lnTo>
                  <a:lnTo>
                    <a:pt x="24400890" y="760603"/>
                  </a:lnTo>
                  <a:lnTo>
                    <a:pt x="24384000" y="760603"/>
                  </a:lnTo>
                  <a:lnTo>
                    <a:pt x="24384000" y="16891"/>
                  </a:lnTo>
                  <a:lnTo>
                    <a:pt x="24400890" y="16891"/>
                  </a:lnTo>
                  <a:lnTo>
                    <a:pt x="24400890" y="33909"/>
                  </a:lnTo>
                  <a:lnTo>
                    <a:pt x="16891" y="33909"/>
                  </a:lnTo>
                  <a:close/>
                </a:path>
              </a:pathLst>
            </a:custGeom>
            <a:solidFill>
              <a:srgbClr val="f4a261">
                <a:alpha val="9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6" name="Group 11"/>
          <p:cNvGrpSpPr/>
          <p:nvPr/>
        </p:nvGrpSpPr>
        <p:grpSpPr>
          <a:xfrm>
            <a:off x="9862920" y="0"/>
            <a:ext cx="8424720" cy="10308240"/>
            <a:chOff x="9862920" y="0"/>
            <a:chExt cx="8424720" cy="10308240"/>
          </a:xfrm>
        </p:grpSpPr>
        <p:sp>
          <p:nvSpPr>
            <p:cNvPr id="77" name="Freeform 12"/>
            <p:cNvSpPr/>
            <p:nvPr/>
          </p:nvSpPr>
          <p:spPr>
            <a:xfrm>
              <a:off x="9869040" y="6480"/>
              <a:ext cx="8412120" cy="10286640"/>
            </a:xfrm>
            <a:custGeom>
              <a:avLst/>
              <a:gdLst>
                <a:gd name="textAreaLeft" fmla="*/ 0 w 8412120"/>
                <a:gd name="textAreaRight" fmla="*/ 8412480 w 8412120"/>
                <a:gd name="textAreaTop" fmla="*/ 0 h 10286640"/>
                <a:gd name="textAreaBottom" fmla="*/ 10287000 h 10286640"/>
              </a:gdLst>
              <a:ahLst/>
              <a:rect l="textAreaLeft" t="textAreaTop" r="textAreaRight" b="textAreaBottom"/>
              <a:pathLst>
                <a:path w="11216640" h="13716001">
                  <a:moveTo>
                    <a:pt x="0" y="0"/>
                  </a:moveTo>
                  <a:lnTo>
                    <a:pt x="11216640" y="0"/>
                  </a:lnTo>
                  <a:lnTo>
                    <a:pt x="11216640" y="13716001"/>
                  </a:lnTo>
                  <a:lnTo>
                    <a:pt x="0" y="13716001"/>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 name="Freeform 13"/>
            <p:cNvSpPr/>
            <p:nvPr/>
          </p:nvSpPr>
          <p:spPr>
            <a:xfrm>
              <a:off x="9862920" y="0"/>
              <a:ext cx="8424720" cy="10308240"/>
            </a:xfrm>
            <a:custGeom>
              <a:avLst/>
              <a:gdLst>
                <a:gd name="textAreaLeft" fmla="*/ 0 w 8424720"/>
                <a:gd name="textAreaRight" fmla="*/ 8425080 w 8424720"/>
                <a:gd name="textAreaTop" fmla="*/ 0 h 10308240"/>
                <a:gd name="textAreaBottom" fmla="*/ 10308600 h 10308240"/>
              </a:gdLst>
              <a:ahLst/>
              <a:rect l="textAreaLeft" t="textAreaTop" r="textAreaRight" b="textAreaBottom"/>
              <a:pathLst>
                <a:path w="11233531" h="1374495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423400" y="0"/>
                  </a:lnTo>
                  <a:lnTo>
                    <a:pt x="9423400" y="16891"/>
                  </a:lnTo>
                  <a:lnTo>
                    <a:pt x="9372600" y="16891"/>
                  </a:lnTo>
                  <a:close/>
                  <a:moveTo>
                    <a:pt x="9491091" y="16891"/>
                  </a:moveTo>
                  <a:lnTo>
                    <a:pt x="9541891" y="16891"/>
                  </a:lnTo>
                  <a:lnTo>
                    <a:pt x="9491091" y="16891"/>
                  </a:lnTo>
                  <a:close/>
                  <a:moveTo>
                    <a:pt x="9609582" y="16891"/>
                  </a:moveTo>
                  <a:lnTo>
                    <a:pt x="9660382" y="16891"/>
                  </a:lnTo>
                  <a:lnTo>
                    <a:pt x="9609582" y="16891"/>
                  </a:lnTo>
                  <a:close/>
                  <a:moveTo>
                    <a:pt x="9728200" y="0"/>
                  </a:moveTo>
                  <a:lnTo>
                    <a:pt x="9779000" y="0"/>
                  </a:lnTo>
                  <a:lnTo>
                    <a:pt x="9779000" y="16891"/>
                  </a:lnTo>
                  <a:lnTo>
                    <a:pt x="9728200" y="16891"/>
                  </a:lnTo>
                  <a:close/>
                  <a:moveTo>
                    <a:pt x="9846691" y="16891"/>
                  </a:moveTo>
                  <a:lnTo>
                    <a:pt x="9897491" y="16891"/>
                  </a:lnTo>
                  <a:lnTo>
                    <a:pt x="9846691" y="16891"/>
                  </a:lnTo>
                  <a:close/>
                  <a:moveTo>
                    <a:pt x="9965182" y="16891"/>
                  </a:moveTo>
                  <a:lnTo>
                    <a:pt x="10015982" y="16891"/>
                  </a:lnTo>
                  <a:lnTo>
                    <a:pt x="9965182" y="16891"/>
                  </a:lnTo>
                  <a:close/>
                  <a:moveTo>
                    <a:pt x="10083800" y="0"/>
                  </a:moveTo>
                  <a:lnTo>
                    <a:pt x="10134600" y="0"/>
                  </a:lnTo>
                  <a:lnTo>
                    <a:pt x="10134600" y="16891"/>
                  </a:lnTo>
                  <a:lnTo>
                    <a:pt x="10083800" y="16891"/>
                  </a:lnTo>
                  <a:close/>
                  <a:moveTo>
                    <a:pt x="10202291" y="16891"/>
                  </a:moveTo>
                  <a:lnTo>
                    <a:pt x="10253091" y="16891"/>
                  </a:lnTo>
                  <a:lnTo>
                    <a:pt x="10202291" y="16891"/>
                  </a:lnTo>
                  <a:close/>
                  <a:moveTo>
                    <a:pt x="10320782" y="16891"/>
                  </a:moveTo>
                  <a:lnTo>
                    <a:pt x="10371582" y="16891"/>
                  </a:lnTo>
                  <a:lnTo>
                    <a:pt x="10320782" y="16891"/>
                  </a:lnTo>
                  <a:close/>
                  <a:moveTo>
                    <a:pt x="10439400" y="0"/>
                  </a:moveTo>
                  <a:lnTo>
                    <a:pt x="10490200" y="0"/>
                  </a:lnTo>
                  <a:lnTo>
                    <a:pt x="10490200" y="16891"/>
                  </a:lnTo>
                  <a:lnTo>
                    <a:pt x="10439400" y="16891"/>
                  </a:lnTo>
                  <a:close/>
                  <a:moveTo>
                    <a:pt x="10557891" y="16891"/>
                  </a:moveTo>
                  <a:lnTo>
                    <a:pt x="10608691" y="16891"/>
                  </a:lnTo>
                  <a:lnTo>
                    <a:pt x="10557891" y="16891"/>
                  </a:lnTo>
                  <a:close/>
                  <a:moveTo>
                    <a:pt x="10676382" y="16891"/>
                  </a:moveTo>
                  <a:lnTo>
                    <a:pt x="10727182" y="16891"/>
                  </a:lnTo>
                  <a:lnTo>
                    <a:pt x="10676382" y="16891"/>
                  </a:lnTo>
                  <a:close/>
                  <a:moveTo>
                    <a:pt x="10795000" y="0"/>
                  </a:moveTo>
                  <a:lnTo>
                    <a:pt x="10845800" y="0"/>
                  </a:lnTo>
                  <a:lnTo>
                    <a:pt x="10845800" y="16891"/>
                  </a:lnTo>
                  <a:lnTo>
                    <a:pt x="10795000" y="16891"/>
                  </a:lnTo>
                  <a:close/>
                  <a:moveTo>
                    <a:pt x="10913491" y="16891"/>
                  </a:moveTo>
                  <a:lnTo>
                    <a:pt x="10964291" y="16891"/>
                  </a:lnTo>
                  <a:lnTo>
                    <a:pt x="10913491" y="16891"/>
                  </a:lnTo>
                  <a:close/>
                  <a:moveTo>
                    <a:pt x="11031982" y="16891"/>
                  </a:moveTo>
                  <a:lnTo>
                    <a:pt x="11082782" y="16891"/>
                  </a:lnTo>
                  <a:lnTo>
                    <a:pt x="11031982" y="16891"/>
                  </a:lnTo>
                  <a:close/>
                  <a:moveTo>
                    <a:pt x="11150600" y="0"/>
                  </a:moveTo>
                  <a:lnTo>
                    <a:pt x="11201400" y="0"/>
                  </a:lnTo>
                  <a:lnTo>
                    <a:pt x="11201400" y="16891"/>
                  </a:lnTo>
                  <a:lnTo>
                    <a:pt x="11150600" y="16891"/>
                  </a:lnTo>
                  <a:close/>
                  <a:moveTo>
                    <a:pt x="11233531" y="69342"/>
                  </a:moveTo>
                  <a:lnTo>
                    <a:pt x="11233531" y="120142"/>
                  </a:lnTo>
                  <a:lnTo>
                    <a:pt x="11216640" y="120142"/>
                  </a:lnTo>
                  <a:lnTo>
                    <a:pt x="11216640" y="69342"/>
                  </a:lnTo>
                  <a:close/>
                  <a:moveTo>
                    <a:pt x="11216640" y="187833"/>
                  </a:moveTo>
                  <a:lnTo>
                    <a:pt x="11216640" y="238633"/>
                  </a:lnTo>
                  <a:lnTo>
                    <a:pt x="11216640" y="187833"/>
                  </a:lnTo>
                  <a:close/>
                  <a:moveTo>
                    <a:pt x="11216640" y="306324"/>
                  </a:moveTo>
                  <a:lnTo>
                    <a:pt x="11216640" y="357124"/>
                  </a:lnTo>
                  <a:lnTo>
                    <a:pt x="11216640" y="306324"/>
                  </a:lnTo>
                  <a:close/>
                  <a:moveTo>
                    <a:pt x="11216640" y="424815"/>
                  </a:moveTo>
                  <a:lnTo>
                    <a:pt x="11216640" y="475615"/>
                  </a:lnTo>
                  <a:lnTo>
                    <a:pt x="11216640" y="424815"/>
                  </a:lnTo>
                  <a:close/>
                  <a:moveTo>
                    <a:pt x="11216640" y="543306"/>
                  </a:moveTo>
                  <a:lnTo>
                    <a:pt x="11216640" y="594106"/>
                  </a:lnTo>
                  <a:lnTo>
                    <a:pt x="11216640" y="543306"/>
                  </a:lnTo>
                  <a:close/>
                  <a:moveTo>
                    <a:pt x="11216640" y="661797"/>
                  </a:moveTo>
                  <a:lnTo>
                    <a:pt x="11216640" y="712597"/>
                  </a:lnTo>
                  <a:lnTo>
                    <a:pt x="11216640" y="661797"/>
                  </a:lnTo>
                  <a:close/>
                  <a:moveTo>
                    <a:pt x="11216640" y="780288"/>
                  </a:moveTo>
                  <a:lnTo>
                    <a:pt x="11216640" y="831088"/>
                  </a:lnTo>
                  <a:lnTo>
                    <a:pt x="11216640" y="780288"/>
                  </a:lnTo>
                  <a:close/>
                  <a:moveTo>
                    <a:pt x="11216640" y="898779"/>
                  </a:moveTo>
                  <a:lnTo>
                    <a:pt x="11216640" y="949579"/>
                  </a:lnTo>
                  <a:lnTo>
                    <a:pt x="11216640" y="898779"/>
                  </a:lnTo>
                  <a:close/>
                  <a:moveTo>
                    <a:pt x="11216640" y="1017270"/>
                  </a:moveTo>
                  <a:lnTo>
                    <a:pt x="11216640" y="1068070"/>
                  </a:lnTo>
                  <a:lnTo>
                    <a:pt x="11216640" y="1017270"/>
                  </a:lnTo>
                  <a:close/>
                  <a:moveTo>
                    <a:pt x="11216640" y="1135761"/>
                  </a:moveTo>
                  <a:lnTo>
                    <a:pt x="11216640" y="1186561"/>
                  </a:lnTo>
                  <a:lnTo>
                    <a:pt x="11216640" y="1135761"/>
                  </a:lnTo>
                  <a:close/>
                  <a:moveTo>
                    <a:pt x="11216640" y="1254252"/>
                  </a:moveTo>
                  <a:lnTo>
                    <a:pt x="11216640" y="1305052"/>
                  </a:lnTo>
                  <a:lnTo>
                    <a:pt x="11216640" y="1254252"/>
                  </a:lnTo>
                  <a:close/>
                  <a:moveTo>
                    <a:pt x="11216640" y="1372743"/>
                  </a:moveTo>
                  <a:lnTo>
                    <a:pt x="11216640" y="1423543"/>
                  </a:lnTo>
                  <a:lnTo>
                    <a:pt x="11216640" y="1372743"/>
                  </a:lnTo>
                  <a:close/>
                  <a:moveTo>
                    <a:pt x="11216640" y="1491234"/>
                  </a:moveTo>
                  <a:lnTo>
                    <a:pt x="11216640" y="1542034"/>
                  </a:lnTo>
                  <a:lnTo>
                    <a:pt x="11216640" y="1491234"/>
                  </a:lnTo>
                  <a:close/>
                  <a:moveTo>
                    <a:pt x="11216640" y="1609725"/>
                  </a:moveTo>
                  <a:lnTo>
                    <a:pt x="11216640" y="1660525"/>
                  </a:lnTo>
                  <a:lnTo>
                    <a:pt x="11216640" y="1609725"/>
                  </a:lnTo>
                  <a:close/>
                  <a:moveTo>
                    <a:pt x="11216640" y="1728216"/>
                  </a:moveTo>
                  <a:lnTo>
                    <a:pt x="11216640" y="1779016"/>
                  </a:lnTo>
                  <a:lnTo>
                    <a:pt x="11216640" y="1728216"/>
                  </a:lnTo>
                  <a:close/>
                  <a:moveTo>
                    <a:pt x="11216640" y="1846707"/>
                  </a:moveTo>
                  <a:lnTo>
                    <a:pt x="11216640" y="1897507"/>
                  </a:lnTo>
                  <a:lnTo>
                    <a:pt x="11216640" y="1846707"/>
                  </a:lnTo>
                  <a:close/>
                  <a:moveTo>
                    <a:pt x="11216640" y="1965198"/>
                  </a:moveTo>
                  <a:lnTo>
                    <a:pt x="11216640" y="2015998"/>
                  </a:lnTo>
                  <a:lnTo>
                    <a:pt x="11216640" y="1965198"/>
                  </a:lnTo>
                  <a:close/>
                  <a:moveTo>
                    <a:pt x="11216640" y="2083689"/>
                  </a:moveTo>
                  <a:lnTo>
                    <a:pt x="11216640" y="2134489"/>
                  </a:lnTo>
                  <a:lnTo>
                    <a:pt x="11216640" y="2083689"/>
                  </a:lnTo>
                  <a:close/>
                  <a:moveTo>
                    <a:pt x="11216640" y="2202180"/>
                  </a:moveTo>
                  <a:lnTo>
                    <a:pt x="11216640" y="2252980"/>
                  </a:lnTo>
                  <a:lnTo>
                    <a:pt x="11216640" y="2202180"/>
                  </a:lnTo>
                  <a:close/>
                  <a:moveTo>
                    <a:pt x="11216640" y="2320671"/>
                  </a:moveTo>
                  <a:lnTo>
                    <a:pt x="11216640" y="2371471"/>
                  </a:lnTo>
                  <a:lnTo>
                    <a:pt x="11216640" y="2320671"/>
                  </a:lnTo>
                  <a:close/>
                  <a:moveTo>
                    <a:pt x="11216640" y="2439162"/>
                  </a:moveTo>
                  <a:lnTo>
                    <a:pt x="11216640" y="2489962"/>
                  </a:lnTo>
                  <a:lnTo>
                    <a:pt x="11216640" y="2439162"/>
                  </a:lnTo>
                  <a:close/>
                  <a:moveTo>
                    <a:pt x="11216640" y="2557653"/>
                  </a:moveTo>
                  <a:lnTo>
                    <a:pt x="11216640" y="2608453"/>
                  </a:lnTo>
                  <a:lnTo>
                    <a:pt x="11216640" y="2557653"/>
                  </a:lnTo>
                  <a:close/>
                  <a:moveTo>
                    <a:pt x="11216640" y="2676144"/>
                  </a:moveTo>
                  <a:lnTo>
                    <a:pt x="11216640" y="2726944"/>
                  </a:lnTo>
                  <a:lnTo>
                    <a:pt x="11216640" y="2676144"/>
                  </a:lnTo>
                  <a:close/>
                  <a:moveTo>
                    <a:pt x="11216640" y="2794635"/>
                  </a:moveTo>
                  <a:lnTo>
                    <a:pt x="11216640" y="2845435"/>
                  </a:lnTo>
                  <a:lnTo>
                    <a:pt x="11216640" y="2794635"/>
                  </a:lnTo>
                  <a:close/>
                  <a:moveTo>
                    <a:pt x="11216640" y="2913126"/>
                  </a:moveTo>
                  <a:lnTo>
                    <a:pt x="11216640" y="2963926"/>
                  </a:lnTo>
                  <a:lnTo>
                    <a:pt x="11216640" y="2913126"/>
                  </a:lnTo>
                  <a:close/>
                  <a:moveTo>
                    <a:pt x="11216640" y="3031617"/>
                  </a:moveTo>
                  <a:lnTo>
                    <a:pt x="11216640" y="3082417"/>
                  </a:lnTo>
                  <a:lnTo>
                    <a:pt x="11216640" y="3031617"/>
                  </a:lnTo>
                  <a:close/>
                  <a:moveTo>
                    <a:pt x="11216640" y="3150108"/>
                  </a:moveTo>
                  <a:lnTo>
                    <a:pt x="11216640" y="3200908"/>
                  </a:lnTo>
                  <a:lnTo>
                    <a:pt x="11216640" y="3150108"/>
                  </a:lnTo>
                  <a:close/>
                  <a:moveTo>
                    <a:pt x="11216640" y="3268599"/>
                  </a:moveTo>
                  <a:lnTo>
                    <a:pt x="11216640" y="3319399"/>
                  </a:lnTo>
                  <a:lnTo>
                    <a:pt x="11216640" y="3268599"/>
                  </a:lnTo>
                  <a:close/>
                  <a:moveTo>
                    <a:pt x="11216640" y="3387090"/>
                  </a:moveTo>
                  <a:lnTo>
                    <a:pt x="11216640" y="3437890"/>
                  </a:lnTo>
                  <a:lnTo>
                    <a:pt x="11216640" y="3387090"/>
                  </a:lnTo>
                  <a:close/>
                  <a:moveTo>
                    <a:pt x="11216640" y="3505581"/>
                  </a:moveTo>
                  <a:lnTo>
                    <a:pt x="11216640" y="3556381"/>
                  </a:lnTo>
                  <a:lnTo>
                    <a:pt x="11216640" y="3505581"/>
                  </a:lnTo>
                  <a:close/>
                  <a:moveTo>
                    <a:pt x="11216640" y="3624072"/>
                  </a:moveTo>
                  <a:lnTo>
                    <a:pt x="11216640" y="3674872"/>
                  </a:lnTo>
                  <a:lnTo>
                    <a:pt x="11216640" y="3624072"/>
                  </a:lnTo>
                  <a:close/>
                  <a:moveTo>
                    <a:pt x="11216640" y="3742563"/>
                  </a:moveTo>
                  <a:lnTo>
                    <a:pt x="11216640" y="3793363"/>
                  </a:lnTo>
                  <a:lnTo>
                    <a:pt x="11216640" y="3742563"/>
                  </a:lnTo>
                  <a:close/>
                  <a:moveTo>
                    <a:pt x="11216640" y="3861054"/>
                  </a:moveTo>
                  <a:lnTo>
                    <a:pt x="11216640" y="3911854"/>
                  </a:lnTo>
                  <a:lnTo>
                    <a:pt x="11216640" y="3861054"/>
                  </a:lnTo>
                  <a:close/>
                  <a:moveTo>
                    <a:pt x="11216640" y="3979545"/>
                  </a:moveTo>
                  <a:lnTo>
                    <a:pt x="11216640" y="4030345"/>
                  </a:lnTo>
                  <a:lnTo>
                    <a:pt x="11216640" y="3979545"/>
                  </a:lnTo>
                  <a:close/>
                  <a:moveTo>
                    <a:pt x="11216640" y="4098036"/>
                  </a:moveTo>
                  <a:lnTo>
                    <a:pt x="11216640" y="4148836"/>
                  </a:lnTo>
                  <a:lnTo>
                    <a:pt x="11216640" y="4098036"/>
                  </a:lnTo>
                  <a:close/>
                  <a:moveTo>
                    <a:pt x="11216640" y="4216527"/>
                  </a:moveTo>
                  <a:lnTo>
                    <a:pt x="11216640" y="4267327"/>
                  </a:lnTo>
                  <a:lnTo>
                    <a:pt x="11216640" y="4216527"/>
                  </a:lnTo>
                  <a:close/>
                  <a:moveTo>
                    <a:pt x="11216640" y="4335018"/>
                  </a:moveTo>
                  <a:lnTo>
                    <a:pt x="11216640" y="4385818"/>
                  </a:lnTo>
                  <a:lnTo>
                    <a:pt x="11216640" y="4335018"/>
                  </a:lnTo>
                  <a:close/>
                  <a:moveTo>
                    <a:pt x="11216640" y="4453509"/>
                  </a:moveTo>
                  <a:lnTo>
                    <a:pt x="11216640" y="4504309"/>
                  </a:lnTo>
                  <a:lnTo>
                    <a:pt x="11216640" y="4453509"/>
                  </a:lnTo>
                  <a:close/>
                  <a:moveTo>
                    <a:pt x="11216640" y="4572000"/>
                  </a:moveTo>
                  <a:lnTo>
                    <a:pt x="11216640" y="4622800"/>
                  </a:lnTo>
                  <a:lnTo>
                    <a:pt x="11216640" y="4572000"/>
                  </a:lnTo>
                  <a:close/>
                  <a:moveTo>
                    <a:pt x="11216640" y="4690491"/>
                  </a:moveTo>
                  <a:lnTo>
                    <a:pt x="11216640" y="4741291"/>
                  </a:lnTo>
                  <a:lnTo>
                    <a:pt x="11216640" y="4690491"/>
                  </a:lnTo>
                  <a:close/>
                  <a:moveTo>
                    <a:pt x="11216640" y="4808982"/>
                  </a:moveTo>
                  <a:lnTo>
                    <a:pt x="11216640" y="4859782"/>
                  </a:lnTo>
                  <a:lnTo>
                    <a:pt x="11216640" y="4808982"/>
                  </a:lnTo>
                  <a:close/>
                  <a:moveTo>
                    <a:pt x="11216640" y="4927473"/>
                  </a:moveTo>
                  <a:lnTo>
                    <a:pt x="11216640" y="4978273"/>
                  </a:lnTo>
                  <a:lnTo>
                    <a:pt x="11216640" y="4927473"/>
                  </a:lnTo>
                  <a:close/>
                  <a:moveTo>
                    <a:pt x="11216640" y="5045964"/>
                  </a:moveTo>
                  <a:lnTo>
                    <a:pt x="11216640" y="5096764"/>
                  </a:lnTo>
                  <a:lnTo>
                    <a:pt x="11216640" y="5045964"/>
                  </a:lnTo>
                  <a:close/>
                  <a:moveTo>
                    <a:pt x="11216640" y="5164455"/>
                  </a:moveTo>
                  <a:lnTo>
                    <a:pt x="11216640" y="5215255"/>
                  </a:lnTo>
                  <a:lnTo>
                    <a:pt x="11216640" y="5164455"/>
                  </a:lnTo>
                  <a:close/>
                  <a:moveTo>
                    <a:pt x="11216640" y="5282946"/>
                  </a:moveTo>
                  <a:lnTo>
                    <a:pt x="11216640" y="5333746"/>
                  </a:lnTo>
                  <a:lnTo>
                    <a:pt x="11216640" y="5282946"/>
                  </a:lnTo>
                  <a:close/>
                  <a:moveTo>
                    <a:pt x="11216640" y="5401437"/>
                  </a:moveTo>
                  <a:lnTo>
                    <a:pt x="11216640" y="5452237"/>
                  </a:lnTo>
                  <a:lnTo>
                    <a:pt x="11216640" y="5401437"/>
                  </a:lnTo>
                  <a:close/>
                  <a:moveTo>
                    <a:pt x="11216640" y="5519928"/>
                  </a:moveTo>
                  <a:lnTo>
                    <a:pt x="11216640" y="5570728"/>
                  </a:lnTo>
                  <a:lnTo>
                    <a:pt x="11216640" y="5519928"/>
                  </a:lnTo>
                  <a:close/>
                  <a:moveTo>
                    <a:pt x="11216640" y="5638419"/>
                  </a:moveTo>
                  <a:lnTo>
                    <a:pt x="11216640" y="5689219"/>
                  </a:lnTo>
                  <a:lnTo>
                    <a:pt x="11216640" y="5638419"/>
                  </a:lnTo>
                  <a:close/>
                  <a:moveTo>
                    <a:pt x="11216640" y="5756910"/>
                  </a:moveTo>
                  <a:lnTo>
                    <a:pt x="11216640" y="5807710"/>
                  </a:lnTo>
                  <a:lnTo>
                    <a:pt x="11216640" y="5756910"/>
                  </a:lnTo>
                  <a:close/>
                  <a:moveTo>
                    <a:pt x="11216640" y="5875401"/>
                  </a:moveTo>
                  <a:lnTo>
                    <a:pt x="11216640" y="5926201"/>
                  </a:lnTo>
                  <a:lnTo>
                    <a:pt x="11216640" y="5875401"/>
                  </a:lnTo>
                  <a:close/>
                  <a:moveTo>
                    <a:pt x="11216640" y="5993892"/>
                  </a:moveTo>
                  <a:lnTo>
                    <a:pt x="11216640" y="6044692"/>
                  </a:lnTo>
                  <a:lnTo>
                    <a:pt x="11216640" y="5993892"/>
                  </a:lnTo>
                  <a:close/>
                  <a:moveTo>
                    <a:pt x="11216640" y="6112383"/>
                  </a:moveTo>
                  <a:lnTo>
                    <a:pt x="11216640" y="6163183"/>
                  </a:lnTo>
                  <a:lnTo>
                    <a:pt x="11216640" y="6112383"/>
                  </a:lnTo>
                  <a:close/>
                  <a:moveTo>
                    <a:pt x="11216640" y="6230874"/>
                  </a:moveTo>
                  <a:lnTo>
                    <a:pt x="11216640" y="6281674"/>
                  </a:lnTo>
                  <a:lnTo>
                    <a:pt x="11216640" y="6230874"/>
                  </a:lnTo>
                  <a:close/>
                  <a:moveTo>
                    <a:pt x="11216640" y="6349365"/>
                  </a:moveTo>
                  <a:lnTo>
                    <a:pt x="11216640" y="6400165"/>
                  </a:lnTo>
                  <a:lnTo>
                    <a:pt x="11216640" y="6349365"/>
                  </a:lnTo>
                  <a:close/>
                  <a:moveTo>
                    <a:pt x="11216640" y="6467856"/>
                  </a:moveTo>
                  <a:lnTo>
                    <a:pt x="11216640" y="6518656"/>
                  </a:lnTo>
                  <a:lnTo>
                    <a:pt x="11216640" y="6467856"/>
                  </a:lnTo>
                  <a:close/>
                  <a:moveTo>
                    <a:pt x="11216640" y="6586347"/>
                  </a:moveTo>
                  <a:lnTo>
                    <a:pt x="11216640" y="6637147"/>
                  </a:lnTo>
                  <a:lnTo>
                    <a:pt x="11216640" y="6586347"/>
                  </a:lnTo>
                  <a:close/>
                  <a:moveTo>
                    <a:pt x="11216640" y="6704838"/>
                  </a:moveTo>
                  <a:lnTo>
                    <a:pt x="11216640" y="6755638"/>
                  </a:lnTo>
                  <a:lnTo>
                    <a:pt x="11216640" y="6704838"/>
                  </a:lnTo>
                  <a:close/>
                  <a:moveTo>
                    <a:pt x="11216640" y="6823329"/>
                  </a:moveTo>
                  <a:lnTo>
                    <a:pt x="11216640" y="6874129"/>
                  </a:lnTo>
                  <a:lnTo>
                    <a:pt x="11216640" y="6823329"/>
                  </a:lnTo>
                  <a:close/>
                  <a:moveTo>
                    <a:pt x="11216640" y="6941820"/>
                  </a:moveTo>
                  <a:lnTo>
                    <a:pt x="11216640" y="6992620"/>
                  </a:lnTo>
                  <a:lnTo>
                    <a:pt x="11216640" y="6941820"/>
                  </a:lnTo>
                  <a:close/>
                  <a:moveTo>
                    <a:pt x="11216640" y="7060311"/>
                  </a:moveTo>
                  <a:lnTo>
                    <a:pt x="11216640" y="7111111"/>
                  </a:lnTo>
                  <a:lnTo>
                    <a:pt x="11216640" y="7060311"/>
                  </a:lnTo>
                  <a:close/>
                  <a:moveTo>
                    <a:pt x="11216640" y="7178802"/>
                  </a:moveTo>
                  <a:lnTo>
                    <a:pt x="11216640" y="7229602"/>
                  </a:lnTo>
                  <a:lnTo>
                    <a:pt x="11216640" y="7178802"/>
                  </a:lnTo>
                  <a:close/>
                  <a:moveTo>
                    <a:pt x="11216640" y="7297293"/>
                  </a:moveTo>
                  <a:lnTo>
                    <a:pt x="11216640" y="7348093"/>
                  </a:lnTo>
                  <a:lnTo>
                    <a:pt x="11216640" y="7297293"/>
                  </a:lnTo>
                  <a:close/>
                  <a:moveTo>
                    <a:pt x="11216640" y="7415784"/>
                  </a:moveTo>
                  <a:lnTo>
                    <a:pt x="11216640" y="7466584"/>
                  </a:lnTo>
                  <a:lnTo>
                    <a:pt x="11216640" y="7415784"/>
                  </a:lnTo>
                  <a:close/>
                  <a:moveTo>
                    <a:pt x="11216640" y="7534275"/>
                  </a:moveTo>
                  <a:lnTo>
                    <a:pt x="11216640" y="7585075"/>
                  </a:lnTo>
                  <a:lnTo>
                    <a:pt x="11216640" y="7534275"/>
                  </a:lnTo>
                  <a:close/>
                  <a:moveTo>
                    <a:pt x="11216640" y="7652766"/>
                  </a:moveTo>
                  <a:lnTo>
                    <a:pt x="11216640" y="7703566"/>
                  </a:lnTo>
                  <a:lnTo>
                    <a:pt x="11216640" y="7652766"/>
                  </a:lnTo>
                  <a:close/>
                  <a:moveTo>
                    <a:pt x="11216640" y="7771257"/>
                  </a:moveTo>
                  <a:lnTo>
                    <a:pt x="11216640" y="7822057"/>
                  </a:lnTo>
                  <a:lnTo>
                    <a:pt x="11216640" y="7771257"/>
                  </a:lnTo>
                  <a:close/>
                  <a:moveTo>
                    <a:pt x="11216640" y="7889748"/>
                  </a:moveTo>
                  <a:lnTo>
                    <a:pt x="11216640" y="7940548"/>
                  </a:lnTo>
                  <a:lnTo>
                    <a:pt x="11216640" y="7889748"/>
                  </a:lnTo>
                  <a:close/>
                  <a:moveTo>
                    <a:pt x="11216640" y="8008239"/>
                  </a:moveTo>
                  <a:lnTo>
                    <a:pt x="11216640" y="8059039"/>
                  </a:lnTo>
                  <a:lnTo>
                    <a:pt x="11216640" y="8008239"/>
                  </a:lnTo>
                  <a:close/>
                  <a:moveTo>
                    <a:pt x="11216640" y="8126730"/>
                  </a:moveTo>
                  <a:lnTo>
                    <a:pt x="11216640" y="8177530"/>
                  </a:lnTo>
                  <a:lnTo>
                    <a:pt x="11216640" y="8126730"/>
                  </a:lnTo>
                  <a:close/>
                  <a:moveTo>
                    <a:pt x="11216640" y="8245221"/>
                  </a:moveTo>
                  <a:lnTo>
                    <a:pt x="11216640" y="8296021"/>
                  </a:lnTo>
                  <a:lnTo>
                    <a:pt x="11216640" y="8245221"/>
                  </a:lnTo>
                  <a:close/>
                  <a:moveTo>
                    <a:pt x="11216640" y="8363712"/>
                  </a:moveTo>
                  <a:lnTo>
                    <a:pt x="11216640" y="8414512"/>
                  </a:lnTo>
                  <a:lnTo>
                    <a:pt x="11216640" y="8363712"/>
                  </a:lnTo>
                  <a:close/>
                  <a:moveTo>
                    <a:pt x="11216640" y="8482203"/>
                  </a:moveTo>
                  <a:lnTo>
                    <a:pt x="11216640" y="8533003"/>
                  </a:lnTo>
                  <a:lnTo>
                    <a:pt x="11216640" y="8482203"/>
                  </a:lnTo>
                  <a:close/>
                  <a:moveTo>
                    <a:pt x="11216640" y="8600694"/>
                  </a:moveTo>
                  <a:lnTo>
                    <a:pt x="11216640" y="8651494"/>
                  </a:lnTo>
                  <a:lnTo>
                    <a:pt x="11216640" y="8600694"/>
                  </a:lnTo>
                  <a:close/>
                  <a:moveTo>
                    <a:pt x="11216640" y="8719185"/>
                  </a:moveTo>
                  <a:lnTo>
                    <a:pt x="11216640" y="8769985"/>
                  </a:lnTo>
                  <a:lnTo>
                    <a:pt x="11216640" y="8719185"/>
                  </a:lnTo>
                  <a:close/>
                  <a:moveTo>
                    <a:pt x="11216640" y="8837676"/>
                  </a:moveTo>
                  <a:lnTo>
                    <a:pt x="11216640" y="8888476"/>
                  </a:lnTo>
                  <a:lnTo>
                    <a:pt x="11216640" y="8837676"/>
                  </a:lnTo>
                  <a:close/>
                  <a:moveTo>
                    <a:pt x="11216640" y="8956167"/>
                  </a:moveTo>
                  <a:lnTo>
                    <a:pt x="11216640" y="9006967"/>
                  </a:lnTo>
                  <a:lnTo>
                    <a:pt x="11216640" y="8956167"/>
                  </a:lnTo>
                  <a:close/>
                  <a:moveTo>
                    <a:pt x="11216640" y="9074658"/>
                  </a:moveTo>
                  <a:lnTo>
                    <a:pt x="11216640" y="9125458"/>
                  </a:lnTo>
                  <a:lnTo>
                    <a:pt x="11216640" y="9074658"/>
                  </a:lnTo>
                  <a:close/>
                  <a:moveTo>
                    <a:pt x="11216640" y="9193149"/>
                  </a:moveTo>
                  <a:lnTo>
                    <a:pt x="11216640" y="9243949"/>
                  </a:lnTo>
                  <a:lnTo>
                    <a:pt x="11216640" y="9193149"/>
                  </a:lnTo>
                  <a:close/>
                  <a:moveTo>
                    <a:pt x="11216640" y="9311640"/>
                  </a:moveTo>
                  <a:lnTo>
                    <a:pt x="11216640" y="9362440"/>
                  </a:lnTo>
                  <a:lnTo>
                    <a:pt x="11216640" y="9311640"/>
                  </a:lnTo>
                  <a:close/>
                  <a:moveTo>
                    <a:pt x="11216640" y="9430131"/>
                  </a:moveTo>
                  <a:lnTo>
                    <a:pt x="11216640" y="9480931"/>
                  </a:lnTo>
                  <a:lnTo>
                    <a:pt x="11216640" y="9430131"/>
                  </a:lnTo>
                  <a:close/>
                  <a:moveTo>
                    <a:pt x="11216640" y="9548622"/>
                  </a:moveTo>
                  <a:lnTo>
                    <a:pt x="11216640" y="9599422"/>
                  </a:lnTo>
                  <a:lnTo>
                    <a:pt x="11216640" y="9548622"/>
                  </a:lnTo>
                  <a:close/>
                  <a:moveTo>
                    <a:pt x="11216640" y="9667113"/>
                  </a:moveTo>
                  <a:lnTo>
                    <a:pt x="11216640" y="9717913"/>
                  </a:lnTo>
                  <a:lnTo>
                    <a:pt x="11216640" y="9667113"/>
                  </a:lnTo>
                  <a:close/>
                  <a:moveTo>
                    <a:pt x="11216640" y="9785604"/>
                  </a:moveTo>
                  <a:lnTo>
                    <a:pt x="11216640" y="9836404"/>
                  </a:lnTo>
                  <a:lnTo>
                    <a:pt x="11216640" y="9785604"/>
                  </a:lnTo>
                  <a:close/>
                  <a:moveTo>
                    <a:pt x="11216640" y="9904095"/>
                  </a:moveTo>
                  <a:lnTo>
                    <a:pt x="11216640" y="9954895"/>
                  </a:lnTo>
                  <a:lnTo>
                    <a:pt x="11216640" y="9904095"/>
                  </a:lnTo>
                  <a:close/>
                  <a:moveTo>
                    <a:pt x="11216640" y="10022586"/>
                  </a:moveTo>
                  <a:lnTo>
                    <a:pt x="11216640" y="10073386"/>
                  </a:lnTo>
                  <a:lnTo>
                    <a:pt x="11216640" y="10022586"/>
                  </a:lnTo>
                  <a:close/>
                  <a:moveTo>
                    <a:pt x="11216640" y="10141077"/>
                  </a:moveTo>
                  <a:lnTo>
                    <a:pt x="11216640" y="10191877"/>
                  </a:lnTo>
                  <a:lnTo>
                    <a:pt x="11216640" y="10141077"/>
                  </a:lnTo>
                  <a:close/>
                  <a:moveTo>
                    <a:pt x="11216640" y="10259568"/>
                  </a:moveTo>
                  <a:lnTo>
                    <a:pt x="11216640" y="10310368"/>
                  </a:lnTo>
                  <a:lnTo>
                    <a:pt x="11216640" y="10259568"/>
                  </a:lnTo>
                  <a:close/>
                  <a:moveTo>
                    <a:pt x="11216640" y="10378059"/>
                  </a:moveTo>
                  <a:lnTo>
                    <a:pt x="11216640" y="10428859"/>
                  </a:lnTo>
                  <a:lnTo>
                    <a:pt x="11216640" y="10378059"/>
                  </a:lnTo>
                  <a:close/>
                  <a:moveTo>
                    <a:pt x="11216640" y="10496550"/>
                  </a:moveTo>
                  <a:lnTo>
                    <a:pt x="11216640" y="10547350"/>
                  </a:lnTo>
                  <a:lnTo>
                    <a:pt x="11216640" y="10496550"/>
                  </a:lnTo>
                  <a:close/>
                  <a:moveTo>
                    <a:pt x="11216640" y="10615041"/>
                  </a:moveTo>
                  <a:lnTo>
                    <a:pt x="11216640" y="10665841"/>
                  </a:lnTo>
                  <a:lnTo>
                    <a:pt x="11216640" y="10615041"/>
                  </a:lnTo>
                  <a:close/>
                  <a:moveTo>
                    <a:pt x="11216640" y="10733532"/>
                  </a:moveTo>
                  <a:lnTo>
                    <a:pt x="11216640" y="10784332"/>
                  </a:lnTo>
                  <a:lnTo>
                    <a:pt x="11216640" y="10733532"/>
                  </a:lnTo>
                  <a:close/>
                  <a:moveTo>
                    <a:pt x="11216640" y="10852023"/>
                  </a:moveTo>
                  <a:lnTo>
                    <a:pt x="11216640" y="10902823"/>
                  </a:lnTo>
                  <a:lnTo>
                    <a:pt x="11216640" y="10852023"/>
                  </a:lnTo>
                  <a:close/>
                  <a:moveTo>
                    <a:pt x="11216640" y="10970514"/>
                  </a:moveTo>
                  <a:lnTo>
                    <a:pt x="11216640" y="11021314"/>
                  </a:lnTo>
                  <a:lnTo>
                    <a:pt x="11216640" y="10970514"/>
                  </a:lnTo>
                  <a:close/>
                  <a:moveTo>
                    <a:pt x="11216640" y="11089005"/>
                  </a:moveTo>
                  <a:lnTo>
                    <a:pt x="11216640" y="11139805"/>
                  </a:lnTo>
                  <a:lnTo>
                    <a:pt x="11216640" y="11089005"/>
                  </a:lnTo>
                  <a:close/>
                  <a:moveTo>
                    <a:pt x="11216640" y="11207496"/>
                  </a:moveTo>
                  <a:lnTo>
                    <a:pt x="11216640" y="11258296"/>
                  </a:lnTo>
                  <a:lnTo>
                    <a:pt x="11216640" y="11207496"/>
                  </a:lnTo>
                  <a:close/>
                  <a:moveTo>
                    <a:pt x="11216640" y="11325987"/>
                  </a:moveTo>
                  <a:lnTo>
                    <a:pt x="11216640" y="11376787"/>
                  </a:lnTo>
                  <a:lnTo>
                    <a:pt x="11216640" y="11325987"/>
                  </a:lnTo>
                  <a:close/>
                  <a:moveTo>
                    <a:pt x="11216640" y="11444478"/>
                  </a:moveTo>
                  <a:lnTo>
                    <a:pt x="11216640" y="11495278"/>
                  </a:lnTo>
                  <a:lnTo>
                    <a:pt x="11216640" y="11444478"/>
                  </a:lnTo>
                  <a:close/>
                  <a:moveTo>
                    <a:pt x="11216640" y="11562969"/>
                  </a:moveTo>
                  <a:lnTo>
                    <a:pt x="11216640" y="11613769"/>
                  </a:lnTo>
                  <a:lnTo>
                    <a:pt x="11216640" y="11562969"/>
                  </a:lnTo>
                  <a:close/>
                  <a:moveTo>
                    <a:pt x="11216640" y="11681460"/>
                  </a:moveTo>
                  <a:lnTo>
                    <a:pt x="11216640" y="11732260"/>
                  </a:lnTo>
                  <a:lnTo>
                    <a:pt x="11216640" y="11681460"/>
                  </a:lnTo>
                  <a:close/>
                  <a:moveTo>
                    <a:pt x="11216640" y="11799951"/>
                  </a:moveTo>
                  <a:lnTo>
                    <a:pt x="11216640" y="11850751"/>
                  </a:lnTo>
                  <a:lnTo>
                    <a:pt x="11216640" y="11799951"/>
                  </a:lnTo>
                  <a:close/>
                  <a:moveTo>
                    <a:pt x="11216640" y="11918442"/>
                  </a:moveTo>
                  <a:lnTo>
                    <a:pt x="11216640" y="11969242"/>
                  </a:lnTo>
                  <a:lnTo>
                    <a:pt x="11216640" y="11918442"/>
                  </a:lnTo>
                  <a:close/>
                  <a:moveTo>
                    <a:pt x="11216640" y="12036933"/>
                  </a:moveTo>
                  <a:lnTo>
                    <a:pt x="11216640" y="12087733"/>
                  </a:lnTo>
                  <a:lnTo>
                    <a:pt x="11216640" y="12036933"/>
                  </a:lnTo>
                  <a:close/>
                  <a:moveTo>
                    <a:pt x="11216640" y="12155424"/>
                  </a:moveTo>
                  <a:lnTo>
                    <a:pt x="11216640" y="12206224"/>
                  </a:lnTo>
                  <a:lnTo>
                    <a:pt x="11216640" y="12155424"/>
                  </a:lnTo>
                  <a:close/>
                  <a:moveTo>
                    <a:pt x="11216640" y="12273915"/>
                  </a:moveTo>
                  <a:lnTo>
                    <a:pt x="11216640" y="12324715"/>
                  </a:lnTo>
                  <a:lnTo>
                    <a:pt x="11216640" y="12273915"/>
                  </a:lnTo>
                  <a:close/>
                  <a:moveTo>
                    <a:pt x="11216640" y="12392406"/>
                  </a:moveTo>
                  <a:lnTo>
                    <a:pt x="11216640" y="12443206"/>
                  </a:lnTo>
                  <a:lnTo>
                    <a:pt x="11216640" y="12392406"/>
                  </a:lnTo>
                  <a:close/>
                  <a:moveTo>
                    <a:pt x="11216640" y="12510897"/>
                  </a:moveTo>
                  <a:lnTo>
                    <a:pt x="11216640" y="12561697"/>
                  </a:lnTo>
                  <a:lnTo>
                    <a:pt x="11216640" y="12510897"/>
                  </a:lnTo>
                  <a:close/>
                  <a:moveTo>
                    <a:pt x="11216640" y="12629388"/>
                  </a:moveTo>
                  <a:lnTo>
                    <a:pt x="11216640" y="12680188"/>
                  </a:lnTo>
                  <a:lnTo>
                    <a:pt x="11216640" y="12629388"/>
                  </a:lnTo>
                  <a:close/>
                  <a:moveTo>
                    <a:pt x="11216640" y="12747879"/>
                  </a:moveTo>
                  <a:lnTo>
                    <a:pt x="11216640" y="12798679"/>
                  </a:lnTo>
                  <a:lnTo>
                    <a:pt x="11216640" y="12747879"/>
                  </a:lnTo>
                  <a:close/>
                  <a:moveTo>
                    <a:pt x="11216640" y="12866370"/>
                  </a:moveTo>
                  <a:lnTo>
                    <a:pt x="11216640" y="12917170"/>
                  </a:lnTo>
                  <a:lnTo>
                    <a:pt x="11216640" y="12866370"/>
                  </a:lnTo>
                  <a:close/>
                  <a:moveTo>
                    <a:pt x="11216640" y="12984861"/>
                  </a:moveTo>
                  <a:lnTo>
                    <a:pt x="11216640" y="13035662"/>
                  </a:lnTo>
                  <a:lnTo>
                    <a:pt x="11216640" y="12984861"/>
                  </a:lnTo>
                  <a:close/>
                  <a:moveTo>
                    <a:pt x="11216640" y="13103352"/>
                  </a:moveTo>
                  <a:lnTo>
                    <a:pt x="11216640" y="13154152"/>
                  </a:lnTo>
                  <a:lnTo>
                    <a:pt x="11216640" y="13103352"/>
                  </a:lnTo>
                  <a:close/>
                  <a:moveTo>
                    <a:pt x="11216640" y="13221843"/>
                  </a:moveTo>
                  <a:lnTo>
                    <a:pt x="11216640" y="13272643"/>
                  </a:lnTo>
                  <a:lnTo>
                    <a:pt x="11216640" y="13221843"/>
                  </a:lnTo>
                  <a:close/>
                  <a:moveTo>
                    <a:pt x="11216640" y="13340335"/>
                  </a:moveTo>
                  <a:lnTo>
                    <a:pt x="11216640" y="13391135"/>
                  </a:lnTo>
                  <a:lnTo>
                    <a:pt x="11216640" y="13340335"/>
                  </a:lnTo>
                  <a:close/>
                  <a:moveTo>
                    <a:pt x="11216640" y="13458825"/>
                  </a:moveTo>
                  <a:lnTo>
                    <a:pt x="11216640" y="13509625"/>
                  </a:lnTo>
                  <a:lnTo>
                    <a:pt x="11216640" y="13458825"/>
                  </a:lnTo>
                  <a:close/>
                  <a:moveTo>
                    <a:pt x="11216640" y="13577315"/>
                  </a:moveTo>
                  <a:lnTo>
                    <a:pt x="11216640" y="13628115"/>
                  </a:lnTo>
                  <a:lnTo>
                    <a:pt x="11216640" y="13577315"/>
                  </a:lnTo>
                  <a:close/>
                  <a:moveTo>
                    <a:pt x="11216640" y="13695807"/>
                  </a:moveTo>
                  <a:lnTo>
                    <a:pt x="11216640" y="13736447"/>
                  </a:lnTo>
                  <a:cubicBezTo>
                    <a:pt x="11216640" y="13741146"/>
                    <a:pt x="11212830" y="13744956"/>
                    <a:pt x="11208131" y="13744956"/>
                  </a:cubicBezTo>
                  <a:lnTo>
                    <a:pt x="11197972" y="13744956"/>
                  </a:lnTo>
                  <a:lnTo>
                    <a:pt x="11197972" y="13716000"/>
                  </a:lnTo>
                  <a:lnTo>
                    <a:pt x="11208131" y="13716000"/>
                  </a:lnTo>
                  <a:lnTo>
                    <a:pt x="11208131" y="13724510"/>
                  </a:lnTo>
                  <a:lnTo>
                    <a:pt x="11199622" y="13724510"/>
                  </a:lnTo>
                  <a:lnTo>
                    <a:pt x="11199622" y="13683869"/>
                  </a:lnTo>
                  <a:close/>
                  <a:moveTo>
                    <a:pt x="11113262" y="13733018"/>
                  </a:moveTo>
                  <a:lnTo>
                    <a:pt x="11062462" y="13733018"/>
                  </a:lnTo>
                  <a:lnTo>
                    <a:pt x="11062462" y="13716000"/>
                  </a:lnTo>
                  <a:lnTo>
                    <a:pt x="11113262" y="13716000"/>
                  </a:lnTo>
                  <a:close/>
                  <a:moveTo>
                    <a:pt x="10994772" y="13716000"/>
                  </a:moveTo>
                  <a:lnTo>
                    <a:pt x="10943972" y="13716000"/>
                  </a:lnTo>
                  <a:lnTo>
                    <a:pt x="10994772" y="13716000"/>
                  </a:lnTo>
                  <a:close/>
                  <a:moveTo>
                    <a:pt x="10876280" y="13716000"/>
                  </a:moveTo>
                  <a:lnTo>
                    <a:pt x="10825480" y="13716000"/>
                  </a:lnTo>
                  <a:lnTo>
                    <a:pt x="10876280" y="13716000"/>
                  </a:lnTo>
                  <a:close/>
                  <a:moveTo>
                    <a:pt x="10757789" y="13716000"/>
                  </a:moveTo>
                  <a:lnTo>
                    <a:pt x="10706989" y="13716000"/>
                  </a:lnTo>
                  <a:lnTo>
                    <a:pt x="10757789" y="13716000"/>
                  </a:lnTo>
                  <a:close/>
                  <a:moveTo>
                    <a:pt x="10639298" y="13716000"/>
                  </a:moveTo>
                  <a:lnTo>
                    <a:pt x="10588498" y="13716000"/>
                  </a:lnTo>
                  <a:lnTo>
                    <a:pt x="10639298" y="13716000"/>
                  </a:lnTo>
                  <a:close/>
                  <a:moveTo>
                    <a:pt x="10520807" y="13716000"/>
                  </a:moveTo>
                  <a:lnTo>
                    <a:pt x="10470007" y="13716000"/>
                  </a:lnTo>
                  <a:lnTo>
                    <a:pt x="10520807" y="13716000"/>
                  </a:lnTo>
                  <a:close/>
                  <a:moveTo>
                    <a:pt x="10402316" y="13716000"/>
                  </a:moveTo>
                  <a:lnTo>
                    <a:pt x="10351516" y="13716000"/>
                  </a:lnTo>
                  <a:lnTo>
                    <a:pt x="10402316" y="13716000"/>
                  </a:lnTo>
                  <a:close/>
                  <a:moveTo>
                    <a:pt x="10283825" y="13716000"/>
                  </a:moveTo>
                  <a:lnTo>
                    <a:pt x="10233025" y="13716000"/>
                  </a:lnTo>
                  <a:lnTo>
                    <a:pt x="10283825" y="13716000"/>
                  </a:lnTo>
                  <a:close/>
                  <a:moveTo>
                    <a:pt x="10165334" y="13716000"/>
                  </a:moveTo>
                  <a:lnTo>
                    <a:pt x="10114534" y="13716000"/>
                  </a:lnTo>
                  <a:lnTo>
                    <a:pt x="10165334" y="13716000"/>
                  </a:lnTo>
                  <a:close/>
                  <a:moveTo>
                    <a:pt x="10046843" y="13716000"/>
                  </a:moveTo>
                  <a:lnTo>
                    <a:pt x="9996043" y="13716000"/>
                  </a:lnTo>
                  <a:lnTo>
                    <a:pt x="10046843" y="13716000"/>
                  </a:lnTo>
                  <a:close/>
                  <a:moveTo>
                    <a:pt x="9928352" y="13716000"/>
                  </a:moveTo>
                  <a:lnTo>
                    <a:pt x="9877552" y="13716000"/>
                  </a:lnTo>
                  <a:lnTo>
                    <a:pt x="9928352" y="13716000"/>
                  </a:lnTo>
                  <a:close/>
                  <a:moveTo>
                    <a:pt x="9809861" y="13716000"/>
                  </a:moveTo>
                  <a:lnTo>
                    <a:pt x="9759061" y="13716000"/>
                  </a:lnTo>
                  <a:lnTo>
                    <a:pt x="9809861" y="13716000"/>
                  </a:lnTo>
                  <a:close/>
                  <a:moveTo>
                    <a:pt x="9691370" y="13716000"/>
                  </a:moveTo>
                  <a:lnTo>
                    <a:pt x="9640570" y="13716000"/>
                  </a:lnTo>
                  <a:lnTo>
                    <a:pt x="9691370" y="13716000"/>
                  </a:lnTo>
                  <a:close/>
                  <a:moveTo>
                    <a:pt x="9572879" y="13716000"/>
                  </a:moveTo>
                  <a:lnTo>
                    <a:pt x="9522079" y="13716000"/>
                  </a:lnTo>
                  <a:lnTo>
                    <a:pt x="9572879" y="13716000"/>
                  </a:lnTo>
                  <a:close/>
                  <a:moveTo>
                    <a:pt x="9454388" y="13716000"/>
                  </a:moveTo>
                  <a:lnTo>
                    <a:pt x="9403588" y="13716000"/>
                  </a:lnTo>
                  <a:lnTo>
                    <a:pt x="9454388" y="13716000"/>
                  </a:lnTo>
                  <a:close/>
                  <a:moveTo>
                    <a:pt x="9335897" y="13716000"/>
                  </a:moveTo>
                  <a:lnTo>
                    <a:pt x="9285097" y="13716000"/>
                  </a:lnTo>
                  <a:lnTo>
                    <a:pt x="9335897" y="13716000"/>
                  </a:lnTo>
                  <a:close/>
                  <a:moveTo>
                    <a:pt x="9217406" y="13716000"/>
                  </a:moveTo>
                  <a:lnTo>
                    <a:pt x="9166606" y="13716000"/>
                  </a:lnTo>
                  <a:lnTo>
                    <a:pt x="9217406" y="13716000"/>
                  </a:lnTo>
                  <a:close/>
                  <a:moveTo>
                    <a:pt x="9098915" y="13716000"/>
                  </a:moveTo>
                  <a:lnTo>
                    <a:pt x="9048115" y="13716000"/>
                  </a:lnTo>
                  <a:lnTo>
                    <a:pt x="9098915" y="13716000"/>
                  </a:lnTo>
                  <a:close/>
                  <a:moveTo>
                    <a:pt x="8980424" y="13716000"/>
                  </a:moveTo>
                  <a:lnTo>
                    <a:pt x="8929624" y="13716000"/>
                  </a:lnTo>
                  <a:lnTo>
                    <a:pt x="8980424" y="13716000"/>
                  </a:lnTo>
                  <a:close/>
                  <a:moveTo>
                    <a:pt x="8861933" y="13716000"/>
                  </a:moveTo>
                  <a:lnTo>
                    <a:pt x="8811133" y="13716000"/>
                  </a:lnTo>
                  <a:lnTo>
                    <a:pt x="8861933" y="13716000"/>
                  </a:lnTo>
                  <a:close/>
                  <a:moveTo>
                    <a:pt x="8743442" y="13716000"/>
                  </a:moveTo>
                  <a:lnTo>
                    <a:pt x="8692642" y="13716000"/>
                  </a:lnTo>
                  <a:lnTo>
                    <a:pt x="8743442" y="13716000"/>
                  </a:lnTo>
                  <a:close/>
                  <a:moveTo>
                    <a:pt x="8624951" y="13716000"/>
                  </a:moveTo>
                  <a:lnTo>
                    <a:pt x="8574151" y="13716000"/>
                  </a:lnTo>
                  <a:lnTo>
                    <a:pt x="8624951" y="13716000"/>
                  </a:lnTo>
                  <a:close/>
                  <a:moveTo>
                    <a:pt x="8506460" y="13716000"/>
                  </a:moveTo>
                  <a:lnTo>
                    <a:pt x="8455660" y="13716000"/>
                  </a:lnTo>
                  <a:lnTo>
                    <a:pt x="8506460" y="13716000"/>
                  </a:lnTo>
                  <a:close/>
                  <a:moveTo>
                    <a:pt x="8387969" y="13716000"/>
                  </a:moveTo>
                  <a:lnTo>
                    <a:pt x="8337169" y="13716000"/>
                  </a:lnTo>
                  <a:lnTo>
                    <a:pt x="8387969" y="13716000"/>
                  </a:lnTo>
                  <a:close/>
                  <a:moveTo>
                    <a:pt x="8269478" y="13716000"/>
                  </a:moveTo>
                  <a:lnTo>
                    <a:pt x="8218678" y="13716000"/>
                  </a:lnTo>
                  <a:lnTo>
                    <a:pt x="8269478" y="13716000"/>
                  </a:lnTo>
                  <a:close/>
                  <a:moveTo>
                    <a:pt x="8150987" y="13716000"/>
                  </a:moveTo>
                  <a:lnTo>
                    <a:pt x="8100187" y="13716000"/>
                  </a:lnTo>
                  <a:lnTo>
                    <a:pt x="8150987" y="13716000"/>
                  </a:lnTo>
                  <a:close/>
                  <a:moveTo>
                    <a:pt x="8032497" y="13716000"/>
                  </a:moveTo>
                  <a:lnTo>
                    <a:pt x="7981697" y="13716000"/>
                  </a:lnTo>
                  <a:lnTo>
                    <a:pt x="8032497" y="13716000"/>
                  </a:lnTo>
                  <a:close/>
                  <a:moveTo>
                    <a:pt x="7914005" y="13716000"/>
                  </a:moveTo>
                  <a:lnTo>
                    <a:pt x="7863205" y="13716000"/>
                  </a:lnTo>
                  <a:lnTo>
                    <a:pt x="7914005" y="13716000"/>
                  </a:lnTo>
                  <a:close/>
                  <a:moveTo>
                    <a:pt x="7795514" y="13716000"/>
                  </a:moveTo>
                  <a:lnTo>
                    <a:pt x="7744714" y="13716000"/>
                  </a:lnTo>
                  <a:lnTo>
                    <a:pt x="7795514" y="13716000"/>
                  </a:lnTo>
                  <a:close/>
                  <a:moveTo>
                    <a:pt x="7677023" y="13716000"/>
                  </a:moveTo>
                  <a:lnTo>
                    <a:pt x="7626223" y="13716000"/>
                  </a:lnTo>
                  <a:lnTo>
                    <a:pt x="7677023" y="13716000"/>
                  </a:lnTo>
                  <a:close/>
                  <a:moveTo>
                    <a:pt x="7558532" y="13716000"/>
                  </a:moveTo>
                  <a:lnTo>
                    <a:pt x="7507732" y="13716000"/>
                  </a:lnTo>
                  <a:lnTo>
                    <a:pt x="7558532" y="13716000"/>
                  </a:lnTo>
                  <a:close/>
                  <a:moveTo>
                    <a:pt x="7440041" y="13716000"/>
                  </a:moveTo>
                  <a:lnTo>
                    <a:pt x="7389241" y="13716000"/>
                  </a:lnTo>
                  <a:lnTo>
                    <a:pt x="7440041" y="13716000"/>
                  </a:lnTo>
                  <a:close/>
                  <a:moveTo>
                    <a:pt x="7321550" y="13716000"/>
                  </a:moveTo>
                  <a:lnTo>
                    <a:pt x="7270750" y="13716000"/>
                  </a:lnTo>
                  <a:lnTo>
                    <a:pt x="7321550" y="13716000"/>
                  </a:lnTo>
                  <a:close/>
                  <a:moveTo>
                    <a:pt x="7203060" y="13716000"/>
                  </a:moveTo>
                  <a:lnTo>
                    <a:pt x="7152260" y="13716000"/>
                  </a:lnTo>
                  <a:lnTo>
                    <a:pt x="7203060" y="13716000"/>
                  </a:lnTo>
                  <a:close/>
                  <a:moveTo>
                    <a:pt x="7084568" y="13716000"/>
                  </a:moveTo>
                  <a:lnTo>
                    <a:pt x="7033768" y="13716000"/>
                  </a:lnTo>
                  <a:lnTo>
                    <a:pt x="7084568" y="13716000"/>
                  </a:lnTo>
                  <a:close/>
                  <a:moveTo>
                    <a:pt x="6966077" y="13716000"/>
                  </a:moveTo>
                  <a:lnTo>
                    <a:pt x="6915277" y="13716000"/>
                  </a:lnTo>
                  <a:lnTo>
                    <a:pt x="6966077" y="13716000"/>
                  </a:lnTo>
                  <a:close/>
                  <a:moveTo>
                    <a:pt x="6847586" y="13716000"/>
                  </a:moveTo>
                  <a:lnTo>
                    <a:pt x="6796786" y="13716000"/>
                  </a:lnTo>
                  <a:lnTo>
                    <a:pt x="6847586" y="13716000"/>
                  </a:lnTo>
                  <a:close/>
                  <a:moveTo>
                    <a:pt x="6729095" y="13716000"/>
                  </a:moveTo>
                  <a:lnTo>
                    <a:pt x="6678295" y="13716000"/>
                  </a:lnTo>
                  <a:lnTo>
                    <a:pt x="6729095" y="13716000"/>
                  </a:lnTo>
                  <a:close/>
                  <a:moveTo>
                    <a:pt x="6610604" y="13716000"/>
                  </a:moveTo>
                  <a:lnTo>
                    <a:pt x="6559804" y="13716000"/>
                  </a:lnTo>
                  <a:lnTo>
                    <a:pt x="6610604" y="13716000"/>
                  </a:lnTo>
                  <a:close/>
                  <a:moveTo>
                    <a:pt x="6492113" y="13716000"/>
                  </a:moveTo>
                  <a:lnTo>
                    <a:pt x="6441313" y="13716000"/>
                  </a:lnTo>
                  <a:lnTo>
                    <a:pt x="6492113" y="13716000"/>
                  </a:lnTo>
                  <a:close/>
                  <a:moveTo>
                    <a:pt x="6373622" y="13716000"/>
                  </a:moveTo>
                  <a:lnTo>
                    <a:pt x="6322822" y="13716000"/>
                  </a:lnTo>
                  <a:lnTo>
                    <a:pt x="6373622" y="13716000"/>
                  </a:lnTo>
                  <a:close/>
                  <a:moveTo>
                    <a:pt x="6255131" y="13716000"/>
                  </a:moveTo>
                  <a:lnTo>
                    <a:pt x="6204331" y="13716000"/>
                  </a:lnTo>
                  <a:lnTo>
                    <a:pt x="6255131" y="13716000"/>
                  </a:lnTo>
                  <a:close/>
                  <a:moveTo>
                    <a:pt x="6136640" y="13716000"/>
                  </a:moveTo>
                  <a:lnTo>
                    <a:pt x="6085840" y="13716000"/>
                  </a:lnTo>
                  <a:lnTo>
                    <a:pt x="6136640" y="13716000"/>
                  </a:lnTo>
                  <a:close/>
                  <a:moveTo>
                    <a:pt x="6018149" y="13716000"/>
                  </a:moveTo>
                  <a:lnTo>
                    <a:pt x="5967349" y="13716000"/>
                  </a:lnTo>
                  <a:lnTo>
                    <a:pt x="6018149" y="13716000"/>
                  </a:lnTo>
                  <a:close/>
                  <a:moveTo>
                    <a:pt x="5899658" y="13716000"/>
                  </a:moveTo>
                  <a:lnTo>
                    <a:pt x="5848858" y="13716000"/>
                  </a:lnTo>
                  <a:lnTo>
                    <a:pt x="5899658" y="13716000"/>
                  </a:lnTo>
                  <a:close/>
                  <a:moveTo>
                    <a:pt x="5781167" y="13716000"/>
                  </a:moveTo>
                  <a:lnTo>
                    <a:pt x="5730367" y="13716000"/>
                  </a:lnTo>
                  <a:lnTo>
                    <a:pt x="5781167" y="13716000"/>
                  </a:lnTo>
                  <a:close/>
                  <a:moveTo>
                    <a:pt x="5662676" y="13716000"/>
                  </a:moveTo>
                  <a:lnTo>
                    <a:pt x="5611876" y="13716000"/>
                  </a:lnTo>
                  <a:lnTo>
                    <a:pt x="5662676" y="13716000"/>
                  </a:lnTo>
                  <a:close/>
                  <a:moveTo>
                    <a:pt x="5544185" y="13716000"/>
                  </a:moveTo>
                  <a:lnTo>
                    <a:pt x="5493385" y="13716000"/>
                  </a:lnTo>
                  <a:lnTo>
                    <a:pt x="5544185" y="13716000"/>
                  </a:lnTo>
                  <a:close/>
                  <a:moveTo>
                    <a:pt x="5425694" y="13716000"/>
                  </a:moveTo>
                  <a:lnTo>
                    <a:pt x="5374894" y="13716000"/>
                  </a:lnTo>
                  <a:lnTo>
                    <a:pt x="5425694" y="13716000"/>
                  </a:lnTo>
                  <a:close/>
                  <a:moveTo>
                    <a:pt x="5307203" y="13716000"/>
                  </a:moveTo>
                  <a:lnTo>
                    <a:pt x="5256403" y="13716000"/>
                  </a:lnTo>
                  <a:lnTo>
                    <a:pt x="5307203" y="13716000"/>
                  </a:lnTo>
                  <a:close/>
                  <a:moveTo>
                    <a:pt x="5188712" y="13716000"/>
                  </a:moveTo>
                  <a:lnTo>
                    <a:pt x="5137912" y="13716000"/>
                  </a:lnTo>
                  <a:lnTo>
                    <a:pt x="5188712" y="13716000"/>
                  </a:lnTo>
                  <a:close/>
                  <a:moveTo>
                    <a:pt x="5070221" y="13716000"/>
                  </a:moveTo>
                  <a:lnTo>
                    <a:pt x="5019421" y="13716000"/>
                  </a:lnTo>
                  <a:lnTo>
                    <a:pt x="5070221" y="13716000"/>
                  </a:lnTo>
                  <a:close/>
                  <a:moveTo>
                    <a:pt x="4951730" y="13716000"/>
                  </a:moveTo>
                  <a:lnTo>
                    <a:pt x="4900930" y="13716000"/>
                  </a:lnTo>
                  <a:lnTo>
                    <a:pt x="4951730" y="13716000"/>
                  </a:lnTo>
                  <a:close/>
                  <a:moveTo>
                    <a:pt x="4833239" y="13716000"/>
                  </a:moveTo>
                  <a:lnTo>
                    <a:pt x="4782439" y="13716000"/>
                  </a:lnTo>
                  <a:lnTo>
                    <a:pt x="4833239" y="13716000"/>
                  </a:lnTo>
                  <a:close/>
                  <a:moveTo>
                    <a:pt x="4714748" y="13716000"/>
                  </a:moveTo>
                  <a:lnTo>
                    <a:pt x="4663948" y="13716000"/>
                  </a:lnTo>
                  <a:lnTo>
                    <a:pt x="4714748" y="13716000"/>
                  </a:lnTo>
                  <a:close/>
                  <a:moveTo>
                    <a:pt x="4596257" y="13716000"/>
                  </a:moveTo>
                  <a:lnTo>
                    <a:pt x="4545457" y="13716000"/>
                  </a:lnTo>
                  <a:lnTo>
                    <a:pt x="4596257" y="13716000"/>
                  </a:lnTo>
                  <a:close/>
                  <a:moveTo>
                    <a:pt x="4477766" y="13716000"/>
                  </a:moveTo>
                  <a:lnTo>
                    <a:pt x="4426966" y="13716000"/>
                  </a:lnTo>
                  <a:lnTo>
                    <a:pt x="4477766" y="13716000"/>
                  </a:lnTo>
                  <a:close/>
                  <a:moveTo>
                    <a:pt x="4359275" y="13716000"/>
                  </a:moveTo>
                  <a:lnTo>
                    <a:pt x="4308475" y="13716000"/>
                  </a:lnTo>
                  <a:lnTo>
                    <a:pt x="4359275" y="13716000"/>
                  </a:lnTo>
                  <a:close/>
                  <a:moveTo>
                    <a:pt x="4240784" y="13716000"/>
                  </a:moveTo>
                  <a:lnTo>
                    <a:pt x="4189984" y="13716000"/>
                  </a:lnTo>
                  <a:lnTo>
                    <a:pt x="4240784" y="13716000"/>
                  </a:lnTo>
                  <a:close/>
                  <a:moveTo>
                    <a:pt x="4122293" y="13716000"/>
                  </a:moveTo>
                  <a:lnTo>
                    <a:pt x="4071493" y="13716000"/>
                  </a:lnTo>
                  <a:lnTo>
                    <a:pt x="4122293" y="13716000"/>
                  </a:lnTo>
                  <a:close/>
                  <a:moveTo>
                    <a:pt x="4003802" y="13716000"/>
                  </a:moveTo>
                  <a:lnTo>
                    <a:pt x="3953002" y="13716000"/>
                  </a:lnTo>
                  <a:lnTo>
                    <a:pt x="4003802" y="13716000"/>
                  </a:lnTo>
                  <a:close/>
                  <a:moveTo>
                    <a:pt x="3885311" y="13716000"/>
                  </a:moveTo>
                  <a:lnTo>
                    <a:pt x="3834511" y="13716000"/>
                  </a:lnTo>
                  <a:lnTo>
                    <a:pt x="3885311" y="13716000"/>
                  </a:lnTo>
                  <a:close/>
                  <a:moveTo>
                    <a:pt x="3766820" y="13716000"/>
                  </a:moveTo>
                  <a:lnTo>
                    <a:pt x="3716020" y="13716000"/>
                  </a:lnTo>
                  <a:lnTo>
                    <a:pt x="3766820" y="13716000"/>
                  </a:lnTo>
                  <a:close/>
                  <a:moveTo>
                    <a:pt x="3648329" y="13716000"/>
                  </a:moveTo>
                  <a:lnTo>
                    <a:pt x="3597529" y="13716000"/>
                  </a:lnTo>
                  <a:lnTo>
                    <a:pt x="3648329" y="13716000"/>
                  </a:lnTo>
                  <a:close/>
                  <a:moveTo>
                    <a:pt x="3529838" y="13716000"/>
                  </a:moveTo>
                  <a:lnTo>
                    <a:pt x="3479038" y="13716000"/>
                  </a:lnTo>
                  <a:lnTo>
                    <a:pt x="3529838" y="13716000"/>
                  </a:lnTo>
                  <a:close/>
                  <a:moveTo>
                    <a:pt x="3411347" y="13716000"/>
                  </a:moveTo>
                  <a:lnTo>
                    <a:pt x="3360547" y="13716000"/>
                  </a:lnTo>
                  <a:lnTo>
                    <a:pt x="3411347" y="13716000"/>
                  </a:lnTo>
                  <a:close/>
                  <a:moveTo>
                    <a:pt x="3292856" y="13716000"/>
                  </a:moveTo>
                  <a:lnTo>
                    <a:pt x="3242056" y="13716000"/>
                  </a:lnTo>
                  <a:lnTo>
                    <a:pt x="3292856" y="13716000"/>
                  </a:lnTo>
                  <a:close/>
                  <a:moveTo>
                    <a:pt x="3174365" y="13716000"/>
                  </a:moveTo>
                  <a:lnTo>
                    <a:pt x="3123565" y="13716000"/>
                  </a:lnTo>
                  <a:lnTo>
                    <a:pt x="3174365" y="13716000"/>
                  </a:lnTo>
                  <a:close/>
                  <a:moveTo>
                    <a:pt x="3055874" y="13716000"/>
                  </a:moveTo>
                  <a:lnTo>
                    <a:pt x="3005074" y="13716000"/>
                  </a:lnTo>
                  <a:lnTo>
                    <a:pt x="3055874" y="13716000"/>
                  </a:lnTo>
                  <a:close/>
                  <a:moveTo>
                    <a:pt x="2937383" y="13716000"/>
                  </a:moveTo>
                  <a:lnTo>
                    <a:pt x="2886583" y="13716000"/>
                  </a:lnTo>
                  <a:lnTo>
                    <a:pt x="2937383" y="13716000"/>
                  </a:lnTo>
                  <a:close/>
                  <a:moveTo>
                    <a:pt x="2818892" y="13716000"/>
                  </a:moveTo>
                  <a:lnTo>
                    <a:pt x="2768092" y="13716000"/>
                  </a:lnTo>
                  <a:lnTo>
                    <a:pt x="2818892" y="13716000"/>
                  </a:lnTo>
                  <a:close/>
                  <a:moveTo>
                    <a:pt x="2700401" y="13716000"/>
                  </a:moveTo>
                  <a:lnTo>
                    <a:pt x="2649601" y="13716000"/>
                  </a:lnTo>
                  <a:lnTo>
                    <a:pt x="2700401" y="13716000"/>
                  </a:lnTo>
                  <a:close/>
                  <a:moveTo>
                    <a:pt x="2581910" y="13716000"/>
                  </a:moveTo>
                  <a:lnTo>
                    <a:pt x="2531110" y="13716000"/>
                  </a:lnTo>
                  <a:lnTo>
                    <a:pt x="2581910" y="13716000"/>
                  </a:lnTo>
                  <a:close/>
                  <a:moveTo>
                    <a:pt x="2463419" y="13716000"/>
                  </a:moveTo>
                  <a:lnTo>
                    <a:pt x="2412619" y="13716000"/>
                  </a:lnTo>
                  <a:lnTo>
                    <a:pt x="2463419" y="13716000"/>
                  </a:lnTo>
                  <a:close/>
                  <a:moveTo>
                    <a:pt x="2344928" y="13716000"/>
                  </a:moveTo>
                  <a:lnTo>
                    <a:pt x="2294128" y="13716000"/>
                  </a:lnTo>
                  <a:lnTo>
                    <a:pt x="2344928" y="13716000"/>
                  </a:lnTo>
                  <a:close/>
                  <a:moveTo>
                    <a:pt x="2226437" y="13716000"/>
                  </a:moveTo>
                  <a:lnTo>
                    <a:pt x="2175637" y="13716000"/>
                  </a:lnTo>
                  <a:lnTo>
                    <a:pt x="2226437" y="13716000"/>
                  </a:lnTo>
                  <a:close/>
                  <a:moveTo>
                    <a:pt x="2107946" y="13716000"/>
                  </a:moveTo>
                  <a:lnTo>
                    <a:pt x="2057146" y="13716000"/>
                  </a:lnTo>
                  <a:lnTo>
                    <a:pt x="2107946" y="13716000"/>
                  </a:lnTo>
                  <a:close/>
                  <a:moveTo>
                    <a:pt x="1989455" y="13716000"/>
                  </a:moveTo>
                  <a:lnTo>
                    <a:pt x="1938655" y="13716000"/>
                  </a:lnTo>
                  <a:lnTo>
                    <a:pt x="1989455" y="13716000"/>
                  </a:lnTo>
                  <a:close/>
                  <a:moveTo>
                    <a:pt x="1870964" y="13716000"/>
                  </a:moveTo>
                  <a:lnTo>
                    <a:pt x="1820164" y="13716000"/>
                  </a:lnTo>
                  <a:lnTo>
                    <a:pt x="1870964" y="13716000"/>
                  </a:lnTo>
                  <a:close/>
                  <a:moveTo>
                    <a:pt x="1752473" y="13716000"/>
                  </a:moveTo>
                  <a:lnTo>
                    <a:pt x="1701673" y="13716000"/>
                  </a:lnTo>
                  <a:lnTo>
                    <a:pt x="1752473" y="13716000"/>
                  </a:lnTo>
                  <a:close/>
                  <a:moveTo>
                    <a:pt x="1633982" y="13716000"/>
                  </a:moveTo>
                  <a:lnTo>
                    <a:pt x="1583182" y="13716000"/>
                  </a:lnTo>
                  <a:lnTo>
                    <a:pt x="1633982" y="13716000"/>
                  </a:lnTo>
                  <a:close/>
                  <a:moveTo>
                    <a:pt x="1515491" y="13716000"/>
                  </a:moveTo>
                  <a:lnTo>
                    <a:pt x="1464691" y="13716000"/>
                  </a:lnTo>
                  <a:lnTo>
                    <a:pt x="1515491" y="13716000"/>
                  </a:lnTo>
                  <a:close/>
                  <a:moveTo>
                    <a:pt x="1397000" y="13716000"/>
                  </a:moveTo>
                  <a:lnTo>
                    <a:pt x="1346200" y="13716000"/>
                  </a:lnTo>
                  <a:lnTo>
                    <a:pt x="1397000" y="13716000"/>
                  </a:lnTo>
                  <a:close/>
                  <a:moveTo>
                    <a:pt x="1278509" y="13716000"/>
                  </a:moveTo>
                  <a:lnTo>
                    <a:pt x="1227709" y="13716000"/>
                  </a:lnTo>
                  <a:lnTo>
                    <a:pt x="1278509" y="13716000"/>
                  </a:lnTo>
                  <a:close/>
                  <a:moveTo>
                    <a:pt x="1160018" y="13716000"/>
                  </a:moveTo>
                  <a:lnTo>
                    <a:pt x="1109218" y="13716000"/>
                  </a:lnTo>
                  <a:lnTo>
                    <a:pt x="1160018" y="13716000"/>
                  </a:lnTo>
                  <a:close/>
                  <a:moveTo>
                    <a:pt x="1041527" y="13716000"/>
                  </a:moveTo>
                  <a:lnTo>
                    <a:pt x="990727" y="13716000"/>
                  </a:lnTo>
                  <a:lnTo>
                    <a:pt x="1041527" y="13716000"/>
                  </a:lnTo>
                  <a:close/>
                  <a:moveTo>
                    <a:pt x="923036" y="13716000"/>
                  </a:moveTo>
                  <a:lnTo>
                    <a:pt x="872236" y="13716000"/>
                  </a:lnTo>
                  <a:lnTo>
                    <a:pt x="923036" y="13716000"/>
                  </a:lnTo>
                  <a:close/>
                  <a:moveTo>
                    <a:pt x="804545" y="13716000"/>
                  </a:moveTo>
                  <a:lnTo>
                    <a:pt x="753745" y="13716000"/>
                  </a:lnTo>
                  <a:lnTo>
                    <a:pt x="804545" y="13716000"/>
                  </a:lnTo>
                  <a:close/>
                  <a:moveTo>
                    <a:pt x="686054" y="13716000"/>
                  </a:moveTo>
                  <a:lnTo>
                    <a:pt x="635254" y="13716000"/>
                  </a:lnTo>
                  <a:lnTo>
                    <a:pt x="686054" y="13716000"/>
                  </a:lnTo>
                  <a:close/>
                  <a:moveTo>
                    <a:pt x="567563" y="13716000"/>
                  </a:moveTo>
                  <a:lnTo>
                    <a:pt x="516763" y="13716000"/>
                  </a:lnTo>
                  <a:lnTo>
                    <a:pt x="567563" y="13716000"/>
                  </a:lnTo>
                  <a:close/>
                  <a:moveTo>
                    <a:pt x="449072" y="13716000"/>
                  </a:moveTo>
                  <a:lnTo>
                    <a:pt x="398272" y="13716000"/>
                  </a:lnTo>
                  <a:lnTo>
                    <a:pt x="449072" y="13716000"/>
                  </a:lnTo>
                  <a:close/>
                  <a:moveTo>
                    <a:pt x="330581" y="13716000"/>
                  </a:moveTo>
                  <a:lnTo>
                    <a:pt x="279781" y="13716000"/>
                  </a:lnTo>
                  <a:lnTo>
                    <a:pt x="330581" y="13716000"/>
                  </a:lnTo>
                  <a:close/>
                  <a:moveTo>
                    <a:pt x="212090" y="13716000"/>
                  </a:moveTo>
                  <a:lnTo>
                    <a:pt x="161290" y="13716000"/>
                  </a:lnTo>
                  <a:lnTo>
                    <a:pt x="212090" y="13716000"/>
                  </a:lnTo>
                  <a:close/>
                  <a:moveTo>
                    <a:pt x="93599" y="13716000"/>
                  </a:moveTo>
                  <a:lnTo>
                    <a:pt x="42799" y="13716000"/>
                  </a:lnTo>
                  <a:lnTo>
                    <a:pt x="93599" y="13716000"/>
                  </a:lnTo>
                  <a:close/>
                  <a:moveTo>
                    <a:pt x="0" y="13721080"/>
                  </a:moveTo>
                  <a:lnTo>
                    <a:pt x="0" y="13670280"/>
                  </a:lnTo>
                  <a:lnTo>
                    <a:pt x="16891" y="13670280"/>
                  </a:lnTo>
                  <a:lnTo>
                    <a:pt x="16891" y="13721080"/>
                  </a:lnTo>
                  <a:close/>
                  <a:moveTo>
                    <a:pt x="16891" y="13602590"/>
                  </a:moveTo>
                  <a:lnTo>
                    <a:pt x="16891" y="13551790"/>
                  </a:lnTo>
                  <a:lnTo>
                    <a:pt x="16891" y="13602590"/>
                  </a:lnTo>
                  <a:close/>
                  <a:moveTo>
                    <a:pt x="16891" y="13484098"/>
                  </a:moveTo>
                  <a:lnTo>
                    <a:pt x="16891" y="13433298"/>
                  </a:lnTo>
                  <a:lnTo>
                    <a:pt x="16891" y="13484098"/>
                  </a:lnTo>
                  <a:close/>
                  <a:moveTo>
                    <a:pt x="16891" y="13365607"/>
                  </a:moveTo>
                  <a:lnTo>
                    <a:pt x="16891" y="13314807"/>
                  </a:lnTo>
                  <a:lnTo>
                    <a:pt x="16891" y="13365607"/>
                  </a:lnTo>
                  <a:close/>
                  <a:moveTo>
                    <a:pt x="16891" y="13247117"/>
                  </a:moveTo>
                  <a:lnTo>
                    <a:pt x="16891" y="13196317"/>
                  </a:lnTo>
                  <a:lnTo>
                    <a:pt x="16891" y="13247117"/>
                  </a:lnTo>
                  <a:close/>
                  <a:moveTo>
                    <a:pt x="16891" y="13128625"/>
                  </a:moveTo>
                  <a:lnTo>
                    <a:pt x="16891" y="13077825"/>
                  </a:lnTo>
                  <a:lnTo>
                    <a:pt x="16891" y="13128625"/>
                  </a:lnTo>
                  <a:close/>
                  <a:moveTo>
                    <a:pt x="16891" y="13010135"/>
                  </a:moveTo>
                  <a:lnTo>
                    <a:pt x="16891" y="12959335"/>
                  </a:lnTo>
                  <a:lnTo>
                    <a:pt x="16891" y="13010135"/>
                  </a:lnTo>
                  <a:close/>
                  <a:moveTo>
                    <a:pt x="16891" y="12891643"/>
                  </a:moveTo>
                  <a:lnTo>
                    <a:pt x="16891" y="12840843"/>
                  </a:lnTo>
                  <a:lnTo>
                    <a:pt x="16891" y="12891643"/>
                  </a:lnTo>
                  <a:close/>
                  <a:moveTo>
                    <a:pt x="16891" y="12773152"/>
                  </a:moveTo>
                  <a:lnTo>
                    <a:pt x="16891" y="12722352"/>
                  </a:lnTo>
                  <a:lnTo>
                    <a:pt x="16891" y="12773152"/>
                  </a:lnTo>
                  <a:close/>
                  <a:moveTo>
                    <a:pt x="16891" y="12654662"/>
                  </a:moveTo>
                  <a:lnTo>
                    <a:pt x="16891" y="12603862"/>
                  </a:lnTo>
                  <a:lnTo>
                    <a:pt x="16891" y="12654662"/>
                  </a:lnTo>
                  <a:close/>
                  <a:moveTo>
                    <a:pt x="16891" y="12536170"/>
                  </a:moveTo>
                  <a:lnTo>
                    <a:pt x="16891" y="12485370"/>
                  </a:lnTo>
                  <a:lnTo>
                    <a:pt x="16891" y="12536170"/>
                  </a:lnTo>
                  <a:close/>
                  <a:moveTo>
                    <a:pt x="16891" y="12417679"/>
                  </a:moveTo>
                  <a:lnTo>
                    <a:pt x="16891" y="12366879"/>
                  </a:lnTo>
                  <a:lnTo>
                    <a:pt x="16891" y="12417679"/>
                  </a:lnTo>
                  <a:close/>
                  <a:moveTo>
                    <a:pt x="16891" y="12299188"/>
                  </a:moveTo>
                  <a:lnTo>
                    <a:pt x="16891" y="12248388"/>
                  </a:lnTo>
                  <a:lnTo>
                    <a:pt x="16891" y="12299188"/>
                  </a:lnTo>
                  <a:close/>
                  <a:moveTo>
                    <a:pt x="16891" y="12180698"/>
                  </a:moveTo>
                  <a:lnTo>
                    <a:pt x="16891" y="12129898"/>
                  </a:lnTo>
                  <a:lnTo>
                    <a:pt x="16891" y="12180698"/>
                  </a:lnTo>
                  <a:close/>
                  <a:moveTo>
                    <a:pt x="16891" y="12062206"/>
                  </a:moveTo>
                  <a:lnTo>
                    <a:pt x="16891" y="12011406"/>
                  </a:lnTo>
                  <a:lnTo>
                    <a:pt x="16891" y="12062206"/>
                  </a:lnTo>
                  <a:close/>
                  <a:moveTo>
                    <a:pt x="16891" y="11943715"/>
                  </a:moveTo>
                  <a:lnTo>
                    <a:pt x="16891" y="11892915"/>
                  </a:lnTo>
                  <a:lnTo>
                    <a:pt x="16891" y="11943715"/>
                  </a:lnTo>
                  <a:close/>
                  <a:moveTo>
                    <a:pt x="16891" y="11825225"/>
                  </a:moveTo>
                  <a:lnTo>
                    <a:pt x="16891" y="11774425"/>
                  </a:lnTo>
                  <a:lnTo>
                    <a:pt x="16891" y="11825225"/>
                  </a:lnTo>
                  <a:close/>
                  <a:moveTo>
                    <a:pt x="16891" y="11706733"/>
                  </a:moveTo>
                  <a:lnTo>
                    <a:pt x="16891" y="11655933"/>
                  </a:lnTo>
                  <a:lnTo>
                    <a:pt x="16891" y="11706733"/>
                  </a:lnTo>
                  <a:close/>
                  <a:moveTo>
                    <a:pt x="16891" y="11588242"/>
                  </a:moveTo>
                  <a:lnTo>
                    <a:pt x="16891" y="11537442"/>
                  </a:lnTo>
                  <a:lnTo>
                    <a:pt x="16891" y="11588242"/>
                  </a:lnTo>
                  <a:close/>
                  <a:moveTo>
                    <a:pt x="16891" y="11469751"/>
                  </a:moveTo>
                  <a:lnTo>
                    <a:pt x="16891" y="11418951"/>
                  </a:lnTo>
                  <a:lnTo>
                    <a:pt x="16891" y="11469751"/>
                  </a:lnTo>
                  <a:close/>
                  <a:moveTo>
                    <a:pt x="16891" y="11351261"/>
                  </a:moveTo>
                  <a:lnTo>
                    <a:pt x="16891" y="11300461"/>
                  </a:lnTo>
                  <a:lnTo>
                    <a:pt x="16891" y="11351261"/>
                  </a:lnTo>
                  <a:close/>
                  <a:moveTo>
                    <a:pt x="16891" y="11232769"/>
                  </a:moveTo>
                  <a:lnTo>
                    <a:pt x="16891" y="11181969"/>
                  </a:lnTo>
                  <a:lnTo>
                    <a:pt x="16891" y="11232769"/>
                  </a:lnTo>
                  <a:close/>
                  <a:moveTo>
                    <a:pt x="16891" y="11114278"/>
                  </a:moveTo>
                  <a:lnTo>
                    <a:pt x="16891" y="11063478"/>
                  </a:lnTo>
                  <a:lnTo>
                    <a:pt x="16891" y="11114278"/>
                  </a:lnTo>
                  <a:close/>
                  <a:moveTo>
                    <a:pt x="16891" y="10995787"/>
                  </a:moveTo>
                  <a:lnTo>
                    <a:pt x="16891" y="10944987"/>
                  </a:lnTo>
                  <a:lnTo>
                    <a:pt x="16891" y="10995787"/>
                  </a:lnTo>
                  <a:close/>
                  <a:moveTo>
                    <a:pt x="16891" y="10877297"/>
                  </a:moveTo>
                  <a:lnTo>
                    <a:pt x="16891" y="10826497"/>
                  </a:lnTo>
                  <a:lnTo>
                    <a:pt x="16891" y="10877297"/>
                  </a:lnTo>
                  <a:close/>
                  <a:moveTo>
                    <a:pt x="16891" y="10758805"/>
                  </a:moveTo>
                  <a:lnTo>
                    <a:pt x="16891" y="10708005"/>
                  </a:lnTo>
                  <a:lnTo>
                    <a:pt x="16891" y="10758805"/>
                  </a:lnTo>
                  <a:close/>
                  <a:moveTo>
                    <a:pt x="16891" y="10640314"/>
                  </a:moveTo>
                  <a:lnTo>
                    <a:pt x="16891" y="10589514"/>
                  </a:lnTo>
                  <a:lnTo>
                    <a:pt x="16891" y="10640314"/>
                  </a:lnTo>
                  <a:close/>
                  <a:moveTo>
                    <a:pt x="16891" y="10521824"/>
                  </a:moveTo>
                  <a:lnTo>
                    <a:pt x="16891" y="10471024"/>
                  </a:lnTo>
                  <a:lnTo>
                    <a:pt x="16891" y="10521824"/>
                  </a:lnTo>
                  <a:close/>
                  <a:moveTo>
                    <a:pt x="16891" y="10403332"/>
                  </a:moveTo>
                  <a:lnTo>
                    <a:pt x="16891" y="10352532"/>
                  </a:lnTo>
                  <a:lnTo>
                    <a:pt x="16891" y="10403332"/>
                  </a:lnTo>
                  <a:close/>
                  <a:moveTo>
                    <a:pt x="16891" y="10284841"/>
                  </a:moveTo>
                  <a:lnTo>
                    <a:pt x="16891" y="10234041"/>
                  </a:lnTo>
                  <a:lnTo>
                    <a:pt x="16891" y="10284841"/>
                  </a:lnTo>
                  <a:close/>
                  <a:moveTo>
                    <a:pt x="16891" y="10166350"/>
                  </a:moveTo>
                  <a:lnTo>
                    <a:pt x="16891" y="10115550"/>
                  </a:lnTo>
                  <a:lnTo>
                    <a:pt x="16891" y="10166350"/>
                  </a:lnTo>
                  <a:close/>
                  <a:moveTo>
                    <a:pt x="16891" y="10047860"/>
                  </a:moveTo>
                  <a:lnTo>
                    <a:pt x="16891" y="9997060"/>
                  </a:lnTo>
                  <a:lnTo>
                    <a:pt x="16891" y="10047860"/>
                  </a:lnTo>
                  <a:close/>
                  <a:moveTo>
                    <a:pt x="16891" y="9929368"/>
                  </a:moveTo>
                  <a:lnTo>
                    <a:pt x="16891" y="9878568"/>
                  </a:lnTo>
                  <a:lnTo>
                    <a:pt x="16891" y="9929368"/>
                  </a:lnTo>
                  <a:close/>
                  <a:moveTo>
                    <a:pt x="16891" y="9810877"/>
                  </a:moveTo>
                  <a:lnTo>
                    <a:pt x="16891" y="9760077"/>
                  </a:lnTo>
                  <a:lnTo>
                    <a:pt x="16891" y="9810877"/>
                  </a:lnTo>
                  <a:close/>
                  <a:moveTo>
                    <a:pt x="16891" y="9692387"/>
                  </a:moveTo>
                  <a:lnTo>
                    <a:pt x="16891" y="9641587"/>
                  </a:lnTo>
                  <a:lnTo>
                    <a:pt x="16891" y="9692387"/>
                  </a:lnTo>
                  <a:close/>
                  <a:moveTo>
                    <a:pt x="16891" y="9573895"/>
                  </a:moveTo>
                  <a:lnTo>
                    <a:pt x="16891" y="9523095"/>
                  </a:lnTo>
                  <a:lnTo>
                    <a:pt x="16891" y="9573895"/>
                  </a:lnTo>
                  <a:close/>
                  <a:moveTo>
                    <a:pt x="16891" y="9455404"/>
                  </a:moveTo>
                  <a:lnTo>
                    <a:pt x="16891" y="9404604"/>
                  </a:lnTo>
                  <a:lnTo>
                    <a:pt x="16891" y="9455404"/>
                  </a:lnTo>
                  <a:close/>
                  <a:moveTo>
                    <a:pt x="16891" y="9336913"/>
                  </a:moveTo>
                  <a:lnTo>
                    <a:pt x="16891" y="9286113"/>
                  </a:lnTo>
                  <a:lnTo>
                    <a:pt x="16891" y="9336913"/>
                  </a:lnTo>
                  <a:close/>
                  <a:moveTo>
                    <a:pt x="16891" y="9218423"/>
                  </a:moveTo>
                  <a:lnTo>
                    <a:pt x="16891" y="9167623"/>
                  </a:lnTo>
                  <a:lnTo>
                    <a:pt x="16891" y="9218423"/>
                  </a:lnTo>
                  <a:close/>
                  <a:moveTo>
                    <a:pt x="16891" y="9099931"/>
                  </a:moveTo>
                  <a:lnTo>
                    <a:pt x="16891" y="9049131"/>
                  </a:lnTo>
                  <a:lnTo>
                    <a:pt x="16891" y="9099931"/>
                  </a:lnTo>
                  <a:close/>
                  <a:moveTo>
                    <a:pt x="16891" y="8981440"/>
                  </a:moveTo>
                  <a:lnTo>
                    <a:pt x="16891" y="8930640"/>
                  </a:lnTo>
                  <a:lnTo>
                    <a:pt x="16891" y="8981440"/>
                  </a:lnTo>
                  <a:close/>
                  <a:moveTo>
                    <a:pt x="16891" y="8862950"/>
                  </a:moveTo>
                  <a:lnTo>
                    <a:pt x="16891" y="8812150"/>
                  </a:lnTo>
                  <a:lnTo>
                    <a:pt x="16891" y="8862950"/>
                  </a:lnTo>
                  <a:close/>
                  <a:moveTo>
                    <a:pt x="16891" y="8744458"/>
                  </a:moveTo>
                  <a:lnTo>
                    <a:pt x="16891" y="8693658"/>
                  </a:lnTo>
                  <a:lnTo>
                    <a:pt x="16891" y="8744458"/>
                  </a:lnTo>
                  <a:close/>
                  <a:moveTo>
                    <a:pt x="16891" y="8625967"/>
                  </a:moveTo>
                  <a:lnTo>
                    <a:pt x="16891" y="8575167"/>
                  </a:lnTo>
                  <a:lnTo>
                    <a:pt x="16891" y="8625967"/>
                  </a:lnTo>
                  <a:close/>
                  <a:moveTo>
                    <a:pt x="16891" y="8507476"/>
                  </a:moveTo>
                  <a:lnTo>
                    <a:pt x="16891" y="8456676"/>
                  </a:lnTo>
                  <a:lnTo>
                    <a:pt x="16891" y="8507476"/>
                  </a:lnTo>
                  <a:close/>
                  <a:moveTo>
                    <a:pt x="16891" y="8388986"/>
                  </a:moveTo>
                  <a:lnTo>
                    <a:pt x="16891" y="8338186"/>
                  </a:lnTo>
                  <a:lnTo>
                    <a:pt x="16891" y="8388986"/>
                  </a:lnTo>
                  <a:close/>
                  <a:moveTo>
                    <a:pt x="16891" y="8270494"/>
                  </a:moveTo>
                  <a:lnTo>
                    <a:pt x="16891" y="8219694"/>
                  </a:lnTo>
                  <a:lnTo>
                    <a:pt x="16891" y="8270494"/>
                  </a:lnTo>
                  <a:close/>
                  <a:moveTo>
                    <a:pt x="16891" y="8152003"/>
                  </a:moveTo>
                  <a:lnTo>
                    <a:pt x="16891" y="8101203"/>
                  </a:lnTo>
                  <a:lnTo>
                    <a:pt x="16891" y="8152003"/>
                  </a:lnTo>
                  <a:close/>
                  <a:moveTo>
                    <a:pt x="16891" y="8033513"/>
                  </a:moveTo>
                  <a:lnTo>
                    <a:pt x="16891" y="7982713"/>
                  </a:lnTo>
                  <a:lnTo>
                    <a:pt x="16891" y="8033513"/>
                  </a:lnTo>
                  <a:close/>
                  <a:moveTo>
                    <a:pt x="16891" y="7915022"/>
                  </a:moveTo>
                  <a:lnTo>
                    <a:pt x="16891" y="7864222"/>
                  </a:lnTo>
                  <a:lnTo>
                    <a:pt x="16891" y="7915022"/>
                  </a:lnTo>
                  <a:close/>
                  <a:moveTo>
                    <a:pt x="16891" y="7796530"/>
                  </a:moveTo>
                  <a:lnTo>
                    <a:pt x="16891" y="7745730"/>
                  </a:lnTo>
                  <a:lnTo>
                    <a:pt x="16891" y="7796530"/>
                  </a:lnTo>
                  <a:close/>
                  <a:moveTo>
                    <a:pt x="16891" y="7678039"/>
                  </a:moveTo>
                  <a:lnTo>
                    <a:pt x="16891" y="7627239"/>
                  </a:lnTo>
                  <a:lnTo>
                    <a:pt x="16891" y="7678039"/>
                  </a:lnTo>
                  <a:close/>
                  <a:moveTo>
                    <a:pt x="16891" y="7559549"/>
                  </a:moveTo>
                  <a:lnTo>
                    <a:pt x="16891" y="7508749"/>
                  </a:lnTo>
                  <a:lnTo>
                    <a:pt x="16891" y="7559549"/>
                  </a:lnTo>
                  <a:close/>
                  <a:moveTo>
                    <a:pt x="16891" y="7441057"/>
                  </a:moveTo>
                  <a:lnTo>
                    <a:pt x="16891" y="7390257"/>
                  </a:lnTo>
                  <a:lnTo>
                    <a:pt x="16891" y="7441057"/>
                  </a:lnTo>
                  <a:close/>
                  <a:moveTo>
                    <a:pt x="16891" y="7322566"/>
                  </a:moveTo>
                  <a:lnTo>
                    <a:pt x="16891" y="7271766"/>
                  </a:lnTo>
                  <a:lnTo>
                    <a:pt x="16891" y="7322566"/>
                  </a:lnTo>
                  <a:close/>
                  <a:moveTo>
                    <a:pt x="16891" y="7204075"/>
                  </a:moveTo>
                  <a:lnTo>
                    <a:pt x="16891" y="7153275"/>
                  </a:lnTo>
                  <a:lnTo>
                    <a:pt x="16891" y="7204075"/>
                  </a:lnTo>
                  <a:close/>
                  <a:moveTo>
                    <a:pt x="16891" y="7085585"/>
                  </a:moveTo>
                  <a:lnTo>
                    <a:pt x="16891" y="7034785"/>
                  </a:lnTo>
                  <a:lnTo>
                    <a:pt x="16891" y="7085585"/>
                  </a:lnTo>
                  <a:close/>
                  <a:moveTo>
                    <a:pt x="16891" y="6967093"/>
                  </a:moveTo>
                  <a:lnTo>
                    <a:pt x="16891" y="6916293"/>
                  </a:lnTo>
                  <a:lnTo>
                    <a:pt x="16891" y="6967093"/>
                  </a:lnTo>
                  <a:close/>
                  <a:moveTo>
                    <a:pt x="16891" y="6848602"/>
                  </a:moveTo>
                  <a:lnTo>
                    <a:pt x="16891" y="6797802"/>
                  </a:lnTo>
                  <a:lnTo>
                    <a:pt x="16891" y="6848602"/>
                  </a:lnTo>
                  <a:close/>
                  <a:moveTo>
                    <a:pt x="16891" y="6730112"/>
                  </a:moveTo>
                  <a:lnTo>
                    <a:pt x="16891" y="6679312"/>
                  </a:lnTo>
                  <a:lnTo>
                    <a:pt x="16891" y="6730112"/>
                  </a:lnTo>
                  <a:close/>
                  <a:moveTo>
                    <a:pt x="16891" y="6611620"/>
                  </a:moveTo>
                  <a:lnTo>
                    <a:pt x="16891" y="6560820"/>
                  </a:lnTo>
                  <a:lnTo>
                    <a:pt x="16891" y="6611620"/>
                  </a:lnTo>
                  <a:close/>
                  <a:moveTo>
                    <a:pt x="16891" y="6493129"/>
                  </a:moveTo>
                  <a:lnTo>
                    <a:pt x="16891" y="6442329"/>
                  </a:lnTo>
                  <a:lnTo>
                    <a:pt x="16891" y="6493129"/>
                  </a:lnTo>
                  <a:close/>
                  <a:moveTo>
                    <a:pt x="16891" y="6374638"/>
                  </a:moveTo>
                  <a:lnTo>
                    <a:pt x="16891" y="6323838"/>
                  </a:lnTo>
                  <a:lnTo>
                    <a:pt x="16891" y="6374638"/>
                  </a:lnTo>
                  <a:close/>
                  <a:moveTo>
                    <a:pt x="16891" y="6256147"/>
                  </a:moveTo>
                  <a:lnTo>
                    <a:pt x="16891" y="6205347"/>
                  </a:lnTo>
                  <a:lnTo>
                    <a:pt x="16891" y="6256147"/>
                  </a:lnTo>
                  <a:close/>
                  <a:moveTo>
                    <a:pt x="16891" y="6137656"/>
                  </a:moveTo>
                  <a:lnTo>
                    <a:pt x="16891" y="6086856"/>
                  </a:lnTo>
                  <a:lnTo>
                    <a:pt x="16891" y="6137656"/>
                  </a:lnTo>
                  <a:close/>
                  <a:moveTo>
                    <a:pt x="16891" y="6019166"/>
                  </a:moveTo>
                  <a:lnTo>
                    <a:pt x="16891" y="5968366"/>
                  </a:lnTo>
                  <a:lnTo>
                    <a:pt x="16891" y="6019166"/>
                  </a:lnTo>
                  <a:close/>
                  <a:moveTo>
                    <a:pt x="16891" y="5900674"/>
                  </a:moveTo>
                  <a:lnTo>
                    <a:pt x="16891" y="5849874"/>
                  </a:lnTo>
                  <a:lnTo>
                    <a:pt x="16891" y="5900674"/>
                  </a:lnTo>
                  <a:close/>
                  <a:moveTo>
                    <a:pt x="16891" y="5782183"/>
                  </a:moveTo>
                  <a:lnTo>
                    <a:pt x="16891" y="5731383"/>
                  </a:lnTo>
                  <a:lnTo>
                    <a:pt x="16891" y="5782183"/>
                  </a:lnTo>
                  <a:close/>
                  <a:moveTo>
                    <a:pt x="16891" y="5663692"/>
                  </a:moveTo>
                  <a:lnTo>
                    <a:pt x="16891" y="5612892"/>
                  </a:lnTo>
                  <a:lnTo>
                    <a:pt x="16891" y="5663692"/>
                  </a:lnTo>
                  <a:close/>
                  <a:moveTo>
                    <a:pt x="16891" y="5545201"/>
                  </a:moveTo>
                  <a:lnTo>
                    <a:pt x="16891" y="5494401"/>
                  </a:lnTo>
                  <a:lnTo>
                    <a:pt x="16891" y="5545201"/>
                  </a:lnTo>
                  <a:close/>
                  <a:moveTo>
                    <a:pt x="16891" y="5426710"/>
                  </a:moveTo>
                  <a:lnTo>
                    <a:pt x="16891" y="5375910"/>
                  </a:lnTo>
                  <a:lnTo>
                    <a:pt x="16891" y="5426710"/>
                  </a:lnTo>
                  <a:close/>
                  <a:moveTo>
                    <a:pt x="16891" y="5308219"/>
                  </a:moveTo>
                  <a:lnTo>
                    <a:pt x="16891" y="5257419"/>
                  </a:lnTo>
                  <a:lnTo>
                    <a:pt x="16891" y="5308219"/>
                  </a:lnTo>
                  <a:close/>
                  <a:moveTo>
                    <a:pt x="16891" y="5189729"/>
                  </a:moveTo>
                  <a:lnTo>
                    <a:pt x="16891" y="5138929"/>
                  </a:lnTo>
                  <a:lnTo>
                    <a:pt x="16891" y="5189729"/>
                  </a:lnTo>
                  <a:close/>
                  <a:moveTo>
                    <a:pt x="16891" y="5071237"/>
                  </a:moveTo>
                  <a:lnTo>
                    <a:pt x="16891" y="5020437"/>
                  </a:lnTo>
                  <a:lnTo>
                    <a:pt x="16891" y="5071237"/>
                  </a:lnTo>
                  <a:close/>
                  <a:moveTo>
                    <a:pt x="16891" y="4952747"/>
                  </a:moveTo>
                  <a:lnTo>
                    <a:pt x="16891" y="4901947"/>
                  </a:lnTo>
                  <a:lnTo>
                    <a:pt x="16891" y="4952747"/>
                  </a:lnTo>
                  <a:close/>
                  <a:moveTo>
                    <a:pt x="16891" y="4834255"/>
                  </a:moveTo>
                  <a:lnTo>
                    <a:pt x="16891" y="4783455"/>
                  </a:lnTo>
                  <a:lnTo>
                    <a:pt x="16891" y="4834255"/>
                  </a:lnTo>
                  <a:close/>
                  <a:moveTo>
                    <a:pt x="16891" y="4715764"/>
                  </a:moveTo>
                  <a:lnTo>
                    <a:pt x="16891" y="4664964"/>
                  </a:lnTo>
                  <a:lnTo>
                    <a:pt x="16891" y="4715764"/>
                  </a:lnTo>
                  <a:close/>
                  <a:moveTo>
                    <a:pt x="16891" y="4597273"/>
                  </a:moveTo>
                  <a:lnTo>
                    <a:pt x="16891" y="4546473"/>
                  </a:lnTo>
                  <a:lnTo>
                    <a:pt x="16891" y="4597273"/>
                  </a:lnTo>
                  <a:close/>
                  <a:moveTo>
                    <a:pt x="16891" y="4478782"/>
                  </a:moveTo>
                  <a:lnTo>
                    <a:pt x="16891" y="4427982"/>
                  </a:lnTo>
                  <a:lnTo>
                    <a:pt x="16891" y="4478782"/>
                  </a:lnTo>
                  <a:close/>
                  <a:moveTo>
                    <a:pt x="16891" y="4360291"/>
                  </a:moveTo>
                  <a:lnTo>
                    <a:pt x="16891" y="4309491"/>
                  </a:lnTo>
                  <a:lnTo>
                    <a:pt x="16891" y="4360291"/>
                  </a:lnTo>
                  <a:close/>
                  <a:moveTo>
                    <a:pt x="16891" y="4241800"/>
                  </a:moveTo>
                  <a:lnTo>
                    <a:pt x="16891" y="4191000"/>
                  </a:lnTo>
                  <a:lnTo>
                    <a:pt x="16891" y="4241800"/>
                  </a:lnTo>
                  <a:close/>
                  <a:moveTo>
                    <a:pt x="16891" y="4123310"/>
                  </a:moveTo>
                  <a:lnTo>
                    <a:pt x="16891" y="4072510"/>
                  </a:lnTo>
                  <a:lnTo>
                    <a:pt x="16891" y="4123310"/>
                  </a:lnTo>
                  <a:close/>
                  <a:moveTo>
                    <a:pt x="16891" y="4004818"/>
                  </a:moveTo>
                  <a:lnTo>
                    <a:pt x="16891" y="3954018"/>
                  </a:lnTo>
                  <a:lnTo>
                    <a:pt x="16891" y="4004818"/>
                  </a:lnTo>
                  <a:close/>
                  <a:moveTo>
                    <a:pt x="16891" y="3886328"/>
                  </a:moveTo>
                  <a:lnTo>
                    <a:pt x="16891" y="3835528"/>
                  </a:lnTo>
                  <a:lnTo>
                    <a:pt x="16891" y="3886328"/>
                  </a:lnTo>
                  <a:close/>
                  <a:moveTo>
                    <a:pt x="16891" y="3767836"/>
                  </a:moveTo>
                  <a:lnTo>
                    <a:pt x="16891" y="3717036"/>
                  </a:lnTo>
                  <a:lnTo>
                    <a:pt x="16891" y="3767836"/>
                  </a:lnTo>
                  <a:close/>
                  <a:moveTo>
                    <a:pt x="16891" y="3649345"/>
                  </a:moveTo>
                  <a:lnTo>
                    <a:pt x="16891" y="3598545"/>
                  </a:lnTo>
                  <a:lnTo>
                    <a:pt x="16891" y="3649345"/>
                  </a:lnTo>
                  <a:close/>
                  <a:moveTo>
                    <a:pt x="16891" y="3530854"/>
                  </a:moveTo>
                  <a:lnTo>
                    <a:pt x="16891" y="3480054"/>
                  </a:lnTo>
                  <a:lnTo>
                    <a:pt x="16891" y="3530854"/>
                  </a:lnTo>
                  <a:close/>
                  <a:moveTo>
                    <a:pt x="16891" y="3412363"/>
                  </a:moveTo>
                  <a:lnTo>
                    <a:pt x="16891" y="3361563"/>
                  </a:lnTo>
                  <a:lnTo>
                    <a:pt x="16891" y="3412363"/>
                  </a:lnTo>
                  <a:close/>
                  <a:moveTo>
                    <a:pt x="16891" y="3293873"/>
                  </a:moveTo>
                  <a:lnTo>
                    <a:pt x="16891" y="3243072"/>
                  </a:lnTo>
                  <a:lnTo>
                    <a:pt x="16891" y="3293873"/>
                  </a:lnTo>
                  <a:close/>
                  <a:moveTo>
                    <a:pt x="16891" y="3175381"/>
                  </a:moveTo>
                  <a:lnTo>
                    <a:pt x="16891" y="3124581"/>
                  </a:lnTo>
                  <a:lnTo>
                    <a:pt x="16891" y="3175381"/>
                  </a:lnTo>
                  <a:close/>
                  <a:moveTo>
                    <a:pt x="16891" y="3056890"/>
                  </a:moveTo>
                  <a:lnTo>
                    <a:pt x="16891" y="3006090"/>
                  </a:lnTo>
                  <a:lnTo>
                    <a:pt x="16891" y="3056890"/>
                  </a:lnTo>
                  <a:close/>
                  <a:moveTo>
                    <a:pt x="16891" y="2938399"/>
                  </a:moveTo>
                  <a:lnTo>
                    <a:pt x="16891" y="2887599"/>
                  </a:lnTo>
                  <a:lnTo>
                    <a:pt x="16891" y="2938399"/>
                  </a:lnTo>
                  <a:close/>
                  <a:moveTo>
                    <a:pt x="16891" y="2819908"/>
                  </a:moveTo>
                  <a:lnTo>
                    <a:pt x="16891" y="2769108"/>
                  </a:lnTo>
                  <a:lnTo>
                    <a:pt x="16891" y="2819908"/>
                  </a:lnTo>
                  <a:close/>
                  <a:moveTo>
                    <a:pt x="16891" y="2701417"/>
                  </a:moveTo>
                  <a:lnTo>
                    <a:pt x="16891" y="2650617"/>
                  </a:lnTo>
                  <a:lnTo>
                    <a:pt x="16891" y="2701417"/>
                  </a:lnTo>
                  <a:close/>
                  <a:moveTo>
                    <a:pt x="16891" y="2582926"/>
                  </a:moveTo>
                  <a:lnTo>
                    <a:pt x="16891" y="2532126"/>
                  </a:lnTo>
                  <a:lnTo>
                    <a:pt x="16891" y="2582926"/>
                  </a:lnTo>
                  <a:close/>
                  <a:moveTo>
                    <a:pt x="16891" y="2464435"/>
                  </a:moveTo>
                  <a:lnTo>
                    <a:pt x="16891" y="2413635"/>
                  </a:lnTo>
                  <a:lnTo>
                    <a:pt x="16891" y="2464435"/>
                  </a:lnTo>
                  <a:close/>
                  <a:moveTo>
                    <a:pt x="16891" y="2345944"/>
                  </a:moveTo>
                  <a:lnTo>
                    <a:pt x="16891" y="2295144"/>
                  </a:lnTo>
                  <a:lnTo>
                    <a:pt x="16891" y="2345944"/>
                  </a:lnTo>
                  <a:close/>
                  <a:moveTo>
                    <a:pt x="16891" y="2227453"/>
                  </a:moveTo>
                  <a:lnTo>
                    <a:pt x="16891" y="2176653"/>
                  </a:lnTo>
                  <a:lnTo>
                    <a:pt x="16891" y="2227453"/>
                  </a:lnTo>
                  <a:close/>
                  <a:moveTo>
                    <a:pt x="16891" y="2108962"/>
                  </a:moveTo>
                  <a:lnTo>
                    <a:pt x="16891" y="2058162"/>
                  </a:lnTo>
                  <a:lnTo>
                    <a:pt x="16891" y="2108962"/>
                  </a:lnTo>
                  <a:close/>
                  <a:moveTo>
                    <a:pt x="16891" y="1990471"/>
                  </a:moveTo>
                  <a:lnTo>
                    <a:pt x="16891" y="1939671"/>
                  </a:lnTo>
                  <a:lnTo>
                    <a:pt x="16891" y="1990471"/>
                  </a:lnTo>
                  <a:close/>
                  <a:moveTo>
                    <a:pt x="16891" y="1871981"/>
                  </a:moveTo>
                  <a:lnTo>
                    <a:pt x="16891" y="1821181"/>
                  </a:lnTo>
                  <a:lnTo>
                    <a:pt x="16891" y="1871981"/>
                  </a:lnTo>
                  <a:close/>
                  <a:moveTo>
                    <a:pt x="16891" y="1753489"/>
                  </a:moveTo>
                  <a:lnTo>
                    <a:pt x="16891" y="1702689"/>
                  </a:lnTo>
                  <a:lnTo>
                    <a:pt x="16891" y="1753489"/>
                  </a:lnTo>
                  <a:close/>
                  <a:moveTo>
                    <a:pt x="16891" y="1634998"/>
                  </a:moveTo>
                  <a:lnTo>
                    <a:pt x="16891" y="1584198"/>
                  </a:lnTo>
                  <a:lnTo>
                    <a:pt x="16891" y="1634998"/>
                  </a:lnTo>
                  <a:close/>
                  <a:moveTo>
                    <a:pt x="16891" y="1516507"/>
                  </a:moveTo>
                  <a:lnTo>
                    <a:pt x="16891" y="1465707"/>
                  </a:lnTo>
                  <a:lnTo>
                    <a:pt x="16891" y="1516507"/>
                  </a:lnTo>
                  <a:close/>
                  <a:moveTo>
                    <a:pt x="16891" y="1398016"/>
                  </a:moveTo>
                  <a:lnTo>
                    <a:pt x="16891" y="1347216"/>
                  </a:lnTo>
                  <a:lnTo>
                    <a:pt x="16891" y="1398016"/>
                  </a:lnTo>
                  <a:close/>
                  <a:moveTo>
                    <a:pt x="16891" y="1279525"/>
                  </a:moveTo>
                  <a:lnTo>
                    <a:pt x="16891" y="1228725"/>
                  </a:lnTo>
                  <a:lnTo>
                    <a:pt x="16891" y="1279525"/>
                  </a:lnTo>
                  <a:close/>
                  <a:moveTo>
                    <a:pt x="16891" y="1161034"/>
                  </a:moveTo>
                  <a:lnTo>
                    <a:pt x="16891" y="1110234"/>
                  </a:lnTo>
                  <a:lnTo>
                    <a:pt x="16891" y="1161034"/>
                  </a:lnTo>
                  <a:close/>
                  <a:moveTo>
                    <a:pt x="16891" y="1042543"/>
                  </a:moveTo>
                  <a:lnTo>
                    <a:pt x="16891" y="991743"/>
                  </a:lnTo>
                  <a:lnTo>
                    <a:pt x="16891" y="1042543"/>
                  </a:lnTo>
                  <a:close/>
                  <a:moveTo>
                    <a:pt x="0" y="919480"/>
                  </a:moveTo>
                  <a:lnTo>
                    <a:pt x="0" y="868680"/>
                  </a:lnTo>
                  <a:lnTo>
                    <a:pt x="16891" y="868680"/>
                  </a:lnTo>
                  <a:lnTo>
                    <a:pt x="16891" y="919480"/>
                  </a:lnTo>
                  <a:close/>
                  <a:moveTo>
                    <a:pt x="16891" y="800989"/>
                  </a:moveTo>
                  <a:lnTo>
                    <a:pt x="16891" y="750189"/>
                  </a:lnTo>
                  <a:lnTo>
                    <a:pt x="16891" y="800989"/>
                  </a:lnTo>
                  <a:close/>
                  <a:moveTo>
                    <a:pt x="16891" y="682498"/>
                  </a:moveTo>
                  <a:lnTo>
                    <a:pt x="16891" y="631698"/>
                  </a:lnTo>
                  <a:lnTo>
                    <a:pt x="16891" y="682498"/>
                  </a:lnTo>
                  <a:close/>
                  <a:moveTo>
                    <a:pt x="0" y="563880"/>
                  </a:moveTo>
                  <a:lnTo>
                    <a:pt x="0" y="513080"/>
                  </a:lnTo>
                  <a:lnTo>
                    <a:pt x="16891" y="513080"/>
                  </a:lnTo>
                  <a:lnTo>
                    <a:pt x="16891" y="563880"/>
                  </a:lnTo>
                  <a:close/>
                  <a:moveTo>
                    <a:pt x="16891" y="445389"/>
                  </a:moveTo>
                  <a:lnTo>
                    <a:pt x="16891" y="394589"/>
                  </a:lnTo>
                  <a:lnTo>
                    <a:pt x="16891" y="445389"/>
                  </a:lnTo>
                  <a:close/>
                  <a:moveTo>
                    <a:pt x="16891" y="326898"/>
                  </a:moveTo>
                  <a:lnTo>
                    <a:pt x="16891" y="276098"/>
                  </a:lnTo>
                  <a:lnTo>
                    <a:pt x="16891" y="326898"/>
                  </a:lnTo>
                  <a:close/>
                  <a:moveTo>
                    <a:pt x="0" y="208280"/>
                  </a:moveTo>
                  <a:lnTo>
                    <a:pt x="0" y="157480"/>
                  </a:lnTo>
                  <a:lnTo>
                    <a:pt x="16891" y="157480"/>
                  </a:lnTo>
                  <a:lnTo>
                    <a:pt x="16891" y="208280"/>
                  </a:lnTo>
                  <a:close/>
                  <a:moveTo>
                    <a:pt x="0" y="89789"/>
                  </a:moveTo>
                  <a:lnTo>
                    <a:pt x="0" y="38989"/>
                  </a:lnTo>
                  <a:lnTo>
                    <a:pt x="16891" y="38989"/>
                  </a:lnTo>
                  <a:lnTo>
                    <a:pt x="16891" y="89789"/>
                  </a:lnTo>
                  <a:close/>
                  <a:moveTo>
                    <a:pt x="8509" y="0"/>
                  </a:moveTo>
                  <a:lnTo>
                    <a:pt x="59309" y="0"/>
                  </a:lnTo>
                  <a:lnTo>
                    <a:pt x="59309" y="16891"/>
                  </a:lnTo>
                  <a:lnTo>
                    <a:pt x="8509" y="16891"/>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9" name="Group 14"/>
          <p:cNvGrpSpPr/>
          <p:nvPr/>
        </p:nvGrpSpPr>
        <p:grpSpPr>
          <a:xfrm>
            <a:off x="1645920" y="1082880"/>
            <a:ext cx="8229240" cy="654120"/>
            <a:chOff x="1645920" y="1082880"/>
            <a:chExt cx="8229240" cy="654120"/>
          </a:xfrm>
        </p:grpSpPr>
        <p:sp>
          <p:nvSpPr>
            <p:cNvPr id="80" name="Freeform 15"/>
            <p:cNvSpPr/>
            <p:nvPr/>
          </p:nvSpPr>
          <p:spPr>
            <a:xfrm>
              <a:off x="1645920" y="1097280"/>
              <a:ext cx="8229240" cy="639720"/>
            </a:xfrm>
            <a:custGeom>
              <a:avLst/>
              <a:gdLst>
                <a:gd name="textAreaLeft" fmla="*/ 0 w 8229240"/>
                <a:gd name="textAreaRight" fmla="*/ 8229600 w 8229240"/>
                <a:gd name="textAreaTop" fmla="*/ 0 h 639720"/>
                <a:gd name="textAreaBottom" fmla="*/ 640080 h 639720"/>
              </a:gdLst>
              <a:ahLst/>
              <a:rect l="textAreaLeft" t="textAreaTop" r="textAreaRight" b="textAreaBottom"/>
              <a:pathLst>
                <a:path w="10972800" h="853440">
                  <a:moveTo>
                    <a:pt x="0" y="0"/>
                  </a:moveTo>
                  <a:lnTo>
                    <a:pt x="10972800" y="0"/>
                  </a:lnTo>
                  <a:lnTo>
                    <a:pt x="10972800" y="853440"/>
                  </a:lnTo>
                  <a:lnTo>
                    <a:pt x="0" y="85344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 name="TextBox 16"/>
            <p:cNvSpPr/>
            <p:nvPr/>
          </p:nvSpPr>
          <p:spPr>
            <a:xfrm>
              <a:off x="1645920" y="1082880"/>
              <a:ext cx="8229240" cy="6541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pc="398" strike="noStrike">
                  <a:solidFill>
                    <a:srgbClr val="f4a261"/>
                  </a:solidFill>
                  <a:latin typeface="Trebuchet MS Bold"/>
                  <a:ea typeface="Trebuchet MS Bold"/>
                </a:rPr>
                <a:t>GAIN Monthly Dialogue Series</a:t>
              </a:r>
              <a:endParaRPr b="0" lang="en-US" sz="1800" spc="-1" strike="noStrike">
                <a:solidFill>
                  <a:srgbClr val="ffffff"/>
                </a:solidFill>
                <a:latin typeface="Arial"/>
              </a:endParaRPr>
            </a:p>
          </p:txBody>
        </p:sp>
      </p:grpSp>
      <p:grpSp>
        <p:nvGrpSpPr>
          <p:cNvPr id="82" name="Group 17"/>
          <p:cNvGrpSpPr/>
          <p:nvPr/>
        </p:nvGrpSpPr>
        <p:grpSpPr>
          <a:xfrm>
            <a:off x="1645920" y="1764360"/>
            <a:ext cx="7680600" cy="4636080"/>
            <a:chOff x="1645920" y="1764360"/>
            <a:chExt cx="7680600" cy="4636080"/>
          </a:xfrm>
        </p:grpSpPr>
        <p:sp>
          <p:nvSpPr>
            <p:cNvPr id="83" name="Freeform 18"/>
            <p:cNvSpPr/>
            <p:nvPr/>
          </p:nvSpPr>
          <p:spPr>
            <a:xfrm>
              <a:off x="1645920" y="1828800"/>
              <a:ext cx="7680600" cy="4571640"/>
            </a:xfrm>
            <a:custGeom>
              <a:avLst/>
              <a:gdLst>
                <a:gd name="textAreaLeft" fmla="*/ 0 w 7680600"/>
                <a:gd name="textAreaRight" fmla="*/ 7680960 w 7680600"/>
                <a:gd name="textAreaTop" fmla="*/ 0 h 4571640"/>
                <a:gd name="textAreaBottom" fmla="*/ 4572000 h 4571640"/>
              </a:gdLst>
              <a:ahLst/>
              <a:rect l="textAreaLeft" t="textAreaTop" r="textAreaRight" b="textAreaBottom"/>
              <a:pathLst>
                <a:path w="10241280" h="6096000">
                  <a:moveTo>
                    <a:pt x="0" y="0"/>
                  </a:moveTo>
                  <a:lnTo>
                    <a:pt x="10241280" y="0"/>
                  </a:lnTo>
                  <a:lnTo>
                    <a:pt x="10241280" y="6096000"/>
                  </a:lnTo>
                  <a:lnTo>
                    <a:pt x="0" y="609600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 name="TextBox 19"/>
            <p:cNvSpPr/>
            <p:nvPr/>
          </p:nvSpPr>
          <p:spPr>
            <a:xfrm>
              <a:off x="1645920" y="1764360"/>
              <a:ext cx="7680600" cy="4636080"/>
            </a:xfrm>
            <a:prstGeom prst="rect">
              <a:avLst/>
            </a:prstGeom>
            <a:noFill/>
            <a:ln w="0">
              <a:noFill/>
            </a:ln>
          </p:spPr>
          <p:style>
            <a:lnRef idx="0"/>
            <a:fillRef idx="0"/>
            <a:effectRef idx="0"/>
            <a:fontRef idx="minor"/>
          </p:style>
          <p:txBody>
            <a:bodyPr lIns="0" rIns="0" tIns="0" bIns="0" anchor="ctr">
              <a:noAutofit/>
            </a:bodyPr>
            <a:p>
              <a:pPr defTabSz="914400">
                <a:lnSpc>
                  <a:spcPts val="8977"/>
                </a:lnSpc>
              </a:pPr>
              <a:r>
                <a:rPr b="1" lang="en-US" sz="6800" spc="-1" strike="noStrike">
                  <a:solidFill>
                    <a:srgbClr val="ffffff"/>
                  </a:solidFill>
                  <a:latin typeface="Trebuchet MS Bold"/>
                  <a:ea typeface="Trebuchet MS Bold"/>
                </a:rPr>
                <a:t>Mapping Rice</a:t>
              </a:r>
              <a:endParaRPr b="0" lang="en-US" sz="6800" spc="-1" strike="noStrike">
                <a:solidFill>
                  <a:srgbClr val="ffffff"/>
                </a:solidFill>
                <a:latin typeface="Arial"/>
              </a:endParaRPr>
            </a:p>
            <a:p>
              <a:pPr defTabSz="914400">
                <a:lnSpc>
                  <a:spcPts val="8977"/>
                </a:lnSpc>
              </a:pPr>
              <a:r>
                <a:rPr b="1" lang="en-US" sz="6800" spc="-1" strike="noStrike">
                  <a:solidFill>
                    <a:srgbClr val="ffffff"/>
                  </a:solidFill>
                  <a:latin typeface="Trebuchet MS Bold"/>
                  <a:ea typeface="Trebuchet MS Bold"/>
                </a:rPr>
                <a:t>Affordability in</a:t>
              </a:r>
              <a:endParaRPr b="0" lang="en-US" sz="6800" spc="-1" strike="noStrike">
                <a:solidFill>
                  <a:srgbClr val="ffffff"/>
                </a:solidFill>
                <a:latin typeface="Arial"/>
              </a:endParaRPr>
            </a:p>
            <a:p>
              <a:pPr defTabSz="914400">
                <a:lnSpc>
                  <a:spcPts val="8977"/>
                </a:lnSpc>
              </a:pPr>
              <a:r>
                <a:rPr b="1" lang="en-US" sz="6800" spc="-1" strike="noStrike">
                  <a:solidFill>
                    <a:srgbClr val="ffffff"/>
                  </a:solidFill>
                  <a:latin typeface="Trebuchet MS Bold"/>
                  <a:ea typeface="Trebuchet MS Bold"/>
                </a:rPr>
                <a:t>Ghana Using GeoAI</a:t>
              </a:r>
              <a:endParaRPr b="0" lang="en-US" sz="6800" spc="-1" strike="noStrike">
                <a:solidFill>
                  <a:srgbClr val="ffffff"/>
                </a:solidFill>
                <a:latin typeface="Arial"/>
              </a:endParaRPr>
            </a:p>
          </p:txBody>
        </p:sp>
      </p:grpSp>
      <p:grpSp>
        <p:nvGrpSpPr>
          <p:cNvPr id="85" name="Group 20"/>
          <p:cNvGrpSpPr/>
          <p:nvPr/>
        </p:nvGrpSpPr>
        <p:grpSpPr>
          <a:xfrm>
            <a:off x="1633320" y="6571080"/>
            <a:ext cx="1853640" cy="153000"/>
            <a:chOff x="1633320" y="6571080"/>
            <a:chExt cx="1853640" cy="153000"/>
          </a:xfrm>
        </p:grpSpPr>
        <p:sp>
          <p:nvSpPr>
            <p:cNvPr id="86" name="Freeform 21"/>
            <p:cNvSpPr/>
            <p:nvPr/>
          </p:nvSpPr>
          <p:spPr>
            <a:xfrm>
              <a:off x="1645920" y="6583680"/>
              <a:ext cx="1828440" cy="127800"/>
            </a:xfrm>
            <a:custGeom>
              <a:avLst/>
              <a:gdLst>
                <a:gd name="textAreaLeft" fmla="*/ 0 w 1828440"/>
                <a:gd name="textAreaRight" fmla="*/ 1828800 w 1828440"/>
                <a:gd name="textAreaTop" fmla="*/ 0 h 127800"/>
                <a:gd name="textAreaBottom" fmla="*/ 128160 h 127800"/>
              </a:gdLst>
              <a:ahLst/>
              <a:rect l="textAreaLeft" t="textAreaTop" r="textAreaRight" b="textAreaBottom"/>
              <a:pathLst>
                <a:path w="2438400" h="170688">
                  <a:moveTo>
                    <a:pt x="0" y="0"/>
                  </a:moveTo>
                  <a:lnTo>
                    <a:pt x="2438400" y="0"/>
                  </a:lnTo>
                  <a:lnTo>
                    <a:pt x="2438400" y="170688"/>
                  </a:lnTo>
                  <a:lnTo>
                    <a:pt x="0" y="1706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 name="Freeform 22"/>
            <p:cNvSpPr/>
            <p:nvPr/>
          </p:nvSpPr>
          <p:spPr>
            <a:xfrm>
              <a:off x="1633320" y="6571080"/>
              <a:ext cx="1853640" cy="153000"/>
            </a:xfrm>
            <a:custGeom>
              <a:avLst/>
              <a:gdLst>
                <a:gd name="textAreaLeft" fmla="*/ 0 w 1853640"/>
                <a:gd name="textAreaRight" fmla="*/ 1854000 w 1853640"/>
                <a:gd name="textAreaTop" fmla="*/ 0 h 153000"/>
                <a:gd name="textAreaBottom" fmla="*/ 153360 h 153000"/>
              </a:gdLst>
              <a:ahLst/>
              <a:rect l="textAreaLeft" t="textAreaTop" r="textAreaRight" b="textAreaBottom"/>
              <a:pathLst>
                <a:path w="2472182" h="204472">
                  <a:moveTo>
                    <a:pt x="16891" y="0"/>
                  </a:moveTo>
                  <a:lnTo>
                    <a:pt x="2455291" y="0"/>
                  </a:lnTo>
                  <a:cubicBezTo>
                    <a:pt x="2464689" y="0"/>
                    <a:pt x="2472182" y="7620"/>
                    <a:pt x="2472182" y="16891"/>
                  </a:cubicBezTo>
                  <a:lnTo>
                    <a:pt x="2472182" y="187579"/>
                  </a:lnTo>
                  <a:cubicBezTo>
                    <a:pt x="2472182" y="196977"/>
                    <a:pt x="2464562" y="204470"/>
                    <a:pt x="2455291"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55291" y="170688"/>
                  </a:lnTo>
                  <a:lnTo>
                    <a:pt x="2455291" y="187579"/>
                  </a:lnTo>
                  <a:lnTo>
                    <a:pt x="2438400" y="187579"/>
                  </a:lnTo>
                  <a:lnTo>
                    <a:pt x="2438400" y="16891"/>
                  </a:lnTo>
                  <a:lnTo>
                    <a:pt x="2455291" y="16891"/>
                  </a:lnTo>
                  <a:lnTo>
                    <a:pt x="245529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8" name="Group 23"/>
          <p:cNvGrpSpPr/>
          <p:nvPr/>
        </p:nvGrpSpPr>
        <p:grpSpPr>
          <a:xfrm>
            <a:off x="1645920" y="6778440"/>
            <a:ext cx="7314840" cy="737280"/>
            <a:chOff x="1645920" y="6778440"/>
            <a:chExt cx="7314840" cy="737280"/>
          </a:xfrm>
        </p:grpSpPr>
        <p:sp>
          <p:nvSpPr>
            <p:cNvPr id="89" name="Freeform 24"/>
            <p:cNvSpPr/>
            <p:nvPr/>
          </p:nvSpPr>
          <p:spPr>
            <a:xfrm>
              <a:off x="1645920" y="6821280"/>
              <a:ext cx="7314840" cy="694440"/>
            </a:xfrm>
            <a:custGeom>
              <a:avLst/>
              <a:gdLst>
                <a:gd name="textAreaLeft" fmla="*/ 0 w 7314840"/>
                <a:gd name="textAreaRight" fmla="*/ 7315200 w 7314840"/>
                <a:gd name="textAreaTop" fmla="*/ 0 h 694440"/>
                <a:gd name="textAreaBottom" fmla="*/ 694800 h 694440"/>
              </a:gdLst>
              <a:ahLst/>
              <a:rect l="textAreaLeft" t="textAreaTop" r="textAreaRight" b="textAreaBottom"/>
              <a:pathLst>
                <a:path w="9753600" h="926592">
                  <a:moveTo>
                    <a:pt x="0" y="0"/>
                  </a:moveTo>
                  <a:lnTo>
                    <a:pt x="9753600" y="0"/>
                  </a:lnTo>
                  <a:lnTo>
                    <a:pt x="9753600" y="926592"/>
                  </a:lnTo>
                  <a:lnTo>
                    <a:pt x="0" y="926592"/>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 name="TextBox 25"/>
            <p:cNvSpPr/>
            <p:nvPr/>
          </p:nvSpPr>
          <p:spPr>
            <a:xfrm>
              <a:off x="1645920" y="6778440"/>
              <a:ext cx="7314840" cy="73728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600" spc="-1" strike="noStrike">
                  <a:solidFill>
                    <a:srgbClr val="ffffff"/>
                  </a:solidFill>
                  <a:latin typeface="Calibri (MS)"/>
                  <a:ea typeface="Calibri (MS)"/>
                </a:rPr>
                <a:t>March 2026</a:t>
              </a:r>
              <a:endParaRPr b="0" lang="en-US" sz="2600" spc="-1" strike="noStrike">
                <a:solidFill>
                  <a:srgbClr val="ffffff"/>
                </a:solidFill>
                <a:latin typeface="Arial"/>
              </a:endParaRPr>
            </a:p>
          </p:txBody>
        </p:sp>
      </p:grpSp>
      <p:grpSp>
        <p:nvGrpSpPr>
          <p:cNvPr id="91" name="Group 26"/>
          <p:cNvGrpSpPr/>
          <p:nvPr/>
        </p:nvGrpSpPr>
        <p:grpSpPr>
          <a:xfrm>
            <a:off x="1645920" y="7619040"/>
            <a:ext cx="8229240" cy="775080"/>
            <a:chOff x="1645920" y="7619040"/>
            <a:chExt cx="8229240" cy="775080"/>
          </a:xfrm>
        </p:grpSpPr>
        <p:sp>
          <p:nvSpPr>
            <p:cNvPr id="92" name="Freeform 27"/>
            <p:cNvSpPr/>
            <p:nvPr/>
          </p:nvSpPr>
          <p:spPr>
            <a:xfrm>
              <a:off x="1645920" y="7626240"/>
              <a:ext cx="8229240" cy="767880"/>
            </a:xfrm>
            <a:custGeom>
              <a:avLst/>
              <a:gdLst>
                <a:gd name="textAreaLeft" fmla="*/ 0 w 8229240"/>
                <a:gd name="textAreaRight" fmla="*/ 8229600 w 8229240"/>
                <a:gd name="textAreaTop" fmla="*/ 0 h 767880"/>
                <a:gd name="textAreaBottom" fmla="*/ 768240 h 767880"/>
              </a:gdLst>
              <a:ahLst/>
              <a:rect l="textAreaLeft" t="textAreaTop" r="textAreaRight" b="textAreaBottom"/>
              <a:pathLst>
                <a:path w="10972800" h="1024128">
                  <a:moveTo>
                    <a:pt x="0" y="0"/>
                  </a:moveTo>
                  <a:lnTo>
                    <a:pt x="10972800" y="0"/>
                  </a:lnTo>
                  <a:lnTo>
                    <a:pt x="10972800" y="1024128"/>
                  </a:lnTo>
                  <a:lnTo>
                    <a:pt x="0" y="1024128"/>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3" name="TextBox 28"/>
            <p:cNvSpPr/>
            <p:nvPr/>
          </p:nvSpPr>
          <p:spPr>
            <a:xfrm>
              <a:off x="1645920" y="7619040"/>
              <a:ext cx="8229240" cy="774720"/>
            </a:xfrm>
            <a:prstGeom prst="rect">
              <a:avLst/>
            </a:prstGeom>
            <a:noFill/>
            <a:ln w="0">
              <a:noFill/>
            </a:ln>
          </p:spPr>
          <p:style>
            <a:lnRef idx="0"/>
            <a:fillRef idx="0"/>
            <a:effectRef idx="0"/>
            <a:fontRef idx="minor"/>
          </p:style>
          <p:txBody>
            <a:bodyPr lIns="0" rIns="0" tIns="0" bIns="0" anchor="ctr">
              <a:noAutofit/>
            </a:bodyPr>
            <a:p>
              <a:pPr defTabSz="914400">
                <a:lnSpc>
                  <a:spcPts val="4079"/>
                </a:lnSpc>
              </a:pPr>
              <a:r>
                <a:rPr b="1" lang="en-US" sz="3400" spc="-1" strike="noStrike">
                  <a:solidFill>
                    <a:srgbClr val="f4a261"/>
                  </a:solidFill>
                  <a:latin typeface="Trebuchet MS Bold"/>
                  <a:ea typeface="Trebuchet MS Bold"/>
                </a:rPr>
                <a:t>Chantelle Amoako-Atta</a:t>
              </a:r>
              <a:endParaRPr b="0" lang="en-US" sz="3400" spc="-1" strike="noStrike">
                <a:solidFill>
                  <a:srgbClr val="ffffff"/>
                </a:solidFill>
                <a:latin typeface="Arial"/>
              </a:endParaRPr>
            </a:p>
          </p:txBody>
        </p:sp>
      </p:grpSp>
      <p:grpSp>
        <p:nvGrpSpPr>
          <p:cNvPr id="94" name="Group 29"/>
          <p:cNvGrpSpPr/>
          <p:nvPr/>
        </p:nvGrpSpPr>
        <p:grpSpPr>
          <a:xfrm>
            <a:off x="1645920" y="8376840"/>
            <a:ext cx="8229240" cy="620640"/>
            <a:chOff x="1645920" y="8376840"/>
            <a:chExt cx="8229240" cy="620640"/>
          </a:xfrm>
        </p:grpSpPr>
        <p:sp>
          <p:nvSpPr>
            <p:cNvPr id="95" name="Freeform 30"/>
            <p:cNvSpPr/>
            <p:nvPr/>
          </p:nvSpPr>
          <p:spPr>
            <a:xfrm>
              <a:off x="1645920" y="8412480"/>
              <a:ext cx="8229240" cy="585000"/>
            </a:xfrm>
            <a:custGeom>
              <a:avLst/>
              <a:gdLst>
                <a:gd name="textAreaLeft" fmla="*/ 0 w 8229240"/>
                <a:gd name="textAreaRight" fmla="*/ 8229600 w 8229240"/>
                <a:gd name="textAreaTop" fmla="*/ 0 h 585000"/>
                <a:gd name="textAreaBottom" fmla="*/ 585360 h 585000"/>
              </a:gdLst>
              <a:ahLst/>
              <a:rect l="textAreaLeft" t="textAreaTop" r="textAreaRight" b="textAreaBottom"/>
              <a:pathLst>
                <a:path w="10972800" h="780288">
                  <a:moveTo>
                    <a:pt x="0" y="0"/>
                  </a:moveTo>
                  <a:lnTo>
                    <a:pt x="10972800" y="0"/>
                  </a:lnTo>
                  <a:lnTo>
                    <a:pt x="10972800" y="780288"/>
                  </a:lnTo>
                  <a:lnTo>
                    <a:pt x="0" y="780288"/>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 name="TextBox 31"/>
            <p:cNvSpPr/>
            <p:nvPr/>
          </p:nvSpPr>
          <p:spPr>
            <a:xfrm>
              <a:off x="1645920" y="8376840"/>
              <a:ext cx="8229240" cy="6206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0" lang="en-US" sz="2200" spc="-1" strike="noStrike">
                  <a:solidFill>
                    <a:srgbClr val="ffffff"/>
                  </a:solidFill>
                  <a:latin typeface="Calibri (MS)"/>
                  <a:ea typeface="Calibri (MS)"/>
                </a:rPr>
                <a:t>AI/ML Engineer  |  PhD Researcher, Decarb-AI, UCD</a:t>
              </a:r>
              <a:endParaRPr b="0" lang="en-US" sz="22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97" name="Group 2"/>
          <p:cNvGrpSpPr/>
          <p:nvPr/>
        </p:nvGrpSpPr>
        <p:grpSpPr>
          <a:xfrm>
            <a:off x="-12600" y="-12600"/>
            <a:ext cx="281160" cy="10311840"/>
            <a:chOff x="-12600" y="-12600"/>
            <a:chExt cx="281160" cy="10311840"/>
          </a:xfrm>
        </p:grpSpPr>
        <p:sp>
          <p:nvSpPr>
            <p:cNvPr id="98"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9"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0" name="Group 5"/>
          <p:cNvGrpSpPr/>
          <p:nvPr/>
        </p:nvGrpSpPr>
        <p:grpSpPr>
          <a:xfrm>
            <a:off x="9137520" y="-6480"/>
            <a:ext cx="9156240" cy="10296000"/>
            <a:chOff x="9137520" y="-6480"/>
            <a:chExt cx="9156240" cy="10296000"/>
          </a:xfrm>
        </p:grpSpPr>
        <p:sp>
          <p:nvSpPr>
            <p:cNvPr id="101" name="Freeform 6"/>
            <p:cNvSpPr/>
            <p:nvPr/>
          </p:nvSpPr>
          <p:spPr>
            <a:xfrm>
              <a:off x="9144000" y="0"/>
              <a:ext cx="9143640" cy="10286640"/>
            </a:xfrm>
            <a:custGeom>
              <a:avLst/>
              <a:gdLst>
                <a:gd name="textAreaLeft" fmla="*/ 0 w 9143640"/>
                <a:gd name="textAreaRight" fmla="*/ 9144000 w 9143640"/>
                <a:gd name="textAreaTop" fmla="*/ 0 h 10286640"/>
                <a:gd name="textAreaBottom" fmla="*/ 10287000 h 10286640"/>
              </a:gdLst>
              <a:ahLst/>
              <a:rect l="textAreaLeft" t="textAreaTop" r="textAreaRight" b="textAreaBottom"/>
              <a:pathLst>
                <a:path w="12192000" h="13716001">
                  <a:moveTo>
                    <a:pt x="0" y="0"/>
                  </a:moveTo>
                  <a:lnTo>
                    <a:pt x="12192000" y="0"/>
                  </a:lnTo>
                  <a:lnTo>
                    <a:pt x="12192000" y="13716001"/>
                  </a:lnTo>
                  <a:lnTo>
                    <a:pt x="0" y="13716001"/>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2" name="Freeform 7"/>
            <p:cNvSpPr/>
            <p:nvPr/>
          </p:nvSpPr>
          <p:spPr>
            <a:xfrm>
              <a:off x="9137520" y="-6480"/>
              <a:ext cx="9156240" cy="10296000"/>
            </a:xfrm>
            <a:custGeom>
              <a:avLst/>
              <a:gdLst>
                <a:gd name="textAreaLeft" fmla="*/ 0 w 9156240"/>
                <a:gd name="textAreaRight" fmla="*/ 9156600 w 9156240"/>
                <a:gd name="textAreaTop" fmla="*/ 0 h 10296000"/>
                <a:gd name="textAreaBottom" fmla="*/ 10296360 h 10296000"/>
              </a:gdLst>
              <a:ahLst/>
              <a:rect l="textAreaLeft" t="textAreaTop" r="textAreaRight" b="textAreaBottom"/>
              <a:pathLst>
                <a:path w="12208891" h="1372844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423400" y="0"/>
                  </a:lnTo>
                  <a:lnTo>
                    <a:pt x="9423400" y="16891"/>
                  </a:lnTo>
                  <a:lnTo>
                    <a:pt x="9372600" y="16891"/>
                  </a:lnTo>
                  <a:close/>
                  <a:moveTo>
                    <a:pt x="9491091" y="16891"/>
                  </a:moveTo>
                  <a:lnTo>
                    <a:pt x="9541891" y="16891"/>
                  </a:lnTo>
                  <a:lnTo>
                    <a:pt x="9491091" y="16891"/>
                  </a:lnTo>
                  <a:close/>
                  <a:moveTo>
                    <a:pt x="9609582" y="16891"/>
                  </a:moveTo>
                  <a:lnTo>
                    <a:pt x="9660382" y="16891"/>
                  </a:lnTo>
                  <a:lnTo>
                    <a:pt x="9609582" y="16891"/>
                  </a:lnTo>
                  <a:close/>
                  <a:moveTo>
                    <a:pt x="9728200" y="0"/>
                  </a:moveTo>
                  <a:lnTo>
                    <a:pt x="9779000" y="0"/>
                  </a:lnTo>
                  <a:lnTo>
                    <a:pt x="9779000" y="16891"/>
                  </a:lnTo>
                  <a:lnTo>
                    <a:pt x="9728200" y="16891"/>
                  </a:lnTo>
                  <a:close/>
                  <a:moveTo>
                    <a:pt x="9846691" y="16891"/>
                  </a:moveTo>
                  <a:lnTo>
                    <a:pt x="9897491" y="16891"/>
                  </a:lnTo>
                  <a:lnTo>
                    <a:pt x="9846691" y="16891"/>
                  </a:lnTo>
                  <a:close/>
                  <a:moveTo>
                    <a:pt x="9965182" y="16891"/>
                  </a:moveTo>
                  <a:lnTo>
                    <a:pt x="10015982" y="16891"/>
                  </a:lnTo>
                  <a:lnTo>
                    <a:pt x="9965182" y="16891"/>
                  </a:lnTo>
                  <a:close/>
                  <a:moveTo>
                    <a:pt x="10083800" y="0"/>
                  </a:moveTo>
                  <a:lnTo>
                    <a:pt x="10134600" y="0"/>
                  </a:lnTo>
                  <a:lnTo>
                    <a:pt x="10134600" y="16891"/>
                  </a:lnTo>
                  <a:lnTo>
                    <a:pt x="10083800" y="16891"/>
                  </a:lnTo>
                  <a:close/>
                  <a:moveTo>
                    <a:pt x="10202291" y="16891"/>
                  </a:moveTo>
                  <a:lnTo>
                    <a:pt x="10253091" y="16891"/>
                  </a:lnTo>
                  <a:lnTo>
                    <a:pt x="10202291" y="16891"/>
                  </a:lnTo>
                  <a:close/>
                  <a:moveTo>
                    <a:pt x="10320782" y="16891"/>
                  </a:moveTo>
                  <a:lnTo>
                    <a:pt x="10371582" y="16891"/>
                  </a:lnTo>
                  <a:lnTo>
                    <a:pt x="10320782" y="16891"/>
                  </a:lnTo>
                  <a:close/>
                  <a:moveTo>
                    <a:pt x="10439400" y="0"/>
                  </a:moveTo>
                  <a:lnTo>
                    <a:pt x="10490200" y="0"/>
                  </a:lnTo>
                  <a:lnTo>
                    <a:pt x="10490200" y="16891"/>
                  </a:lnTo>
                  <a:lnTo>
                    <a:pt x="10439400" y="16891"/>
                  </a:lnTo>
                  <a:close/>
                  <a:moveTo>
                    <a:pt x="10557891" y="16891"/>
                  </a:moveTo>
                  <a:lnTo>
                    <a:pt x="10608691" y="16891"/>
                  </a:lnTo>
                  <a:lnTo>
                    <a:pt x="10557891" y="16891"/>
                  </a:lnTo>
                  <a:close/>
                  <a:moveTo>
                    <a:pt x="10676382" y="16891"/>
                  </a:moveTo>
                  <a:lnTo>
                    <a:pt x="10727182" y="16891"/>
                  </a:lnTo>
                  <a:lnTo>
                    <a:pt x="10676382" y="16891"/>
                  </a:lnTo>
                  <a:close/>
                  <a:moveTo>
                    <a:pt x="10795000" y="0"/>
                  </a:moveTo>
                  <a:lnTo>
                    <a:pt x="10845800" y="0"/>
                  </a:lnTo>
                  <a:lnTo>
                    <a:pt x="10845800" y="16891"/>
                  </a:lnTo>
                  <a:lnTo>
                    <a:pt x="10795000" y="16891"/>
                  </a:lnTo>
                  <a:close/>
                  <a:moveTo>
                    <a:pt x="10913491" y="16891"/>
                  </a:moveTo>
                  <a:lnTo>
                    <a:pt x="10964291" y="16891"/>
                  </a:lnTo>
                  <a:lnTo>
                    <a:pt x="10913491" y="16891"/>
                  </a:lnTo>
                  <a:close/>
                  <a:moveTo>
                    <a:pt x="11031982" y="16891"/>
                  </a:moveTo>
                  <a:lnTo>
                    <a:pt x="11082782" y="16891"/>
                  </a:lnTo>
                  <a:lnTo>
                    <a:pt x="11031982" y="16891"/>
                  </a:lnTo>
                  <a:close/>
                  <a:moveTo>
                    <a:pt x="11150600" y="0"/>
                  </a:moveTo>
                  <a:lnTo>
                    <a:pt x="11201400" y="0"/>
                  </a:lnTo>
                  <a:lnTo>
                    <a:pt x="11201400" y="16891"/>
                  </a:lnTo>
                  <a:lnTo>
                    <a:pt x="11150600" y="16891"/>
                  </a:lnTo>
                  <a:close/>
                  <a:moveTo>
                    <a:pt x="11269091" y="16891"/>
                  </a:moveTo>
                  <a:lnTo>
                    <a:pt x="11319891" y="16891"/>
                  </a:lnTo>
                  <a:lnTo>
                    <a:pt x="11269091" y="16891"/>
                  </a:lnTo>
                  <a:close/>
                  <a:moveTo>
                    <a:pt x="11387582" y="16891"/>
                  </a:moveTo>
                  <a:lnTo>
                    <a:pt x="11438382" y="16891"/>
                  </a:lnTo>
                  <a:lnTo>
                    <a:pt x="11387582" y="16891"/>
                  </a:lnTo>
                  <a:close/>
                  <a:moveTo>
                    <a:pt x="11506200" y="0"/>
                  </a:moveTo>
                  <a:lnTo>
                    <a:pt x="11557000" y="0"/>
                  </a:lnTo>
                  <a:lnTo>
                    <a:pt x="11557000" y="16891"/>
                  </a:lnTo>
                  <a:lnTo>
                    <a:pt x="11506200" y="16891"/>
                  </a:lnTo>
                  <a:close/>
                  <a:moveTo>
                    <a:pt x="11624691" y="16891"/>
                  </a:moveTo>
                  <a:lnTo>
                    <a:pt x="11675491" y="16891"/>
                  </a:lnTo>
                  <a:lnTo>
                    <a:pt x="11624691" y="16891"/>
                  </a:lnTo>
                  <a:close/>
                  <a:moveTo>
                    <a:pt x="11743182" y="16891"/>
                  </a:moveTo>
                  <a:lnTo>
                    <a:pt x="11793982" y="16891"/>
                  </a:lnTo>
                  <a:lnTo>
                    <a:pt x="11743182" y="16891"/>
                  </a:lnTo>
                  <a:close/>
                  <a:moveTo>
                    <a:pt x="11861800" y="0"/>
                  </a:moveTo>
                  <a:lnTo>
                    <a:pt x="11912600" y="0"/>
                  </a:lnTo>
                  <a:lnTo>
                    <a:pt x="11912600" y="16891"/>
                  </a:lnTo>
                  <a:lnTo>
                    <a:pt x="11861800" y="16891"/>
                  </a:lnTo>
                  <a:close/>
                  <a:moveTo>
                    <a:pt x="11980291" y="16891"/>
                  </a:moveTo>
                  <a:lnTo>
                    <a:pt x="12031091" y="16891"/>
                  </a:lnTo>
                  <a:lnTo>
                    <a:pt x="11980291" y="16891"/>
                  </a:lnTo>
                  <a:close/>
                  <a:moveTo>
                    <a:pt x="12098782" y="16891"/>
                  </a:moveTo>
                  <a:lnTo>
                    <a:pt x="12149582" y="16891"/>
                  </a:lnTo>
                  <a:lnTo>
                    <a:pt x="12098782" y="16891"/>
                  </a:lnTo>
                  <a:close/>
                  <a:moveTo>
                    <a:pt x="12208891" y="42291"/>
                  </a:moveTo>
                  <a:lnTo>
                    <a:pt x="12208891" y="76200"/>
                  </a:lnTo>
                  <a:lnTo>
                    <a:pt x="12192000" y="76200"/>
                  </a:lnTo>
                  <a:lnTo>
                    <a:pt x="12192000" y="25400"/>
                  </a:lnTo>
                  <a:close/>
                  <a:moveTo>
                    <a:pt x="12192000" y="143891"/>
                  </a:moveTo>
                  <a:lnTo>
                    <a:pt x="12192000" y="194691"/>
                  </a:lnTo>
                  <a:lnTo>
                    <a:pt x="12192000" y="143891"/>
                  </a:lnTo>
                  <a:close/>
                  <a:moveTo>
                    <a:pt x="12192000" y="262382"/>
                  </a:moveTo>
                  <a:lnTo>
                    <a:pt x="12192000" y="313182"/>
                  </a:lnTo>
                  <a:lnTo>
                    <a:pt x="12192000" y="262382"/>
                  </a:lnTo>
                  <a:close/>
                  <a:moveTo>
                    <a:pt x="12192000" y="380873"/>
                  </a:moveTo>
                  <a:lnTo>
                    <a:pt x="12192000" y="431673"/>
                  </a:lnTo>
                  <a:lnTo>
                    <a:pt x="12192000" y="381000"/>
                  </a:lnTo>
                  <a:close/>
                  <a:moveTo>
                    <a:pt x="12192000" y="499491"/>
                  </a:moveTo>
                  <a:lnTo>
                    <a:pt x="12192000" y="550291"/>
                  </a:lnTo>
                  <a:lnTo>
                    <a:pt x="12192000" y="499491"/>
                  </a:lnTo>
                  <a:close/>
                  <a:moveTo>
                    <a:pt x="12192000" y="617982"/>
                  </a:moveTo>
                  <a:lnTo>
                    <a:pt x="12192000" y="668782"/>
                  </a:lnTo>
                  <a:lnTo>
                    <a:pt x="12192000" y="617982"/>
                  </a:lnTo>
                  <a:close/>
                  <a:moveTo>
                    <a:pt x="12192000" y="736473"/>
                  </a:moveTo>
                  <a:lnTo>
                    <a:pt x="12192000" y="787273"/>
                  </a:lnTo>
                  <a:lnTo>
                    <a:pt x="12192000" y="736600"/>
                  </a:lnTo>
                  <a:close/>
                  <a:moveTo>
                    <a:pt x="12192000" y="855091"/>
                  </a:moveTo>
                  <a:lnTo>
                    <a:pt x="12192000" y="905891"/>
                  </a:lnTo>
                  <a:lnTo>
                    <a:pt x="12192000" y="855091"/>
                  </a:lnTo>
                  <a:close/>
                  <a:moveTo>
                    <a:pt x="12192000" y="973582"/>
                  </a:moveTo>
                  <a:lnTo>
                    <a:pt x="12192000" y="1024382"/>
                  </a:lnTo>
                  <a:lnTo>
                    <a:pt x="12192000" y="973582"/>
                  </a:lnTo>
                  <a:close/>
                  <a:moveTo>
                    <a:pt x="12192000" y="1092073"/>
                  </a:moveTo>
                  <a:lnTo>
                    <a:pt x="12192000" y="1142873"/>
                  </a:lnTo>
                  <a:lnTo>
                    <a:pt x="12192000" y="1092200"/>
                  </a:lnTo>
                  <a:close/>
                  <a:moveTo>
                    <a:pt x="12192000" y="1210691"/>
                  </a:moveTo>
                  <a:lnTo>
                    <a:pt x="12192000" y="1261491"/>
                  </a:lnTo>
                  <a:lnTo>
                    <a:pt x="12192000" y="1210691"/>
                  </a:lnTo>
                  <a:close/>
                  <a:moveTo>
                    <a:pt x="12192000" y="1329182"/>
                  </a:moveTo>
                  <a:lnTo>
                    <a:pt x="12192000" y="1379982"/>
                  </a:lnTo>
                  <a:lnTo>
                    <a:pt x="12192000" y="1329182"/>
                  </a:lnTo>
                  <a:close/>
                  <a:moveTo>
                    <a:pt x="12192000" y="1447673"/>
                  </a:moveTo>
                  <a:lnTo>
                    <a:pt x="12192000" y="1498473"/>
                  </a:lnTo>
                  <a:lnTo>
                    <a:pt x="12192000" y="1447673"/>
                  </a:lnTo>
                  <a:close/>
                  <a:moveTo>
                    <a:pt x="12192000" y="1566164"/>
                  </a:moveTo>
                  <a:lnTo>
                    <a:pt x="12192000" y="1616964"/>
                  </a:lnTo>
                  <a:lnTo>
                    <a:pt x="12192000" y="1566164"/>
                  </a:lnTo>
                  <a:close/>
                  <a:moveTo>
                    <a:pt x="12192000" y="1684655"/>
                  </a:moveTo>
                  <a:lnTo>
                    <a:pt x="12192000" y="1735455"/>
                  </a:lnTo>
                  <a:lnTo>
                    <a:pt x="12192000" y="1684655"/>
                  </a:lnTo>
                  <a:close/>
                  <a:moveTo>
                    <a:pt x="12192000" y="1803146"/>
                  </a:moveTo>
                  <a:lnTo>
                    <a:pt x="12192000" y="1853946"/>
                  </a:lnTo>
                  <a:lnTo>
                    <a:pt x="12192000" y="1803146"/>
                  </a:lnTo>
                  <a:close/>
                  <a:moveTo>
                    <a:pt x="12192000" y="1921637"/>
                  </a:moveTo>
                  <a:lnTo>
                    <a:pt x="12192000" y="1972437"/>
                  </a:lnTo>
                  <a:lnTo>
                    <a:pt x="12192000" y="1921637"/>
                  </a:lnTo>
                  <a:close/>
                  <a:moveTo>
                    <a:pt x="12192000" y="2040128"/>
                  </a:moveTo>
                  <a:lnTo>
                    <a:pt x="12192000" y="2090928"/>
                  </a:lnTo>
                  <a:lnTo>
                    <a:pt x="12192000" y="2040128"/>
                  </a:lnTo>
                  <a:close/>
                  <a:moveTo>
                    <a:pt x="12192000" y="2158619"/>
                  </a:moveTo>
                  <a:lnTo>
                    <a:pt x="12192000" y="2209419"/>
                  </a:lnTo>
                  <a:lnTo>
                    <a:pt x="12192000" y="2158619"/>
                  </a:lnTo>
                  <a:close/>
                  <a:moveTo>
                    <a:pt x="12192000" y="2277110"/>
                  </a:moveTo>
                  <a:lnTo>
                    <a:pt x="12192000" y="2327910"/>
                  </a:lnTo>
                  <a:lnTo>
                    <a:pt x="12192000" y="2277110"/>
                  </a:lnTo>
                  <a:close/>
                  <a:moveTo>
                    <a:pt x="12192000" y="2395601"/>
                  </a:moveTo>
                  <a:lnTo>
                    <a:pt x="12192000" y="2446401"/>
                  </a:lnTo>
                  <a:lnTo>
                    <a:pt x="12192000" y="2395601"/>
                  </a:lnTo>
                  <a:close/>
                  <a:moveTo>
                    <a:pt x="12192000" y="2514092"/>
                  </a:moveTo>
                  <a:lnTo>
                    <a:pt x="12192000" y="2564892"/>
                  </a:lnTo>
                  <a:lnTo>
                    <a:pt x="12192000" y="2514092"/>
                  </a:lnTo>
                  <a:close/>
                  <a:moveTo>
                    <a:pt x="12192000" y="2632583"/>
                  </a:moveTo>
                  <a:lnTo>
                    <a:pt x="12192000" y="2683383"/>
                  </a:lnTo>
                  <a:lnTo>
                    <a:pt x="12192000" y="2632583"/>
                  </a:lnTo>
                  <a:close/>
                  <a:moveTo>
                    <a:pt x="12192000" y="2751074"/>
                  </a:moveTo>
                  <a:lnTo>
                    <a:pt x="12192000" y="2801874"/>
                  </a:lnTo>
                  <a:lnTo>
                    <a:pt x="12192000" y="2751074"/>
                  </a:lnTo>
                  <a:close/>
                  <a:moveTo>
                    <a:pt x="12192000" y="2869565"/>
                  </a:moveTo>
                  <a:lnTo>
                    <a:pt x="12192000" y="2920365"/>
                  </a:lnTo>
                  <a:lnTo>
                    <a:pt x="12192000" y="2869565"/>
                  </a:lnTo>
                  <a:close/>
                  <a:moveTo>
                    <a:pt x="12192000" y="2988056"/>
                  </a:moveTo>
                  <a:lnTo>
                    <a:pt x="12192000" y="3038856"/>
                  </a:lnTo>
                  <a:lnTo>
                    <a:pt x="12192000" y="2988056"/>
                  </a:lnTo>
                  <a:close/>
                  <a:moveTo>
                    <a:pt x="12192000" y="3106547"/>
                  </a:moveTo>
                  <a:lnTo>
                    <a:pt x="12192000" y="3157347"/>
                  </a:lnTo>
                  <a:lnTo>
                    <a:pt x="12192000" y="3106547"/>
                  </a:lnTo>
                  <a:close/>
                  <a:moveTo>
                    <a:pt x="12192000" y="3225038"/>
                  </a:moveTo>
                  <a:lnTo>
                    <a:pt x="12192000" y="3275838"/>
                  </a:lnTo>
                  <a:lnTo>
                    <a:pt x="12192000" y="3225038"/>
                  </a:lnTo>
                  <a:close/>
                  <a:moveTo>
                    <a:pt x="12192000" y="3343529"/>
                  </a:moveTo>
                  <a:lnTo>
                    <a:pt x="12192000" y="3394329"/>
                  </a:lnTo>
                  <a:lnTo>
                    <a:pt x="12192000" y="3343529"/>
                  </a:lnTo>
                  <a:close/>
                  <a:moveTo>
                    <a:pt x="12192000" y="3462020"/>
                  </a:moveTo>
                  <a:lnTo>
                    <a:pt x="12192000" y="3512820"/>
                  </a:lnTo>
                  <a:lnTo>
                    <a:pt x="12192000" y="3462020"/>
                  </a:lnTo>
                  <a:close/>
                  <a:moveTo>
                    <a:pt x="12192000" y="3580511"/>
                  </a:moveTo>
                  <a:lnTo>
                    <a:pt x="12192000" y="3631311"/>
                  </a:lnTo>
                  <a:lnTo>
                    <a:pt x="12192000" y="3580511"/>
                  </a:lnTo>
                  <a:close/>
                  <a:moveTo>
                    <a:pt x="12192000" y="3699002"/>
                  </a:moveTo>
                  <a:lnTo>
                    <a:pt x="12192000" y="3749802"/>
                  </a:lnTo>
                  <a:lnTo>
                    <a:pt x="12192000" y="3699002"/>
                  </a:lnTo>
                  <a:close/>
                  <a:moveTo>
                    <a:pt x="12192000" y="3817493"/>
                  </a:moveTo>
                  <a:lnTo>
                    <a:pt x="12192000" y="3868293"/>
                  </a:lnTo>
                  <a:lnTo>
                    <a:pt x="12192000" y="3817493"/>
                  </a:lnTo>
                  <a:close/>
                  <a:moveTo>
                    <a:pt x="12192000" y="3935984"/>
                  </a:moveTo>
                  <a:lnTo>
                    <a:pt x="12192000" y="3986784"/>
                  </a:lnTo>
                  <a:lnTo>
                    <a:pt x="12192000" y="3935984"/>
                  </a:lnTo>
                  <a:close/>
                  <a:moveTo>
                    <a:pt x="12192000" y="4054475"/>
                  </a:moveTo>
                  <a:lnTo>
                    <a:pt x="12192000" y="4105275"/>
                  </a:lnTo>
                  <a:lnTo>
                    <a:pt x="12192000" y="4054475"/>
                  </a:lnTo>
                  <a:close/>
                  <a:moveTo>
                    <a:pt x="12192000" y="4172966"/>
                  </a:moveTo>
                  <a:lnTo>
                    <a:pt x="12192000" y="4223766"/>
                  </a:lnTo>
                  <a:lnTo>
                    <a:pt x="12192000" y="4172966"/>
                  </a:lnTo>
                  <a:close/>
                  <a:moveTo>
                    <a:pt x="12192000" y="4291457"/>
                  </a:moveTo>
                  <a:lnTo>
                    <a:pt x="12192000" y="4342257"/>
                  </a:lnTo>
                  <a:lnTo>
                    <a:pt x="12192000" y="4291457"/>
                  </a:lnTo>
                  <a:close/>
                  <a:moveTo>
                    <a:pt x="12192000" y="4409948"/>
                  </a:moveTo>
                  <a:lnTo>
                    <a:pt x="12192000" y="4460748"/>
                  </a:lnTo>
                  <a:lnTo>
                    <a:pt x="12192000" y="4409948"/>
                  </a:lnTo>
                  <a:close/>
                  <a:moveTo>
                    <a:pt x="12192000" y="4528439"/>
                  </a:moveTo>
                  <a:lnTo>
                    <a:pt x="12192000" y="4579239"/>
                  </a:lnTo>
                  <a:lnTo>
                    <a:pt x="12192000" y="4528439"/>
                  </a:lnTo>
                  <a:close/>
                  <a:moveTo>
                    <a:pt x="12192000" y="4646930"/>
                  </a:moveTo>
                  <a:lnTo>
                    <a:pt x="12192000" y="4697730"/>
                  </a:lnTo>
                  <a:lnTo>
                    <a:pt x="12192000" y="4646930"/>
                  </a:lnTo>
                  <a:close/>
                  <a:moveTo>
                    <a:pt x="12192000" y="4765421"/>
                  </a:moveTo>
                  <a:lnTo>
                    <a:pt x="12192000" y="4816221"/>
                  </a:lnTo>
                  <a:lnTo>
                    <a:pt x="12192000" y="4765421"/>
                  </a:lnTo>
                  <a:close/>
                  <a:moveTo>
                    <a:pt x="12192000" y="4883912"/>
                  </a:moveTo>
                  <a:lnTo>
                    <a:pt x="12192000" y="4934712"/>
                  </a:lnTo>
                  <a:lnTo>
                    <a:pt x="12192000" y="4883912"/>
                  </a:lnTo>
                  <a:close/>
                  <a:moveTo>
                    <a:pt x="12192000" y="5002403"/>
                  </a:moveTo>
                  <a:lnTo>
                    <a:pt x="12192000" y="5053203"/>
                  </a:lnTo>
                  <a:lnTo>
                    <a:pt x="12192000" y="5002403"/>
                  </a:lnTo>
                  <a:close/>
                  <a:moveTo>
                    <a:pt x="12192000" y="5120894"/>
                  </a:moveTo>
                  <a:lnTo>
                    <a:pt x="12192000" y="5171694"/>
                  </a:lnTo>
                  <a:lnTo>
                    <a:pt x="12192000" y="5120894"/>
                  </a:lnTo>
                  <a:close/>
                  <a:moveTo>
                    <a:pt x="12192000" y="5239385"/>
                  </a:moveTo>
                  <a:lnTo>
                    <a:pt x="12192000" y="5290185"/>
                  </a:lnTo>
                  <a:lnTo>
                    <a:pt x="12192000" y="5239385"/>
                  </a:lnTo>
                  <a:close/>
                  <a:moveTo>
                    <a:pt x="12192000" y="5357876"/>
                  </a:moveTo>
                  <a:lnTo>
                    <a:pt x="12192000" y="5408676"/>
                  </a:lnTo>
                  <a:lnTo>
                    <a:pt x="12192000" y="5357876"/>
                  </a:lnTo>
                  <a:close/>
                  <a:moveTo>
                    <a:pt x="12192000" y="5476367"/>
                  </a:moveTo>
                  <a:lnTo>
                    <a:pt x="12192000" y="5527167"/>
                  </a:lnTo>
                  <a:lnTo>
                    <a:pt x="12192000" y="5476367"/>
                  </a:lnTo>
                  <a:close/>
                  <a:moveTo>
                    <a:pt x="12192000" y="5594858"/>
                  </a:moveTo>
                  <a:lnTo>
                    <a:pt x="12192000" y="5645658"/>
                  </a:lnTo>
                  <a:lnTo>
                    <a:pt x="12192000" y="5594858"/>
                  </a:lnTo>
                  <a:close/>
                  <a:moveTo>
                    <a:pt x="12192000" y="5713349"/>
                  </a:moveTo>
                  <a:lnTo>
                    <a:pt x="12192000" y="5764149"/>
                  </a:lnTo>
                  <a:lnTo>
                    <a:pt x="12192000" y="5713349"/>
                  </a:lnTo>
                  <a:close/>
                  <a:moveTo>
                    <a:pt x="12192000" y="5831840"/>
                  </a:moveTo>
                  <a:lnTo>
                    <a:pt x="12192000" y="5882640"/>
                  </a:lnTo>
                  <a:lnTo>
                    <a:pt x="12192000" y="5831840"/>
                  </a:lnTo>
                  <a:close/>
                  <a:moveTo>
                    <a:pt x="12192000" y="5950331"/>
                  </a:moveTo>
                  <a:lnTo>
                    <a:pt x="12192000" y="6001131"/>
                  </a:lnTo>
                  <a:lnTo>
                    <a:pt x="12192000" y="5950331"/>
                  </a:lnTo>
                  <a:close/>
                  <a:moveTo>
                    <a:pt x="12192000" y="6068822"/>
                  </a:moveTo>
                  <a:lnTo>
                    <a:pt x="12192000" y="6119622"/>
                  </a:lnTo>
                  <a:lnTo>
                    <a:pt x="12192000" y="6068822"/>
                  </a:lnTo>
                  <a:close/>
                  <a:moveTo>
                    <a:pt x="12192000" y="6187313"/>
                  </a:moveTo>
                  <a:lnTo>
                    <a:pt x="12192000" y="6238113"/>
                  </a:lnTo>
                  <a:lnTo>
                    <a:pt x="12192000" y="6187313"/>
                  </a:lnTo>
                  <a:close/>
                  <a:moveTo>
                    <a:pt x="12192000" y="6305804"/>
                  </a:moveTo>
                  <a:lnTo>
                    <a:pt x="12192000" y="6356604"/>
                  </a:lnTo>
                  <a:lnTo>
                    <a:pt x="12192000" y="6305804"/>
                  </a:lnTo>
                  <a:close/>
                  <a:moveTo>
                    <a:pt x="12192000" y="6424295"/>
                  </a:moveTo>
                  <a:lnTo>
                    <a:pt x="12192000" y="6475095"/>
                  </a:lnTo>
                  <a:lnTo>
                    <a:pt x="12192000" y="6424295"/>
                  </a:lnTo>
                  <a:close/>
                  <a:moveTo>
                    <a:pt x="12192000" y="6542786"/>
                  </a:moveTo>
                  <a:lnTo>
                    <a:pt x="12192000" y="6593586"/>
                  </a:lnTo>
                  <a:lnTo>
                    <a:pt x="12192000" y="6542786"/>
                  </a:lnTo>
                  <a:close/>
                  <a:moveTo>
                    <a:pt x="12192000" y="6661277"/>
                  </a:moveTo>
                  <a:lnTo>
                    <a:pt x="12192000" y="6712077"/>
                  </a:lnTo>
                  <a:lnTo>
                    <a:pt x="12192000" y="6661277"/>
                  </a:lnTo>
                  <a:close/>
                  <a:moveTo>
                    <a:pt x="12192000" y="6779768"/>
                  </a:moveTo>
                  <a:lnTo>
                    <a:pt x="12192000" y="6830568"/>
                  </a:lnTo>
                  <a:lnTo>
                    <a:pt x="12192000" y="6779768"/>
                  </a:lnTo>
                  <a:close/>
                  <a:moveTo>
                    <a:pt x="12192000" y="6898259"/>
                  </a:moveTo>
                  <a:lnTo>
                    <a:pt x="12192000" y="6949059"/>
                  </a:lnTo>
                  <a:lnTo>
                    <a:pt x="12192000" y="6898259"/>
                  </a:lnTo>
                  <a:close/>
                  <a:moveTo>
                    <a:pt x="12192000" y="7016750"/>
                  </a:moveTo>
                  <a:lnTo>
                    <a:pt x="12192000" y="7067550"/>
                  </a:lnTo>
                  <a:lnTo>
                    <a:pt x="12192000" y="7016750"/>
                  </a:lnTo>
                  <a:close/>
                  <a:moveTo>
                    <a:pt x="12192000" y="7135241"/>
                  </a:moveTo>
                  <a:lnTo>
                    <a:pt x="12192000" y="7186041"/>
                  </a:lnTo>
                  <a:lnTo>
                    <a:pt x="12192000" y="7135241"/>
                  </a:lnTo>
                  <a:close/>
                  <a:moveTo>
                    <a:pt x="12192000" y="7253732"/>
                  </a:moveTo>
                  <a:lnTo>
                    <a:pt x="12192000" y="7304532"/>
                  </a:lnTo>
                  <a:lnTo>
                    <a:pt x="12192000" y="7253732"/>
                  </a:lnTo>
                  <a:close/>
                  <a:moveTo>
                    <a:pt x="12192000" y="7372223"/>
                  </a:moveTo>
                  <a:lnTo>
                    <a:pt x="12192000" y="7423023"/>
                  </a:lnTo>
                  <a:lnTo>
                    <a:pt x="12192000" y="7372223"/>
                  </a:lnTo>
                  <a:close/>
                  <a:moveTo>
                    <a:pt x="12192000" y="7490714"/>
                  </a:moveTo>
                  <a:lnTo>
                    <a:pt x="12192000" y="7541514"/>
                  </a:lnTo>
                  <a:lnTo>
                    <a:pt x="12192000" y="7490714"/>
                  </a:lnTo>
                  <a:close/>
                  <a:moveTo>
                    <a:pt x="12192000" y="7609205"/>
                  </a:moveTo>
                  <a:lnTo>
                    <a:pt x="12192000" y="7660005"/>
                  </a:lnTo>
                  <a:lnTo>
                    <a:pt x="12192000" y="7609205"/>
                  </a:lnTo>
                  <a:close/>
                  <a:moveTo>
                    <a:pt x="12192000" y="7727696"/>
                  </a:moveTo>
                  <a:lnTo>
                    <a:pt x="12192000" y="7778496"/>
                  </a:lnTo>
                  <a:lnTo>
                    <a:pt x="12192000" y="7727696"/>
                  </a:lnTo>
                  <a:close/>
                  <a:moveTo>
                    <a:pt x="12192000" y="7846187"/>
                  </a:moveTo>
                  <a:lnTo>
                    <a:pt x="12192000" y="7896987"/>
                  </a:lnTo>
                  <a:lnTo>
                    <a:pt x="12192000" y="7846187"/>
                  </a:lnTo>
                  <a:close/>
                  <a:moveTo>
                    <a:pt x="12192000" y="7964678"/>
                  </a:moveTo>
                  <a:lnTo>
                    <a:pt x="12192000" y="8015478"/>
                  </a:lnTo>
                  <a:lnTo>
                    <a:pt x="12192000" y="7964678"/>
                  </a:lnTo>
                  <a:close/>
                  <a:moveTo>
                    <a:pt x="12192000" y="8083169"/>
                  </a:moveTo>
                  <a:lnTo>
                    <a:pt x="12192000" y="8133969"/>
                  </a:lnTo>
                  <a:lnTo>
                    <a:pt x="12192000" y="8083169"/>
                  </a:lnTo>
                  <a:close/>
                  <a:moveTo>
                    <a:pt x="12192000" y="8201660"/>
                  </a:moveTo>
                  <a:lnTo>
                    <a:pt x="12192000" y="8252460"/>
                  </a:lnTo>
                  <a:lnTo>
                    <a:pt x="12192000" y="8201660"/>
                  </a:lnTo>
                  <a:close/>
                  <a:moveTo>
                    <a:pt x="12192000" y="8320151"/>
                  </a:moveTo>
                  <a:lnTo>
                    <a:pt x="12192000" y="8370951"/>
                  </a:lnTo>
                  <a:lnTo>
                    <a:pt x="12192000" y="8320151"/>
                  </a:lnTo>
                  <a:close/>
                  <a:moveTo>
                    <a:pt x="12192000" y="8438642"/>
                  </a:moveTo>
                  <a:lnTo>
                    <a:pt x="12192000" y="8489442"/>
                  </a:lnTo>
                  <a:lnTo>
                    <a:pt x="12192000" y="8438642"/>
                  </a:lnTo>
                  <a:close/>
                  <a:moveTo>
                    <a:pt x="12192000" y="8557133"/>
                  </a:moveTo>
                  <a:lnTo>
                    <a:pt x="12192000" y="8607933"/>
                  </a:lnTo>
                  <a:lnTo>
                    <a:pt x="12192000" y="8557133"/>
                  </a:lnTo>
                  <a:close/>
                  <a:moveTo>
                    <a:pt x="12192000" y="8675624"/>
                  </a:moveTo>
                  <a:lnTo>
                    <a:pt x="12192000" y="8726424"/>
                  </a:lnTo>
                  <a:lnTo>
                    <a:pt x="12192000" y="8675624"/>
                  </a:lnTo>
                  <a:close/>
                  <a:moveTo>
                    <a:pt x="12192000" y="8794115"/>
                  </a:moveTo>
                  <a:lnTo>
                    <a:pt x="12192000" y="8844915"/>
                  </a:lnTo>
                  <a:lnTo>
                    <a:pt x="12192000" y="8794115"/>
                  </a:lnTo>
                  <a:close/>
                  <a:moveTo>
                    <a:pt x="12192000" y="8912606"/>
                  </a:moveTo>
                  <a:lnTo>
                    <a:pt x="12192000" y="8963406"/>
                  </a:lnTo>
                  <a:lnTo>
                    <a:pt x="12192000" y="8912606"/>
                  </a:lnTo>
                  <a:close/>
                  <a:moveTo>
                    <a:pt x="12192000" y="9031097"/>
                  </a:moveTo>
                  <a:lnTo>
                    <a:pt x="12192000" y="9081897"/>
                  </a:lnTo>
                  <a:lnTo>
                    <a:pt x="12192000" y="9031097"/>
                  </a:lnTo>
                  <a:close/>
                  <a:moveTo>
                    <a:pt x="12192000" y="9149588"/>
                  </a:moveTo>
                  <a:lnTo>
                    <a:pt x="12192000" y="9200388"/>
                  </a:lnTo>
                  <a:lnTo>
                    <a:pt x="12192000" y="9149588"/>
                  </a:lnTo>
                  <a:close/>
                  <a:moveTo>
                    <a:pt x="12192000" y="9268079"/>
                  </a:moveTo>
                  <a:lnTo>
                    <a:pt x="12192000" y="9318879"/>
                  </a:lnTo>
                  <a:lnTo>
                    <a:pt x="12192000" y="9268079"/>
                  </a:lnTo>
                  <a:close/>
                  <a:moveTo>
                    <a:pt x="12192000" y="9386570"/>
                  </a:moveTo>
                  <a:lnTo>
                    <a:pt x="12192000" y="9437370"/>
                  </a:lnTo>
                  <a:lnTo>
                    <a:pt x="12192000" y="9386570"/>
                  </a:lnTo>
                  <a:close/>
                  <a:moveTo>
                    <a:pt x="12192000" y="9505061"/>
                  </a:moveTo>
                  <a:lnTo>
                    <a:pt x="12192000" y="9555861"/>
                  </a:lnTo>
                  <a:lnTo>
                    <a:pt x="12192000" y="9505061"/>
                  </a:lnTo>
                  <a:close/>
                  <a:moveTo>
                    <a:pt x="12192000" y="9623552"/>
                  </a:moveTo>
                  <a:lnTo>
                    <a:pt x="12192000" y="9674352"/>
                  </a:lnTo>
                  <a:lnTo>
                    <a:pt x="12192000" y="9623552"/>
                  </a:lnTo>
                  <a:close/>
                  <a:moveTo>
                    <a:pt x="12192000" y="9742043"/>
                  </a:moveTo>
                  <a:lnTo>
                    <a:pt x="12192000" y="9792843"/>
                  </a:lnTo>
                  <a:lnTo>
                    <a:pt x="12192000" y="9742043"/>
                  </a:lnTo>
                  <a:close/>
                  <a:moveTo>
                    <a:pt x="12192000" y="9860534"/>
                  </a:moveTo>
                  <a:lnTo>
                    <a:pt x="12192000" y="9911334"/>
                  </a:lnTo>
                  <a:lnTo>
                    <a:pt x="12192000" y="9860534"/>
                  </a:lnTo>
                  <a:close/>
                  <a:moveTo>
                    <a:pt x="12192000" y="9979025"/>
                  </a:moveTo>
                  <a:lnTo>
                    <a:pt x="12192000" y="10029825"/>
                  </a:lnTo>
                  <a:lnTo>
                    <a:pt x="12192000" y="9979025"/>
                  </a:lnTo>
                  <a:close/>
                  <a:moveTo>
                    <a:pt x="12192000" y="10097516"/>
                  </a:moveTo>
                  <a:lnTo>
                    <a:pt x="12192000" y="10148316"/>
                  </a:lnTo>
                  <a:lnTo>
                    <a:pt x="12192000" y="10097516"/>
                  </a:lnTo>
                  <a:close/>
                  <a:moveTo>
                    <a:pt x="12192000" y="10216007"/>
                  </a:moveTo>
                  <a:lnTo>
                    <a:pt x="12192000" y="10266807"/>
                  </a:lnTo>
                  <a:lnTo>
                    <a:pt x="12192000" y="10216007"/>
                  </a:lnTo>
                  <a:close/>
                  <a:moveTo>
                    <a:pt x="12192000" y="10334498"/>
                  </a:moveTo>
                  <a:lnTo>
                    <a:pt x="12192000" y="10385298"/>
                  </a:lnTo>
                  <a:lnTo>
                    <a:pt x="12192000" y="10334498"/>
                  </a:lnTo>
                  <a:close/>
                  <a:moveTo>
                    <a:pt x="12192000" y="10452989"/>
                  </a:moveTo>
                  <a:lnTo>
                    <a:pt x="12192000" y="10503789"/>
                  </a:lnTo>
                  <a:lnTo>
                    <a:pt x="12192000" y="10452989"/>
                  </a:lnTo>
                  <a:close/>
                  <a:moveTo>
                    <a:pt x="12192000" y="10571480"/>
                  </a:moveTo>
                  <a:lnTo>
                    <a:pt x="12192000" y="10622280"/>
                  </a:lnTo>
                  <a:lnTo>
                    <a:pt x="12192000" y="10571480"/>
                  </a:lnTo>
                  <a:close/>
                  <a:moveTo>
                    <a:pt x="12192000" y="10689971"/>
                  </a:moveTo>
                  <a:lnTo>
                    <a:pt x="12192000" y="10740771"/>
                  </a:lnTo>
                  <a:lnTo>
                    <a:pt x="12192000" y="10689971"/>
                  </a:lnTo>
                  <a:close/>
                  <a:moveTo>
                    <a:pt x="12192000" y="10808462"/>
                  </a:moveTo>
                  <a:lnTo>
                    <a:pt x="12192000" y="10859262"/>
                  </a:lnTo>
                  <a:lnTo>
                    <a:pt x="12192000" y="10808462"/>
                  </a:lnTo>
                  <a:close/>
                  <a:moveTo>
                    <a:pt x="12192000" y="10926953"/>
                  </a:moveTo>
                  <a:lnTo>
                    <a:pt x="12192000" y="10977753"/>
                  </a:lnTo>
                  <a:lnTo>
                    <a:pt x="12192000" y="10926953"/>
                  </a:lnTo>
                  <a:close/>
                  <a:moveTo>
                    <a:pt x="12192000" y="11045444"/>
                  </a:moveTo>
                  <a:lnTo>
                    <a:pt x="12192000" y="11096244"/>
                  </a:lnTo>
                  <a:lnTo>
                    <a:pt x="12192000" y="11045444"/>
                  </a:lnTo>
                  <a:close/>
                  <a:moveTo>
                    <a:pt x="12192000" y="11163935"/>
                  </a:moveTo>
                  <a:lnTo>
                    <a:pt x="12192000" y="11214735"/>
                  </a:lnTo>
                  <a:lnTo>
                    <a:pt x="12192000" y="11163935"/>
                  </a:lnTo>
                  <a:close/>
                  <a:moveTo>
                    <a:pt x="12192000" y="11282426"/>
                  </a:moveTo>
                  <a:lnTo>
                    <a:pt x="12192000" y="11333226"/>
                  </a:lnTo>
                  <a:lnTo>
                    <a:pt x="12192000" y="11282426"/>
                  </a:lnTo>
                  <a:close/>
                  <a:moveTo>
                    <a:pt x="12192000" y="11400917"/>
                  </a:moveTo>
                  <a:lnTo>
                    <a:pt x="12192000" y="11451717"/>
                  </a:lnTo>
                  <a:lnTo>
                    <a:pt x="12192000" y="11400917"/>
                  </a:lnTo>
                  <a:close/>
                  <a:moveTo>
                    <a:pt x="12192000" y="11519408"/>
                  </a:moveTo>
                  <a:lnTo>
                    <a:pt x="12192000" y="11570208"/>
                  </a:lnTo>
                  <a:lnTo>
                    <a:pt x="12192000" y="11519408"/>
                  </a:lnTo>
                  <a:close/>
                  <a:moveTo>
                    <a:pt x="12192000" y="11637899"/>
                  </a:moveTo>
                  <a:lnTo>
                    <a:pt x="12192000" y="11688699"/>
                  </a:lnTo>
                  <a:lnTo>
                    <a:pt x="12192000" y="11637899"/>
                  </a:lnTo>
                  <a:close/>
                  <a:moveTo>
                    <a:pt x="12192000" y="11756390"/>
                  </a:moveTo>
                  <a:lnTo>
                    <a:pt x="12192000" y="11807190"/>
                  </a:lnTo>
                  <a:lnTo>
                    <a:pt x="12192000" y="11756390"/>
                  </a:lnTo>
                  <a:close/>
                  <a:moveTo>
                    <a:pt x="12192000" y="11874881"/>
                  </a:moveTo>
                  <a:lnTo>
                    <a:pt x="12192000" y="11925681"/>
                  </a:lnTo>
                  <a:lnTo>
                    <a:pt x="12192000" y="11874881"/>
                  </a:lnTo>
                  <a:close/>
                  <a:moveTo>
                    <a:pt x="12192000" y="11993372"/>
                  </a:moveTo>
                  <a:lnTo>
                    <a:pt x="12192000" y="12044172"/>
                  </a:lnTo>
                  <a:lnTo>
                    <a:pt x="12192000" y="11993372"/>
                  </a:lnTo>
                  <a:close/>
                  <a:moveTo>
                    <a:pt x="12192000" y="12111863"/>
                  </a:moveTo>
                  <a:lnTo>
                    <a:pt x="12192000" y="12162663"/>
                  </a:lnTo>
                  <a:lnTo>
                    <a:pt x="12192000" y="12111863"/>
                  </a:lnTo>
                  <a:close/>
                  <a:moveTo>
                    <a:pt x="12192000" y="12230354"/>
                  </a:moveTo>
                  <a:lnTo>
                    <a:pt x="12192000" y="12281154"/>
                  </a:lnTo>
                  <a:lnTo>
                    <a:pt x="12192000" y="12230354"/>
                  </a:lnTo>
                  <a:close/>
                  <a:moveTo>
                    <a:pt x="12192000" y="12348845"/>
                  </a:moveTo>
                  <a:lnTo>
                    <a:pt x="12192000" y="12399645"/>
                  </a:lnTo>
                  <a:lnTo>
                    <a:pt x="12192000" y="12348845"/>
                  </a:lnTo>
                  <a:close/>
                  <a:moveTo>
                    <a:pt x="12192000" y="12467336"/>
                  </a:moveTo>
                  <a:lnTo>
                    <a:pt x="12192000" y="12518136"/>
                  </a:lnTo>
                  <a:lnTo>
                    <a:pt x="12192000" y="12467336"/>
                  </a:lnTo>
                  <a:close/>
                  <a:moveTo>
                    <a:pt x="12192000" y="12585827"/>
                  </a:moveTo>
                  <a:lnTo>
                    <a:pt x="12192000" y="12636627"/>
                  </a:lnTo>
                  <a:lnTo>
                    <a:pt x="12192000" y="12585827"/>
                  </a:lnTo>
                  <a:close/>
                  <a:moveTo>
                    <a:pt x="12192000" y="12704318"/>
                  </a:moveTo>
                  <a:lnTo>
                    <a:pt x="12192000" y="12755118"/>
                  </a:lnTo>
                  <a:lnTo>
                    <a:pt x="12192000" y="12704318"/>
                  </a:lnTo>
                  <a:close/>
                  <a:moveTo>
                    <a:pt x="12192000" y="12822809"/>
                  </a:moveTo>
                  <a:lnTo>
                    <a:pt x="12192000" y="12873609"/>
                  </a:lnTo>
                  <a:lnTo>
                    <a:pt x="12192000" y="12822809"/>
                  </a:lnTo>
                  <a:close/>
                  <a:moveTo>
                    <a:pt x="12192000" y="12941300"/>
                  </a:moveTo>
                  <a:lnTo>
                    <a:pt x="12192000" y="12992100"/>
                  </a:lnTo>
                  <a:lnTo>
                    <a:pt x="12192000" y="12941300"/>
                  </a:lnTo>
                  <a:close/>
                  <a:moveTo>
                    <a:pt x="12192000" y="13059790"/>
                  </a:moveTo>
                  <a:lnTo>
                    <a:pt x="12192000" y="13110590"/>
                  </a:lnTo>
                  <a:lnTo>
                    <a:pt x="12192000" y="13059790"/>
                  </a:lnTo>
                  <a:close/>
                  <a:moveTo>
                    <a:pt x="12192000" y="13178282"/>
                  </a:moveTo>
                  <a:lnTo>
                    <a:pt x="12192000" y="13229082"/>
                  </a:lnTo>
                  <a:lnTo>
                    <a:pt x="12192000" y="13178282"/>
                  </a:lnTo>
                  <a:close/>
                  <a:moveTo>
                    <a:pt x="12192000" y="13296773"/>
                  </a:moveTo>
                  <a:lnTo>
                    <a:pt x="12192000" y="13347573"/>
                  </a:lnTo>
                  <a:lnTo>
                    <a:pt x="12192000" y="13296773"/>
                  </a:lnTo>
                  <a:close/>
                  <a:moveTo>
                    <a:pt x="12192000" y="13415263"/>
                  </a:moveTo>
                  <a:lnTo>
                    <a:pt x="12192000" y="13466063"/>
                  </a:lnTo>
                  <a:lnTo>
                    <a:pt x="12192000" y="13415263"/>
                  </a:lnTo>
                  <a:close/>
                  <a:moveTo>
                    <a:pt x="12192000" y="13533755"/>
                  </a:moveTo>
                  <a:lnTo>
                    <a:pt x="12192000" y="13584555"/>
                  </a:lnTo>
                  <a:lnTo>
                    <a:pt x="12192000" y="13533755"/>
                  </a:lnTo>
                  <a:close/>
                  <a:moveTo>
                    <a:pt x="12192000" y="13652246"/>
                  </a:moveTo>
                  <a:lnTo>
                    <a:pt x="12192000" y="13703046"/>
                  </a:lnTo>
                  <a:lnTo>
                    <a:pt x="12192000" y="13652246"/>
                  </a:lnTo>
                  <a:close/>
                  <a:moveTo>
                    <a:pt x="12132691" y="13728446"/>
                  </a:moveTo>
                  <a:lnTo>
                    <a:pt x="12081891" y="13728446"/>
                  </a:lnTo>
                  <a:lnTo>
                    <a:pt x="12081891" y="13716000"/>
                  </a:lnTo>
                  <a:lnTo>
                    <a:pt x="12132691" y="13716000"/>
                  </a:lnTo>
                  <a:close/>
                  <a:moveTo>
                    <a:pt x="12014200" y="13716000"/>
                  </a:moveTo>
                  <a:lnTo>
                    <a:pt x="11963400" y="13716000"/>
                  </a:lnTo>
                  <a:lnTo>
                    <a:pt x="12014200" y="13716000"/>
                  </a:lnTo>
                  <a:close/>
                  <a:moveTo>
                    <a:pt x="11895709" y="13716000"/>
                  </a:moveTo>
                  <a:lnTo>
                    <a:pt x="11844909" y="13716000"/>
                  </a:lnTo>
                  <a:lnTo>
                    <a:pt x="11895709" y="13716000"/>
                  </a:lnTo>
                  <a:close/>
                  <a:moveTo>
                    <a:pt x="11777218" y="13716000"/>
                  </a:moveTo>
                  <a:lnTo>
                    <a:pt x="11726418" y="13716000"/>
                  </a:lnTo>
                  <a:lnTo>
                    <a:pt x="11777218" y="13716000"/>
                  </a:lnTo>
                  <a:close/>
                  <a:moveTo>
                    <a:pt x="11658727" y="13716000"/>
                  </a:moveTo>
                  <a:lnTo>
                    <a:pt x="11607927" y="13716000"/>
                  </a:lnTo>
                  <a:lnTo>
                    <a:pt x="11658727" y="13716000"/>
                  </a:lnTo>
                  <a:close/>
                  <a:moveTo>
                    <a:pt x="11540236" y="13716000"/>
                  </a:moveTo>
                  <a:lnTo>
                    <a:pt x="11489436" y="13716000"/>
                  </a:lnTo>
                  <a:lnTo>
                    <a:pt x="11540236" y="13716000"/>
                  </a:lnTo>
                  <a:close/>
                  <a:moveTo>
                    <a:pt x="11421745" y="13716000"/>
                  </a:moveTo>
                  <a:lnTo>
                    <a:pt x="11370945" y="13716000"/>
                  </a:lnTo>
                  <a:lnTo>
                    <a:pt x="11421745" y="13716000"/>
                  </a:lnTo>
                  <a:close/>
                  <a:moveTo>
                    <a:pt x="11303254" y="13716000"/>
                  </a:moveTo>
                  <a:lnTo>
                    <a:pt x="11252454" y="13716000"/>
                  </a:lnTo>
                  <a:lnTo>
                    <a:pt x="11303254" y="13716000"/>
                  </a:lnTo>
                  <a:close/>
                  <a:moveTo>
                    <a:pt x="11184763" y="13716000"/>
                  </a:moveTo>
                  <a:lnTo>
                    <a:pt x="11133963" y="13716000"/>
                  </a:lnTo>
                  <a:lnTo>
                    <a:pt x="11184763" y="13716000"/>
                  </a:lnTo>
                  <a:close/>
                  <a:moveTo>
                    <a:pt x="11066272" y="13716000"/>
                  </a:moveTo>
                  <a:lnTo>
                    <a:pt x="11015472" y="13716000"/>
                  </a:lnTo>
                  <a:lnTo>
                    <a:pt x="11066272" y="13716000"/>
                  </a:lnTo>
                  <a:close/>
                  <a:moveTo>
                    <a:pt x="10947781" y="13716000"/>
                  </a:moveTo>
                  <a:lnTo>
                    <a:pt x="10896981" y="13716000"/>
                  </a:lnTo>
                  <a:lnTo>
                    <a:pt x="10947781" y="13716000"/>
                  </a:lnTo>
                  <a:close/>
                  <a:moveTo>
                    <a:pt x="10829290" y="13716000"/>
                  </a:moveTo>
                  <a:lnTo>
                    <a:pt x="10778490" y="13716000"/>
                  </a:lnTo>
                  <a:lnTo>
                    <a:pt x="10829290" y="13716000"/>
                  </a:lnTo>
                  <a:close/>
                  <a:moveTo>
                    <a:pt x="10710799" y="13716000"/>
                  </a:moveTo>
                  <a:lnTo>
                    <a:pt x="10659999" y="13716000"/>
                  </a:lnTo>
                  <a:lnTo>
                    <a:pt x="10710799" y="13716000"/>
                  </a:lnTo>
                  <a:close/>
                  <a:moveTo>
                    <a:pt x="10592308" y="13716000"/>
                  </a:moveTo>
                  <a:lnTo>
                    <a:pt x="10541508" y="13716000"/>
                  </a:lnTo>
                  <a:lnTo>
                    <a:pt x="10592308" y="13716000"/>
                  </a:lnTo>
                  <a:close/>
                  <a:moveTo>
                    <a:pt x="10473817" y="13716000"/>
                  </a:moveTo>
                  <a:lnTo>
                    <a:pt x="10423017" y="13716000"/>
                  </a:lnTo>
                  <a:lnTo>
                    <a:pt x="10473817" y="13716000"/>
                  </a:lnTo>
                  <a:close/>
                  <a:moveTo>
                    <a:pt x="10355326" y="13716000"/>
                  </a:moveTo>
                  <a:lnTo>
                    <a:pt x="10304526" y="13716000"/>
                  </a:lnTo>
                  <a:lnTo>
                    <a:pt x="10355326" y="13716000"/>
                  </a:lnTo>
                  <a:close/>
                  <a:moveTo>
                    <a:pt x="10236835" y="13716000"/>
                  </a:moveTo>
                  <a:lnTo>
                    <a:pt x="10186035" y="13716000"/>
                  </a:lnTo>
                  <a:lnTo>
                    <a:pt x="10236835" y="13716000"/>
                  </a:lnTo>
                  <a:close/>
                  <a:moveTo>
                    <a:pt x="10118344" y="13716000"/>
                  </a:moveTo>
                  <a:lnTo>
                    <a:pt x="10067544" y="13716000"/>
                  </a:lnTo>
                  <a:lnTo>
                    <a:pt x="10118344" y="13716000"/>
                  </a:lnTo>
                  <a:close/>
                  <a:moveTo>
                    <a:pt x="9999853" y="13716000"/>
                  </a:moveTo>
                  <a:lnTo>
                    <a:pt x="9949053" y="13716000"/>
                  </a:lnTo>
                  <a:lnTo>
                    <a:pt x="9999853" y="13716000"/>
                  </a:lnTo>
                  <a:close/>
                  <a:moveTo>
                    <a:pt x="9881362" y="13716000"/>
                  </a:moveTo>
                  <a:lnTo>
                    <a:pt x="9830562" y="13716000"/>
                  </a:lnTo>
                  <a:lnTo>
                    <a:pt x="9881362" y="13716000"/>
                  </a:lnTo>
                  <a:close/>
                  <a:moveTo>
                    <a:pt x="9762871" y="13716000"/>
                  </a:moveTo>
                  <a:lnTo>
                    <a:pt x="9712071" y="13716000"/>
                  </a:lnTo>
                  <a:lnTo>
                    <a:pt x="9762871" y="13716000"/>
                  </a:lnTo>
                  <a:close/>
                  <a:moveTo>
                    <a:pt x="9644380" y="13716000"/>
                  </a:moveTo>
                  <a:lnTo>
                    <a:pt x="9593580" y="13716000"/>
                  </a:lnTo>
                  <a:lnTo>
                    <a:pt x="9644380" y="13716000"/>
                  </a:lnTo>
                  <a:close/>
                  <a:moveTo>
                    <a:pt x="9525889" y="13716000"/>
                  </a:moveTo>
                  <a:lnTo>
                    <a:pt x="9475089" y="13716000"/>
                  </a:lnTo>
                  <a:lnTo>
                    <a:pt x="9525889" y="13716000"/>
                  </a:lnTo>
                  <a:close/>
                  <a:moveTo>
                    <a:pt x="9407398" y="13716000"/>
                  </a:moveTo>
                  <a:lnTo>
                    <a:pt x="9356598" y="13716000"/>
                  </a:lnTo>
                  <a:lnTo>
                    <a:pt x="9407398" y="13716000"/>
                  </a:lnTo>
                  <a:close/>
                  <a:moveTo>
                    <a:pt x="9288907" y="13716000"/>
                  </a:moveTo>
                  <a:lnTo>
                    <a:pt x="9238107" y="13716000"/>
                  </a:lnTo>
                  <a:lnTo>
                    <a:pt x="9288907" y="13716000"/>
                  </a:lnTo>
                  <a:close/>
                  <a:moveTo>
                    <a:pt x="9170416" y="13716000"/>
                  </a:moveTo>
                  <a:lnTo>
                    <a:pt x="9119616" y="13716000"/>
                  </a:lnTo>
                  <a:lnTo>
                    <a:pt x="9170416" y="13716000"/>
                  </a:lnTo>
                  <a:close/>
                  <a:moveTo>
                    <a:pt x="9051925" y="13716000"/>
                  </a:moveTo>
                  <a:lnTo>
                    <a:pt x="9001125" y="13716000"/>
                  </a:lnTo>
                  <a:lnTo>
                    <a:pt x="9051925" y="13716000"/>
                  </a:lnTo>
                  <a:close/>
                  <a:moveTo>
                    <a:pt x="8933434" y="13716000"/>
                  </a:moveTo>
                  <a:lnTo>
                    <a:pt x="8882634" y="13716000"/>
                  </a:lnTo>
                  <a:lnTo>
                    <a:pt x="8933434" y="13716000"/>
                  </a:lnTo>
                  <a:close/>
                  <a:moveTo>
                    <a:pt x="8814943" y="13716000"/>
                  </a:moveTo>
                  <a:lnTo>
                    <a:pt x="8764143" y="13716000"/>
                  </a:lnTo>
                  <a:lnTo>
                    <a:pt x="8814943" y="13716000"/>
                  </a:lnTo>
                  <a:close/>
                  <a:moveTo>
                    <a:pt x="8696452" y="13716000"/>
                  </a:moveTo>
                  <a:lnTo>
                    <a:pt x="8645652" y="13716000"/>
                  </a:lnTo>
                  <a:lnTo>
                    <a:pt x="8696452" y="13716000"/>
                  </a:lnTo>
                  <a:close/>
                  <a:moveTo>
                    <a:pt x="8577961" y="13716000"/>
                  </a:moveTo>
                  <a:lnTo>
                    <a:pt x="8527161" y="13716000"/>
                  </a:lnTo>
                  <a:lnTo>
                    <a:pt x="8577961" y="13716000"/>
                  </a:lnTo>
                  <a:close/>
                  <a:moveTo>
                    <a:pt x="8459470" y="13716000"/>
                  </a:moveTo>
                  <a:lnTo>
                    <a:pt x="8408670" y="13716000"/>
                  </a:lnTo>
                  <a:lnTo>
                    <a:pt x="8459470" y="13716000"/>
                  </a:lnTo>
                  <a:close/>
                  <a:moveTo>
                    <a:pt x="8340979" y="13716000"/>
                  </a:moveTo>
                  <a:lnTo>
                    <a:pt x="8290179" y="13716000"/>
                  </a:lnTo>
                  <a:lnTo>
                    <a:pt x="8340979" y="13716000"/>
                  </a:lnTo>
                  <a:close/>
                  <a:moveTo>
                    <a:pt x="8222488" y="13716000"/>
                  </a:moveTo>
                  <a:lnTo>
                    <a:pt x="8171688" y="13716000"/>
                  </a:lnTo>
                  <a:lnTo>
                    <a:pt x="8222488" y="13716000"/>
                  </a:lnTo>
                  <a:close/>
                  <a:moveTo>
                    <a:pt x="8103997" y="13716000"/>
                  </a:moveTo>
                  <a:lnTo>
                    <a:pt x="8053197" y="13716000"/>
                  </a:lnTo>
                  <a:lnTo>
                    <a:pt x="8103997" y="13716000"/>
                  </a:lnTo>
                  <a:close/>
                  <a:moveTo>
                    <a:pt x="7985506" y="13716000"/>
                  </a:moveTo>
                  <a:lnTo>
                    <a:pt x="7934706" y="13716000"/>
                  </a:lnTo>
                  <a:lnTo>
                    <a:pt x="7985506" y="13716000"/>
                  </a:lnTo>
                  <a:close/>
                  <a:moveTo>
                    <a:pt x="7867015" y="13716000"/>
                  </a:moveTo>
                  <a:lnTo>
                    <a:pt x="7816215" y="13716000"/>
                  </a:lnTo>
                  <a:lnTo>
                    <a:pt x="7867015" y="13716000"/>
                  </a:lnTo>
                  <a:close/>
                  <a:moveTo>
                    <a:pt x="7748524" y="13716000"/>
                  </a:moveTo>
                  <a:lnTo>
                    <a:pt x="7697724" y="13716000"/>
                  </a:lnTo>
                  <a:lnTo>
                    <a:pt x="7748524" y="13716000"/>
                  </a:lnTo>
                  <a:close/>
                  <a:moveTo>
                    <a:pt x="7630033" y="13716000"/>
                  </a:moveTo>
                  <a:lnTo>
                    <a:pt x="7579233" y="13716000"/>
                  </a:lnTo>
                  <a:lnTo>
                    <a:pt x="7630033" y="13716000"/>
                  </a:lnTo>
                  <a:close/>
                  <a:moveTo>
                    <a:pt x="7511542" y="13716000"/>
                  </a:moveTo>
                  <a:lnTo>
                    <a:pt x="7460742" y="13716000"/>
                  </a:lnTo>
                  <a:lnTo>
                    <a:pt x="7511542" y="13716000"/>
                  </a:lnTo>
                  <a:close/>
                  <a:moveTo>
                    <a:pt x="7393051" y="13716000"/>
                  </a:moveTo>
                  <a:lnTo>
                    <a:pt x="7342251" y="13716000"/>
                  </a:lnTo>
                  <a:lnTo>
                    <a:pt x="7393051" y="13716000"/>
                  </a:lnTo>
                  <a:close/>
                  <a:moveTo>
                    <a:pt x="7274560" y="13716000"/>
                  </a:moveTo>
                  <a:lnTo>
                    <a:pt x="7223760" y="13716000"/>
                  </a:lnTo>
                  <a:lnTo>
                    <a:pt x="7274560" y="13716000"/>
                  </a:lnTo>
                  <a:close/>
                  <a:moveTo>
                    <a:pt x="7156069" y="13716000"/>
                  </a:moveTo>
                  <a:lnTo>
                    <a:pt x="7105269" y="13716000"/>
                  </a:lnTo>
                  <a:lnTo>
                    <a:pt x="7156069" y="13716000"/>
                  </a:lnTo>
                  <a:close/>
                  <a:moveTo>
                    <a:pt x="7037578" y="13716000"/>
                  </a:moveTo>
                  <a:lnTo>
                    <a:pt x="6986778" y="13716000"/>
                  </a:lnTo>
                  <a:lnTo>
                    <a:pt x="7037578" y="13716000"/>
                  </a:lnTo>
                  <a:close/>
                  <a:moveTo>
                    <a:pt x="6919087" y="13716000"/>
                  </a:moveTo>
                  <a:lnTo>
                    <a:pt x="6868287" y="13716000"/>
                  </a:lnTo>
                  <a:lnTo>
                    <a:pt x="6919087" y="13716000"/>
                  </a:lnTo>
                  <a:close/>
                  <a:moveTo>
                    <a:pt x="6800596" y="13716000"/>
                  </a:moveTo>
                  <a:lnTo>
                    <a:pt x="6749796" y="13716000"/>
                  </a:lnTo>
                  <a:lnTo>
                    <a:pt x="6800596" y="13716000"/>
                  </a:lnTo>
                  <a:close/>
                  <a:moveTo>
                    <a:pt x="6682105" y="13716000"/>
                  </a:moveTo>
                  <a:lnTo>
                    <a:pt x="6631305" y="13716000"/>
                  </a:lnTo>
                  <a:lnTo>
                    <a:pt x="6682105" y="13716000"/>
                  </a:lnTo>
                  <a:close/>
                  <a:moveTo>
                    <a:pt x="6563614" y="13716000"/>
                  </a:moveTo>
                  <a:lnTo>
                    <a:pt x="6512814" y="13716000"/>
                  </a:lnTo>
                  <a:lnTo>
                    <a:pt x="6563614" y="13716000"/>
                  </a:lnTo>
                  <a:close/>
                  <a:moveTo>
                    <a:pt x="6445123" y="13716000"/>
                  </a:moveTo>
                  <a:lnTo>
                    <a:pt x="6394323" y="13716000"/>
                  </a:lnTo>
                  <a:lnTo>
                    <a:pt x="6445123" y="13716000"/>
                  </a:lnTo>
                  <a:close/>
                  <a:moveTo>
                    <a:pt x="6326632" y="13716000"/>
                  </a:moveTo>
                  <a:lnTo>
                    <a:pt x="6275832" y="13716000"/>
                  </a:lnTo>
                  <a:lnTo>
                    <a:pt x="6326632" y="13716000"/>
                  </a:lnTo>
                  <a:close/>
                  <a:moveTo>
                    <a:pt x="6208141" y="13716000"/>
                  </a:moveTo>
                  <a:lnTo>
                    <a:pt x="6157341" y="13716000"/>
                  </a:lnTo>
                  <a:lnTo>
                    <a:pt x="6208141" y="13716000"/>
                  </a:lnTo>
                  <a:close/>
                  <a:moveTo>
                    <a:pt x="6089650" y="13716000"/>
                  </a:moveTo>
                  <a:lnTo>
                    <a:pt x="6038850" y="13716000"/>
                  </a:lnTo>
                  <a:lnTo>
                    <a:pt x="6089650" y="13716000"/>
                  </a:lnTo>
                  <a:close/>
                  <a:moveTo>
                    <a:pt x="5971159" y="13716000"/>
                  </a:moveTo>
                  <a:lnTo>
                    <a:pt x="5920359" y="13716000"/>
                  </a:lnTo>
                  <a:lnTo>
                    <a:pt x="5971159" y="13716000"/>
                  </a:lnTo>
                  <a:close/>
                  <a:moveTo>
                    <a:pt x="5852668" y="13716000"/>
                  </a:moveTo>
                  <a:lnTo>
                    <a:pt x="5801868" y="13716000"/>
                  </a:lnTo>
                  <a:lnTo>
                    <a:pt x="5852668" y="13716000"/>
                  </a:lnTo>
                  <a:close/>
                  <a:moveTo>
                    <a:pt x="5734177" y="13716000"/>
                  </a:moveTo>
                  <a:lnTo>
                    <a:pt x="5683377" y="13716000"/>
                  </a:lnTo>
                  <a:lnTo>
                    <a:pt x="5734177" y="13716000"/>
                  </a:lnTo>
                  <a:close/>
                  <a:moveTo>
                    <a:pt x="5615686" y="13716000"/>
                  </a:moveTo>
                  <a:lnTo>
                    <a:pt x="5564886" y="13716000"/>
                  </a:lnTo>
                  <a:lnTo>
                    <a:pt x="5615686" y="13716000"/>
                  </a:lnTo>
                  <a:close/>
                  <a:moveTo>
                    <a:pt x="5497195" y="13716000"/>
                  </a:moveTo>
                  <a:lnTo>
                    <a:pt x="5446395" y="13716000"/>
                  </a:lnTo>
                  <a:lnTo>
                    <a:pt x="5497195" y="13716000"/>
                  </a:lnTo>
                  <a:close/>
                  <a:moveTo>
                    <a:pt x="5378704" y="13716000"/>
                  </a:moveTo>
                  <a:lnTo>
                    <a:pt x="5327904" y="13716000"/>
                  </a:lnTo>
                  <a:lnTo>
                    <a:pt x="5378704" y="13716000"/>
                  </a:lnTo>
                  <a:close/>
                  <a:moveTo>
                    <a:pt x="5260213" y="13716000"/>
                  </a:moveTo>
                  <a:lnTo>
                    <a:pt x="5209413" y="13716000"/>
                  </a:lnTo>
                  <a:lnTo>
                    <a:pt x="5260213" y="13716000"/>
                  </a:lnTo>
                  <a:close/>
                  <a:moveTo>
                    <a:pt x="5141722" y="13716000"/>
                  </a:moveTo>
                  <a:lnTo>
                    <a:pt x="5090922" y="13716000"/>
                  </a:lnTo>
                  <a:lnTo>
                    <a:pt x="5141722" y="13716000"/>
                  </a:lnTo>
                  <a:close/>
                  <a:moveTo>
                    <a:pt x="5023231" y="13716000"/>
                  </a:moveTo>
                  <a:lnTo>
                    <a:pt x="4972431" y="13716000"/>
                  </a:lnTo>
                  <a:lnTo>
                    <a:pt x="5023231" y="13716000"/>
                  </a:lnTo>
                  <a:close/>
                  <a:moveTo>
                    <a:pt x="4904740" y="13716000"/>
                  </a:moveTo>
                  <a:lnTo>
                    <a:pt x="4853940" y="13716000"/>
                  </a:lnTo>
                  <a:lnTo>
                    <a:pt x="4904740" y="13716000"/>
                  </a:lnTo>
                  <a:close/>
                  <a:moveTo>
                    <a:pt x="4786249" y="13716000"/>
                  </a:moveTo>
                  <a:lnTo>
                    <a:pt x="4735449" y="13716000"/>
                  </a:lnTo>
                  <a:lnTo>
                    <a:pt x="4786249" y="13716000"/>
                  </a:lnTo>
                  <a:close/>
                  <a:moveTo>
                    <a:pt x="4667758" y="13716000"/>
                  </a:moveTo>
                  <a:lnTo>
                    <a:pt x="4616958" y="13716000"/>
                  </a:lnTo>
                  <a:lnTo>
                    <a:pt x="4667758" y="13716000"/>
                  </a:lnTo>
                  <a:close/>
                  <a:moveTo>
                    <a:pt x="4549267" y="13716000"/>
                  </a:moveTo>
                  <a:lnTo>
                    <a:pt x="4498467" y="13716000"/>
                  </a:lnTo>
                  <a:lnTo>
                    <a:pt x="4549267" y="13716000"/>
                  </a:lnTo>
                  <a:close/>
                  <a:moveTo>
                    <a:pt x="4430776" y="13716000"/>
                  </a:moveTo>
                  <a:lnTo>
                    <a:pt x="4379976" y="13716000"/>
                  </a:lnTo>
                  <a:lnTo>
                    <a:pt x="4430776" y="13716000"/>
                  </a:lnTo>
                  <a:close/>
                  <a:moveTo>
                    <a:pt x="4312285" y="13716000"/>
                  </a:moveTo>
                  <a:lnTo>
                    <a:pt x="4261485" y="13716000"/>
                  </a:lnTo>
                  <a:lnTo>
                    <a:pt x="4312285" y="13716000"/>
                  </a:lnTo>
                  <a:close/>
                  <a:moveTo>
                    <a:pt x="4193794" y="13716000"/>
                  </a:moveTo>
                  <a:lnTo>
                    <a:pt x="4142994" y="13716000"/>
                  </a:lnTo>
                  <a:lnTo>
                    <a:pt x="4193794" y="13716000"/>
                  </a:lnTo>
                  <a:close/>
                  <a:moveTo>
                    <a:pt x="4075303" y="13716000"/>
                  </a:moveTo>
                  <a:lnTo>
                    <a:pt x="4024503" y="13716000"/>
                  </a:lnTo>
                  <a:lnTo>
                    <a:pt x="4075303" y="13716000"/>
                  </a:lnTo>
                  <a:close/>
                  <a:moveTo>
                    <a:pt x="3956812" y="13716000"/>
                  </a:moveTo>
                  <a:lnTo>
                    <a:pt x="3906012" y="13716000"/>
                  </a:lnTo>
                  <a:lnTo>
                    <a:pt x="3956812" y="13716000"/>
                  </a:lnTo>
                  <a:close/>
                  <a:moveTo>
                    <a:pt x="3838321" y="13716000"/>
                  </a:moveTo>
                  <a:lnTo>
                    <a:pt x="3787521" y="13716000"/>
                  </a:lnTo>
                  <a:lnTo>
                    <a:pt x="3838321" y="13716000"/>
                  </a:lnTo>
                  <a:close/>
                  <a:moveTo>
                    <a:pt x="3719830" y="13716000"/>
                  </a:moveTo>
                  <a:lnTo>
                    <a:pt x="3669030" y="13716000"/>
                  </a:lnTo>
                  <a:lnTo>
                    <a:pt x="3719830" y="13716000"/>
                  </a:lnTo>
                  <a:close/>
                  <a:moveTo>
                    <a:pt x="3601339" y="13716000"/>
                  </a:moveTo>
                  <a:lnTo>
                    <a:pt x="3550539" y="13716000"/>
                  </a:lnTo>
                  <a:lnTo>
                    <a:pt x="3601339" y="13716000"/>
                  </a:lnTo>
                  <a:close/>
                  <a:moveTo>
                    <a:pt x="3482848" y="13716000"/>
                  </a:moveTo>
                  <a:lnTo>
                    <a:pt x="3432048" y="13716000"/>
                  </a:lnTo>
                  <a:lnTo>
                    <a:pt x="3482848" y="13716000"/>
                  </a:lnTo>
                  <a:close/>
                  <a:moveTo>
                    <a:pt x="3364357" y="13716000"/>
                  </a:moveTo>
                  <a:lnTo>
                    <a:pt x="3313557" y="13716000"/>
                  </a:lnTo>
                  <a:lnTo>
                    <a:pt x="3364357" y="13716000"/>
                  </a:lnTo>
                  <a:close/>
                  <a:moveTo>
                    <a:pt x="3245866" y="13716000"/>
                  </a:moveTo>
                  <a:lnTo>
                    <a:pt x="3195066" y="13716000"/>
                  </a:lnTo>
                  <a:lnTo>
                    <a:pt x="3245866" y="13716000"/>
                  </a:lnTo>
                  <a:close/>
                  <a:moveTo>
                    <a:pt x="3127375" y="13716000"/>
                  </a:moveTo>
                  <a:lnTo>
                    <a:pt x="3076575" y="13716000"/>
                  </a:lnTo>
                  <a:lnTo>
                    <a:pt x="3127375" y="13716000"/>
                  </a:lnTo>
                  <a:close/>
                  <a:moveTo>
                    <a:pt x="3008884" y="13716000"/>
                  </a:moveTo>
                  <a:lnTo>
                    <a:pt x="2958084" y="13716000"/>
                  </a:lnTo>
                  <a:lnTo>
                    <a:pt x="3008884" y="13716000"/>
                  </a:lnTo>
                  <a:close/>
                  <a:moveTo>
                    <a:pt x="2890393" y="13716000"/>
                  </a:moveTo>
                  <a:lnTo>
                    <a:pt x="2839593" y="13716000"/>
                  </a:lnTo>
                  <a:lnTo>
                    <a:pt x="2890393" y="13716000"/>
                  </a:lnTo>
                  <a:close/>
                  <a:moveTo>
                    <a:pt x="2771902" y="13716000"/>
                  </a:moveTo>
                  <a:lnTo>
                    <a:pt x="2721102" y="13716000"/>
                  </a:lnTo>
                  <a:lnTo>
                    <a:pt x="2771902" y="13716000"/>
                  </a:lnTo>
                  <a:close/>
                  <a:moveTo>
                    <a:pt x="2653411" y="13716000"/>
                  </a:moveTo>
                  <a:lnTo>
                    <a:pt x="2602611" y="13716000"/>
                  </a:lnTo>
                  <a:lnTo>
                    <a:pt x="2653411" y="13716000"/>
                  </a:lnTo>
                  <a:close/>
                  <a:moveTo>
                    <a:pt x="2534920" y="13716000"/>
                  </a:moveTo>
                  <a:lnTo>
                    <a:pt x="2484120" y="13716000"/>
                  </a:lnTo>
                  <a:lnTo>
                    <a:pt x="2534920" y="13716000"/>
                  </a:lnTo>
                  <a:close/>
                  <a:moveTo>
                    <a:pt x="2416429" y="13716000"/>
                  </a:moveTo>
                  <a:lnTo>
                    <a:pt x="2365629" y="13716000"/>
                  </a:lnTo>
                  <a:lnTo>
                    <a:pt x="2416429" y="13716000"/>
                  </a:lnTo>
                  <a:close/>
                  <a:moveTo>
                    <a:pt x="2297938" y="13716000"/>
                  </a:moveTo>
                  <a:lnTo>
                    <a:pt x="2247138" y="13716000"/>
                  </a:lnTo>
                  <a:lnTo>
                    <a:pt x="2297938" y="13716000"/>
                  </a:lnTo>
                  <a:close/>
                  <a:moveTo>
                    <a:pt x="2179447" y="13716000"/>
                  </a:moveTo>
                  <a:lnTo>
                    <a:pt x="2128647" y="13716000"/>
                  </a:lnTo>
                  <a:lnTo>
                    <a:pt x="2179447" y="13716000"/>
                  </a:lnTo>
                  <a:close/>
                  <a:moveTo>
                    <a:pt x="2060956" y="13716000"/>
                  </a:moveTo>
                  <a:lnTo>
                    <a:pt x="2010156" y="13716000"/>
                  </a:lnTo>
                  <a:lnTo>
                    <a:pt x="2060956" y="13716000"/>
                  </a:lnTo>
                  <a:close/>
                  <a:moveTo>
                    <a:pt x="1942465" y="13716000"/>
                  </a:moveTo>
                  <a:lnTo>
                    <a:pt x="1891665" y="13716000"/>
                  </a:lnTo>
                  <a:lnTo>
                    <a:pt x="1942465" y="13716000"/>
                  </a:lnTo>
                  <a:close/>
                  <a:moveTo>
                    <a:pt x="1823974" y="13716000"/>
                  </a:moveTo>
                  <a:lnTo>
                    <a:pt x="1773174" y="13716000"/>
                  </a:lnTo>
                  <a:lnTo>
                    <a:pt x="1823974" y="13716000"/>
                  </a:lnTo>
                  <a:close/>
                  <a:moveTo>
                    <a:pt x="1705483" y="13716000"/>
                  </a:moveTo>
                  <a:lnTo>
                    <a:pt x="1654683" y="13716000"/>
                  </a:lnTo>
                  <a:lnTo>
                    <a:pt x="1705483" y="13716000"/>
                  </a:lnTo>
                  <a:close/>
                  <a:moveTo>
                    <a:pt x="1586992" y="13716000"/>
                  </a:moveTo>
                  <a:lnTo>
                    <a:pt x="1536192" y="13716000"/>
                  </a:lnTo>
                  <a:lnTo>
                    <a:pt x="1586992" y="13716000"/>
                  </a:lnTo>
                  <a:close/>
                  <a:moveTo>
                    <a:pt x="1468501" y="13716000"/>
                  </a:moveTo>
                  <a:lnTo>
                    <a:pt x="1417701" y="13716000"/>
                  </a:lnTo>
                  <a:lnTo>
                    <a:pt x="1468501" y="13716000"/>
                  </a:lnTo>
                  <a:close/>
                  <a:moveTo>
                    <a:pt x="1350010" y="13716000"/>
                  </a:moveTo>
                  <a:lnTo>
                    <a:pt x="1299210" y="13716000"/>
                  </a:lnTo>
                  <a:lnTo>
                    <a:pt x="1350010" y="13716000"/>
                  </a:lnTo>
                  <a:close/>
                  <a:moveTo>
                    <a:pt x="1231519" y="13716000"/>
                  </a:moveTo>
                  <a:lnTo>
                    <a:pt x="1193800" y="13716000"/>
                  </a:lnTo>
                  <a:lnTo>
                    <a:pt x="1244600" y="13716000"/>
                  </a:lnTo>
                  <a:close/>
                  <a:moveTo>
                    <a:pt x="1126109" y="13716000"/>
                  </a:moveTo>
                  <a:lnTo>
                    <a:pt x="1075309" y="13716000"/>
                  </a:lnTo>
                  <a:lnTo>
                    <a:pt x="1126109" y="13716000"/>
                  </a:lnTo>
                  <a:close/>
                  <a:moveTo>
                    <a:pt x="1007618" y="13716000"/>
                  </a:moveTo>
                  <a:lnTo>
                    <a:pt x="956818" y="13716000"/>
                  </a:lnTo>
                  <a:lnTo>
                    <a:pt x="1007618" y="13716000"/>
                  </a:lnTo>
                  <a:close/>
                  <a:moveTo>
                    <a:pt x="889127" y="13716000"/>
                  </a:moveTo>
                  <a:lnTo>
                    <a:pt x="838200" y="13716000"/>
                  </a:lnTo>
                  <a:lnTo>
                    <a:pt x="889000" y="13716000"/>
                  </a:lnTo>
                  <a:close/>
                  <a:moveTo>
                    <a:pt x="770509" y="13716000"/>
                  </a:moveTo>
                  <a:lnTo>
                    <a:pt x="719709" y="13716000"/>
                  </a:lnTo>
                  <a:lnTo>
                    <a:pt x="770509" y="13716000"/>
                  </a:lnTo>
                  <a:close/>
                  <a:moveTo>
                    <a:pt x="652018" y="13716000"/>
                  </a:moveTo>
                  <a:lnTo>
                    <a:pt x="601218" y="13716000"/>
                  </a:lnTo>
                  <a:lnTo>
                    <a:pt x="652018" y="13716000"/>
                  </a:lnTo>
                  <a:close/>
                  <a:moveTo>
                    <a:pt x="533527" y="13716000"/>
                  </a:moveTo>
                  <a:lnTo>
                    <a:pt x="482600" y="13716000"/>
                  </a:lnTo>
                  <a:lnTo>
                    <a:pt x="533400" y="13716000"/>
                  </a:lnTo>
                  <a:close/>
                  <a:moveTo>
                    <a:pt x="414909" y="13716000"/>
                  </a:moveTo>
                  <a:lnTo>
                    <a:pt x="364109" y="13716000"/>
                  </a:lnTo>
                  <a:lnTo>
                    <a:pt x="414909" y="13716000"/>
                  </a:lnTo>
                  <a:close/>
                  <a:moveTo>
                    <a:pt x="296418" y="13716000"/>
                  </a:moveTo>
                  <a:lnTo>
                    <a:pt x="245618" y="13716000"/>
                  </a:lnTo>
                  <a:lnTo>
                    <a:pt x="296418" y="13716000"/>
                  </a:lnTo>
                  <a:close/>
                  <a:moveTo>
                    <a:pt x="177927" y="13716000"/>
                  </a:moveTo>
                  <a:lnTo>
                    <a:pt x="127000" y="13716000"/>
                  </a:lnTo>
                  <a:lnTo>
                    <a:pt x="177800" y="13716000"/>
                  </a:lnTo>
                  <a:close/>
                  <a:moveTo>
                    <a:pt x="59309" y="13716000"/>
                  </a:moveTo>
                  <a:lnTo>
                    <a:pt x="8509" y="13716000"/>
                  </a:lnTo>
                  <a:cubicBezTo>
                    <a:pt x="3810" y="13716000"/>
                    <a:pt x="0" y="13712189"/>
                    <a:pt x="0" y="13707490"/>
                  </a:cubicBezTo>
                  <a:lnTo>
                    <a:pt x="16891" y="13707490"/>
                  </a:lnTo>
                  <a:lnTo>
                    <a:pt x="8509" y="13707490"/>
                  </a:lnTo>
                  <a:lnTo>
                    <a:pt x="8509" y="13716000"/>
                  </a:lnTo>
                  <a:lnTo>
                    <a:pt x="59309" y="13716000"/>
                  </a:lnTo>
                  <a:close/>
                  <a:moveTo>
                    <a:pt x="0" y="13639800"/>
                  </a:moveTo>
                  <a:lnTo>
                    <a:pt x="0" y="13589000"/>
                  </a:lnTo>
                  <a:lnTo>
                    <a:pt x="16891" y="13589000"/>
                  </a:lnTo>
                  <a:lnTo>
                    <a:pt x="16891" y="13639800"/>
                  </a:lnTo>
                  <a:close/>
                  <a:moveTo>
                    <a:pt x="0" y="13538200"/>
                  </a:moveTo>
                  <a:lnTo>
                    <a:pt x="0" y="13487400"/>
                  </a:lnTo>
                  <a:lnTo>
                    <a:pt x="16891" y="13487400"/>
                  </a:lnTo>
                  <a:lnTo>
                    <a:pt x="16891" y="13538200"/>
                  </a:lnTo>
                  <a:close/>
                  <a:moveTo>
                    <a:pt x="16891" y="13419710"/>
                  </a:moveTo>
                  <a:lnTo>
                    <a:pt x="16891" y="13368910"/>
                  </a:lnTo>
                  <a:lnTo>
                    <a:pt x="16891" y="13419710"/>
                  </a:lnTo>
                  <a:close/>
                  <a:moveTo>
                    <a:pt x="16891" y="13301218"/>
                  </a:moveTo>
                  <a:lnTo>
                    <a:pt x="16891" y="13250418"/>
                  </a:lnTo>
                  <a:lnTo>
                    <a:pt x="16891" y="13301218"/>
                  </a:lnTo>
                  <a:close/>
                  <a:moveTo>
                    <a:pt x="0" y="13182600"/>
                  </a:moveTo>
                  <a:lnTo>
                    <a:pt x="0" y="13131800"/>
                  </a:lnTo>
                  <a:lnTo>
                    <a:pt x="16891" y="13131800"/>
                  </a:lnTo>
                  <a:lnTo>
                    <a:pt x="16891" y="13182600"/>
                  </a:lnTo>
                  <a:close/>
                  <a:moveTo>
                    <a:pt x="16891" y="13064110"/>
                  </a:moveTo>
                  <a:lnTo>
                    <a:pt x="16891" y="13013310"/>
                  </a:lnTo>
                  <a:lnTo>
                    <a:pt x="16891" y="13064110"/>
                  </a:lnTo>
                  <a:close/>
                  <a:moveTo>
                    <a:pt x="16891" y="12945618"/>
                  </a:moveTo>
                  <a:lnTo>
                    <a:pt x="16891" y="12894818"/>
                  </a:lnTo>
                  <a:lnTo>
                    <a:pt x="16891" y="12945618"/>
                  </a:lnTo>
                  <a:close/>
                  <a:moveTo>
                    <a:pt x="0" y="12827000"/>
                  </a:moveTo>
                  <a:lnTo>
                    <a:pt x="0" y="12776200"/>
                  </a:lnTo>
                  <a:lnTo>
                    <a:pt x="16891" y="12776200"/>
                  </a:lnTo>
                  <a:lnTo>
                    <a:pt x="16891" y="12827000"/>
                  </a:lnTo>
                  <a:close/>
                  <a:moveTo>
                    <a:pt x="16891" y="12708509"/>
                  </a:moveTo>
                  <a:lnTo>
                    <a:pt x="16891" y="12657709"/>
                  </a:lnTo>
                  <a:lnTo>
                    <a:pt x="16891" y="12708509"/>
                  </a:lnTo>
                  <a:close/>
                  <a:moveTo>
                    <a:pt x="16891" y="12590018"/>
                  </a:moveTo>
                  <a:lnTo>
                    <a:pt x="16891" y="12539218"/>
                  </a:lnTo>
                  <a:lnTo>
                    <a:pt x="16891" y="12590018"/>
                  </a:lnTo>
                  <a:close/>
                  <a:moveTo>
                    <a:pt x="0" y="12471400"/>
                  </a:moveTo>
                  <a:lnTo>
                    <a:pt x="0" y="12420600"/>
                  </a:lnTo>
                  <a:lnTo>
                    <a:pt x="16891" y="12420600"/>
                  </a:lnTo>
                  <a:lnTo>
                    <a:pt x="16891" y="12471400"/>
                  </a:lnTo>
                  <a:close/>
                  <a:moveTo>
                    <a:pt x="16891" y="12352909"/>
                  </a:moveTo>
                  <a:lnTo>
                    <a:pt x="16891" y="12302109"/>
                  </a:lnTo>
                  <a:lnTo>
                    <a:pt x="16891" y="12352909"/>
                  </a:lnTo>
                  <a:close/>
                  <a:moveTo>
                    <a:pt x="16891" y="12234418"/>
                  </a:moveTo>
                  <a:lnTo>
                    <a:pt x="16891" y="12183618"/>
                  </a:lnTo>
                  <a:lnTo>
                    <a:pt x="16891" y="12234418"/>
                  </a:lnTo>
                  <a:close/>
                  <a:moveTo>
                    <a:pt x="0" y="12115800"/>
                  </a:moveTo>
                  <a:lnTo>
                    <a:pt x="0" y="12065000"/>
                  </a:lnTo>
                  <a:lnTo>
                    <a:pt x="16891" y="12065000"/>
                  </a:lnTo>
                  <a:lnTo>
                    <a:pt x="16891" y="12115800"/>
                  </a:lnTo>
                  <a:close/>
                  <a:moveTo>
                    <a:pt x="16891" y="11997309"/>
                  </a:moveTo>
                  <a:lnTo>
                    <a:pt x="16891" y="11946509"/>
                  </a:lnTo>
                  <a:lnTo>
                    <a:pt x="16891" y="11997309"/>
                  </a:lnTo>
                  <a:close/>
                  <a:moveTo>
                    <a:pt x="16891" y="11878818"/>
                  </a:moveTo>
                  <a:lnTo>
                    <a:pt x="16891" y="11828018"/>
                  </a:lnTo>
                  <a:lnTo>
                    <a:pt x="16891" y="11878818"/>
                  </a:lnTo>
                  <a:close/>
                  <a:moveTo>
                    <a:pt x="0" y="11760200"/>
                  </a:moveTo>
                  <a:lnTo>
                    <a:pt x="0" y="11709400"/>
                  </a:lnTo>
                  <a:lnTo>
                    <a:pt x="16891" y="11709400"/>
                  </a:lnTo>
                  <a:lnTo>
                    <a:pt x="16891" y="11760200"/>
                  </a:lnTo>
                  <a:close/>
                  <a:moveTo>
                    <a:pt x="16891" y="11641709"/>
                  </a:moveTo>
                  <a:lnTo>
                    <a:pt x="16891" y="11590909"/>
                  </a:lnTo>
                  <a:lnTo>
                    <a:pt x="16891" y="11641709"/>
                  </a:lnTo>
                  <a:close/>
                  <a:moveTo>
                    <a:pt x="16891" y="11523218"/>
                  </a:moveTo>
                  <a:lnTo>
                    <a:pt x="16891" y="11472418"/>
                  </a:lnTo>
                  <a:lnTo>
                    <a:pt x="16891" y="11523218"/>
                  </a:lnTo>
                  <a:close/>
                  <a:moveTo>
                    <a:pt x="0" y="11404600"/>
                  </a:moveTo>
                  <a:lnTo>
                    <a:pt x="0" y="11353800"/>
                  </a:lnTo>
                  <a:lnTo>
                    <a:pt x="16891" y="11353800"/>
                  </a:lnTo>
                  <a:lnTo>
                    <a:pt x="16891" y="11404600"/>
                  </a:lnTo>
                  <a:close/>
                  <a:moveTo>
                    <a:pt x="16891" y="11286109"/>
                  </a:moveTo>
                  <a:lnTo>
                    <a:pt x="16891" y="11235309"/>
                  </a:lnTo>
                  <a:lnTo>
                    <a:pt x="16891" y="11286109"/>
                  </a:lnTo>
                  <a:close/>
                  <a:moveTo>
                    <a:pt x="16891" y="11167618"/>
                  </a:moveTo>
                  <a:lnTo>
                    <a:pt x="16891" y="11116818"/>
                  </a:lnTo>
                  <a:lnTo>
                    <a:pt x="16891" y="11167618"/>
                  </a:lnTo>
                  <a:close/>
                  <a:moveTo>
                    <a:pt x="0" y="11049000"/>
                  </a:moveTo>
                  <a:lnTo>
                    <a:pt x="0" y="10998200"/>
                  </a:lnTo>
                  <a:lnTo>
                    <a:pt x="16891" y="10998200"/>
                  </a:lnTo>
                  <a:lnTo>
                    <a:pt x="16891" y="11049000"/>
                  </a:lnTo>
                  <a:close/>
                  <a:moveTo>
                    <a:pt x="16891" y="10930509"/>
                  </a:moveTo>
                  <a:lnTo>
                    <a:pt x="16891" y="10879709"/>
                  </a:lnTo>
                  <a:lnTo>
                    <a:pt x="16891" y="10930509"/>
                  </a:lnTo>
                  <a:close/>
                  <a:moveTo>
                    <a:pt x="16891" y="10812018"/>
                  </a:moveTo>
                  <a:lnTo>
                    <a:pt x="16891" y="10761218"/>
                  </a:lnTo>
                  <a:lnTo>
                    <a:pt x="16891" y="10812018"/>
                  </a:lnTo>
                  <a:close/>
                  <a:moveTo>
                    <a:pt x="0" y="10693400"/>
                  </a:moveTo>
                  <a:lnTo>
                    <a:pt x="0" y="10642600"/>
                  </a:lnTo>
                  <a:lnTo>
                    <a:pt x="16891" y="10642600"/>
                  </a:lnTo>
                  <a:lnTo>
                    <a:pt x="16891" y="10693400"/>
                  </a:lnTo>
                  <a:close/>
                  <a:moveTo>
                    <a:pt x="16891" y="10574909"/>
                  </a:moveTo>
                  <a:lnTo>
                    <a:pt x="16891" y="10524109"/>
                  </a:lnTo>
                  <a:lnTo>
                    <a:pt x="16891" y="10574909"/>
                  </a:lnTo>
                  <a:close/>
                  <a:moveTo>
                    <a:pt x="16891" y="10456418"/>
                  </a:moveTo>
                  <a:lnTo>
                    <a:pt x="16891" y="10405618"/>
                  </a:lnTo>
                  <a:lnTo>
                    <a:pt x="16891" y="10456418"/>
                  </a:lnTo>
                  <a:close/>
                  <a:moveTo>
                    <a:pt x="0" y="10337800"/>
                  </a:moveTo>
                  <a:lnTo>
                    <a:pt x="0" y="10287000"/>
                  </a:lnTo>
                  <a:lnTo>
                    <a:pt x="16891" y="10287000"/>
                  </a:lnTo>
                  <a:lnTo>
                    <a:pt x="16891" y="10337800"/>
                  </a:lnTo>
                  <a:close/>
                  <a:moveTo>
                    <a:pt x="16891" y="10219309"/>
                  </a:moveTo>
                  <a:lnTo>
                    <a:pt x="16891" y="10168509"/>
                  </a:lnTo>
                  <a:lnTo>
                    <a:pt x="16891" y="10219309"/>
                  </a:lnTo>
                  <a:close/>
                  <a:moveTo>
                    <a:pt x="16891" y="10100818"/>
                  </a:moveTo>
                  <a:lnTo>
                    <a:pt x="16891" y="10050018"/>
                  </a:lnTo>
                  <a:lnTo>
                    <a:pt x="16891" y="10100818"/>
                  </a:lnTo>
                  <a:close/>
                  <a:moveTo>
                    <a:pt x="0" y="9982200"/>
                  </a:moveTo>
                  <a:lnTo>
                    <a:pt x="0" y="9931400"/>
                  </a:lnTo>
                  <a:lnTo>
                    <a:pt x="16891" y="9931400"/>
                  </a:lnTo>
                  <a:lnTo>
                    <a:pt x="16891" y="9982200"/>
                  </a:lnTo>
                  <a:close/>
                  <a:moveTo>
                    <a:pt x="16891" y="9863709"/>
                  </a:moveTo>
                  <a:lnTo>
                    <a:pt x="16891" y="9812909"/>
                  </a:lnTo>
                  <a:lnTo>
                    <a:pt x="16891" y="9863709"/>
                  </a:lnTo>
                  <a:close/>
                  <a:moveTo>
                    <a:pt x="16891" y="9745218"/>
                  </a:moveTo>
                  <a:lnTo>
                    <a:pt x="16891" y="9694418"/>
                  </a:lnTo>
                  <a:lnTo>
                    <a:pt x="16891" y="9745218"/>
                  </a:lnTo>
                  <a:close/>
                  <a:moveTo>
                    <a:pt x="0" y="9626600"/>
                  </a:moveTo>
                  <a:lnTo>
                    <a:pt x="0" y="9575800"/>
                  </a:lnTo>
                  <a:lnTo>
                    <a:pt x="16891" y="9575800"/>
                  </a:lnTo>
                  <a:lnTo>
                    <a:pt x="16891" y="9626600"/>
                  </a:lnTo>
                  <a:close/>
                  <a:moveTo>
                    <a:pt x="16891" y="9508109"/>
                  </a:moveTo>
                  <a:lnTo>
                    <a:pt x="16891" y="9457309"/>
                  </a:lnTo>
                  <a:lnTo>
                    <a:pt x="16891" y="9508109"/>
                  </a:lnTo>
                  <a:close/>
                  <a:moveTo>
                    <a:pt x="16891" y="9389618"/>
                  </a:moveTo>
                  <a:lnTo>
                    <a:pt x="16891" y="9338818"/>
                  </a:lnTo>
                  <a:lnTo>
                    <a:pt x="16891" y="9389618"/>
                  </a:lnTo>
                  <a:close/>
                  <a:moveTo>
                    <a:pt x="0" y="9271000"/>
                  </a:moveTo>
                  <a:lnTo>
                    <a:pt x="0" y="9220200"/>
                  </a:lnTo>
                  <a:lnTo>
                    <a:pt x="16891" y="9220200"/>
                  </a:lnTo>
                  <a:lnTo>
                    <a:pt x="16891" y="9271000"/>
                  </a:lnTo>
                  <a:close/>
                  <a:moveTo>
                    <a:pt x="16891" y="9152509"/>
                  </a:moveTo>
                  <a:lnTo>
                    <a:pt x="16891" y="9101709"/>
                  </a:lnTo>
                  <a:lnTo>
                    <a:pt x="16891" y="9152509"/>
                  </a:lnTo>
                  <a:close/>
                  <a:moveTo>
                    <a:pt x="16891" y="9034018"/>
                  </a:moveTo>
                  <a:lnTo>
                    <a:pt x="16891" y="8983218"/>
                  </a:lnTo>
                  <a:lnTo>
                    <a:pt x="16891" y="9034018"/>
                  </a:lnTo>
                  <a:close/>
                  <a:moveTo>
                    <a:pt x="0" y="8915400"/>
                  </a:moveTo>
                  <a:lnTo>
                    <a:pt x="0" y="8864600"/>
                  </a:lnTo>
                  <a:lnTo>
                    <a:pt x="16891" y="8864600"/>
                  </a:lnTo>
                  <a:lnTo>
                    <a:pt x="16891" y="8915400"/>
                  </a:lnTo>
                  <a:close/>
                  <a:moveTo>
                    <a:pt x="16891" y="8796909"/>
                  </a:moveTo>
                  <a:lnTo>
                    <a:pt x="16891" y="8746109"/>
                  </a:lnTo>
                  <a:lnTo>
                    <a:pt x="16891" y="8796909"/>
                  </a:lnTo>
                  <a:close/>
                  <a:moveTo>
                    <a:pt x="16891" y="8678418"/>
                  </a:moveTo>
                  <a:lnTo>
                    <a:pt x="16891" y="8627618"/>
                  </a:lnTo>
                  <a:lnTo>
                    <a:pt x="16891" y="8678418"/>
                  </a:lnTo>
                  <a:close/>
                  <a:moveTo>
                    <a:pt x="0" y="8559800"/>
                  </a:moveTo>
                  <a:lnTo>
                    <a:pt x="0" y="8509000"/>
                  </a:lnTo>
                  <a:lnTo>
                    <a:pt x="16891" y="8509000"/>
                  </a:lnTo>
                  <a:lnTo>
                    <a:pt x="16891" y="8559800"/>
                  </a:lnTo>
                  <a:close/>
                  <a:moveTo>
                    <a:pt x="16891" y="8441309"/>
                  </a:moveTo>
                  <a:lnTo>
                    <a:pt x="16891" y="8390509"/>
                  </a:lnTo>
                  <a:lnTo>
                    <a:pt x="16891" y="8441309"/>
                  </a:lnTo>
                  <a:close/>
                  <a:moveTo>
                    <a:pt x="16891" y="8322818"/>
                  </a:moveTo>
                  <a:lnTo>
                    <a:pt x="16891" y="8272018"/>
                  </a:lnTo>
                  <a:lnTo>
                    <a:pt x="16891" y="8322818"/>
                  </a:lnTo>
                  <a:close/>
                  <a:moveTo>
                    <a:pt x="0" y="8204200"/>
                  </a:moveTo>
                  <a:lnTo>
                    <a:pt x="0" y="8153400"/>
                  </a:lnTo>
                  <a:lnTo>
                    <a:pt x="16891" y="8153400"/>
                  </a:lnTo>
                  <a:lnTo>
                    <a:pt x="16891" y="8204200"/>
                  </a:lnTo>
                  <a:close/>
                  <a:moveTo>
                    <a:pt x="16891" y="8085709"/>
                  </a:moveTo>
                  <a:lnTo>
                    <a:pt x="16891" y="8034909"/>
                  </a:lnTo>
                  <a:lnTo>
                    <a:pt x="16891" y="8085709"/>
                  </a:lnTo>
                  <a:close/>
                  <a:moveTo>
                    <a:pt x="16891" y="7967218"/>
                  </a:moveTo>
                  <a:lnTo>
                    <a:pt x="16891" y="7916418"/>
                  </a:lnTo>
                  <a:lnTo>
                    <a:pt x="16891" y="7967218"/>
                  </a:lnTo>
                  <a:close/>
                  <a:moveTo>
                    <a:pt x="0" y="7848600"/>
                  </a:moveTo>
                  <a:lnTo>
                    <a:pt x="0" y="7797800"/>
                  </a:lnTo>
                  <a:lnTo>
                    <a:pt x="16891" y="7797800"/>
                  </a:lnTo>
                  <a:lnTo>
                    <a:pt x="16891" y="7848600"/>
                  </a:lnTo>
                  <a:close/>
                  <a:moveTo>
                    <a:pt x="16891" y="7730109"/>
                  </a:moveTo>
                  <a:lnTo>
                    <a:pt x="16891" y="7679309"/>
                  </a:lnTo>
                  <a:lnTo>
                    <a:pt x="16891" y="7730109"/>
                  </a:lnTo>
                  <a:close/>
                  <a:moveTo>
                    <a:pt x="16891" y="7611618"/>
                  </a:moveTo>
                  <a:lnTo>
                    <a:pt x="16891" y="7560818"/>
                  </a:lnTo>
                  <a:lnTo>
                    <a:pt x="16891" y="7611618"/>
                  </a:lnTo>
                  <a:close/>
                  <a:moveTo>
                    <a:pt x="0" y="7493000"/>
                  </a:moveTo>
                  <a:lnTo>
                    <a:pt x="0" y="7442200"/>
                  </a:lnTo>
                  <a:lnTo>
                    <a:pt x="16891" y="7442200"/>
                  </a:lnTo>
                  <a:lnTo>
                    <a:pt x="16891" y="7493000"/>
                  </a:lnTo>
                  <a:close/>
                  <a:moveTo>
                    <a:pt x="16891" y="7374509"/>
                  </a:moveTo>
                  <a:lnTo>
                    <a:pt x="16891" y="7323709"/>
                  </a:lnTo>
                  <a:lnTo>
                    <a:pt x="16891" y="7374509"/>
                  </a:lnTo>
                  <a:close/>
                  <a:moveTo>
                    <a:pt x="16891" y="7256018"/>
                  </a:moveTo>
                  <a:lnTo>
                    <a:pt x="16891" y="7205218"/>
                  </a:lnTo>
                  <a:lnTo>
                    <a:pt x="16891" y="7256018"/>
                  </a:lnTo>
                  <a:close/>
                  <a:moveTo>
                    <a:pt x="0" y="7137400"/>
                  </a:moveTo>
                  <a:lnTo>
                    <a:pt x="0" y="7086600"/>
                  </a:lnTo>
                  <a:lnTo>
                    <a:pt x="16891" y="7086600"/>
                  </a:lnTo>
                  <a:lnTo>
                    <a:pt x="16891" y="7137400"/>
                  </a:lnTo>
                  <a:close/>
                  <a:moveTo>
                    <a:pt x="16891" y="7018909"/>
                  </a:moveTo>
                  <a:lnTo>
                    <a:pt x="16891" y="6968109"/>
                  </a:lnTo>
                  <a:lnTo>
                    <a:pt x="16891" y="7018909"/>
                  </a:lnTo>
                  <a:close/>
                  <a:moveTo>
                    <a:pt x="16891" y="6900418"/>
                  </a:moveTo>
                  <a:lnTo>
                    <a:pt x="16891" y="6849618"/>
                  </a:lnTo>
                  <a:lnTo>
                    <a:pt x="16891" y="6900418"/>
                  </a:lnTo>
                  <a:close/>
                  <a:moveTo>
                    <a:pt x="0" y="6781800"/>
                  </a:moveTo>
                  <a:lnTo>
                    <a:pt x="0" y="6731000"/>
                  </a:lnTo>
                  <a:lnTo>
                    <a:pt x="16891" y="6731000"/>
                  </a:lnTo>
                  <a:lnTo>
                    <a:pt x="16891" y="6781800"/>
                  </a:lnTo>
                  <a:close/>
                  <a:moveTo>
                    <a:pt x="16891" y="6663309"/>
                  </a:moveTo>
                  <a:lnTo>
                    <a:pt x="16891" y="6612509"/>
                  </a:lnTo>
                  <a:lnTo>
                    <a:pt x="16891" y="6663309"/>
                  </a:lnTo>
                  <a:close/>
                  <a:moveTo>
                    <a:pt x="16891" y="6544818"/>
                  </a:moveTo>
                  <a:lnTo>
                    <a:pt x="16891" y="6494018"/>
                  </a:lnTo>
                  <a:lnTo>
                    <a:pt x="16891" y="6544818"/>
                  </a:lnTo>
                  <a:close/>
                  <a:moveTo>
                    <a:pt x="0" y="6426200"/>
                  </a:moveTo>
                  <a:lnTo>
                    <a:pt x="0" y="6375400"/>
                  </a:lnTo>
                  <a:lnTo>
                    <a:pt x="16891" y="6375400"/>
                  </a:lnTo>
                  <a:lnTo>
                    <a:pt x="16891" y="6426200"/>
                  </a:lnTo>
                  <a:close/>
                  <a:moveTo>
                    <a:pt x="16891" y="6307709"/>
                  </a:moveTo>
                  <a:lnTo>
                    <a:pt x="16891" y="6256909"/>
                  </a:lnTo>
                  <a:lnTo>
                    <a:pt x="16891" y="6307709"/>
                  </a:lnTo>
                  <a:close/>
                  <a:moveTo>
                    <a:pt x="16891" y="6189218"/>
                  </a:moveTo>
                  <a:lnTo>
                    <a:pt x="16891" y="6138418"/>
                  </a:lnTo>
                  <a:lnTo>
                    <a:pt x="16891" y="6189218"/>
                  </a:lnTo>
                  <a:close/>
                  <a:moveTo>
                    <a:pt x="0" y="6070600"/>
                  </a:moveTo>
                  <a:lnTo>
                    <a:pt x="0" y="6019800"/>
                  </a:lnTo>
                  <a:lnTo>
                    <a:pt x="16891" y="6019800"/>
                  </a:lnTo>
                  <a:lnTo>
                    <a:pt x="16891" y="6070600"/>
                  </a:lnTo>
                  <a:close/>
                  <a:moveTo>
                    <a:pt x="16891" y="5952109"/>
                  </a:moveTo>
                  <a:lnTo>
                    <a:pt x="16891" y="5901309"/>
                  </a:lnTo>
                  <a:lnTo>
                    <a:pt x="16891" y="5952109"/>
                  </a:lnTo>
                  <a:close/>
                  <a:moveTo>
                    <a:pt x="16891" y="5833618"/>
                  </a:moveTo>
                  <a:lnTo>
                    <a:pt x="16891" y="5782818"/>
                  </a:lnTo>
                  <a:lnTo>
                    <a:pt x="16891" y="5833618"/>
                  </a:lnTo>
                  <a:close/>
                  <a:moveTo>
                    <a:pt x="0" y="5715000"/>
                  </a:moveTo>
                  <a:lnTo>
                    <a:pt x="0" y="5664200"/>
                  </a:lnTo>
                  <a:lnTo>
                    <a:pt x="16891" y="5664200"/>
                  </a:lnTo>
                  <a:lnTo>
                    <a:pt x="16891" y="5715000"/>
                  </a:lnTo>
                  <a:close/>
                  <a:moveTo>
                    <a:pt x="16891" y="5596509"/>
                  </a:moveTo>
                  <a:lnTo>
                    <a:pt x="16891" y="5545709"/>
                  </a:lnTo>
                  <a:lnTo>
                    <a:pt x="16891" y="5596509"/>
                  </a:lnTo>
                  <a:close/>
                  <a:moveTo>
                    <a:pt x="16891" y="5478018"/>
                  </a:moveTo>
                  <a:lnTo>
                    <a:pt x="16891" y="5427218"/>
                  </a:lnTo>
                  <a:lnTo>
                    <a:pt x="16891" y="5478018"/>
                  </a:lnTo>
                  <a:close/>
                  <a:moveTo>
                    <a:pt x="0" y="5359400"/>
                  </a:moveTo>
                  <a:lnTo>
                    <a:pt x="0" y="5308600"/>
                  </a:lnTo>
                  <a:lnTo>
                    <a:pt x="16891" y="5308600"/>
                  </a:lnTo>
                  <a:lnTo>
                    <a:pt x="16891" y="5359400"/>
                  </a:lnTo>
                  <a:close/>
                  <a:moveTo>
                    <a:pt x="16891" y="5240909"/>
                  </a:moveTo>
                  <a:lnTo>
                    <a:pt x="16891" y="5190109"/>
                  </a:lnTo>
                  <a:lnTo>
                    <a:pt x="16891" y="5240909"/>
                  </a:lnTo>
                  <a:close/>
                  <a:moveTo>
                    <a:pt x="16891" y="5122418"/>
                  </a:moveTo>
                  <a:lnTo>
                    <a:pt x="16891" y="5071618"/>
                  </a:lnTo>
                  <a:lnTo>
                    <a:pt x="16891" y="5122418"/>
                  </a:lnTo>
                  <a:close/>
                  <a:moveTo>
                    <a:pt x="0" y="5003800"/>
                  </a:moveTo>
                  <a:lnTo>
                    <a:pt x="0" y="4953000"/>
                  </a:lnTo>
                  <a:lnTo>
                    <a:pt x="16891" y="4953000"/>
                  </a:lnTo>
                  <a:lnTo>
                    <a:pt x="16891" y="5003800"/>
                  </a:lnTo>
                  <a:close/>
                  <a:moveTo>
                    <a:pt x="16891" y="4885309"/>
                  </a:moveTo>
                  <a:lnTo>
                    <a:pt x="16891" y="4834509"/>
                  </a:lnTo>
                  <a:lnTo>
                    <a:pt x="16891" y="4885309"/>
                  </a:lnTo>
                  <a:close/>
                  <a:moveTo>
                    <a:pt x="16891" y="4766818"/>
                  </a:moveTo>
                  <a:lnTo>
                    <a:pt x="16891" y="4716018"/>
                  </a:lnTo>
                  <a:lnTo>
                    <a:pt x="16891" y="4766818"/>
                  </a:lnTo>
                  <a:close/>
                  <a:moveTo>
                    <a:pt x="0" y="4648200"/>
                  </a:moveTo>
                  <a:lnTo>
                    <a:pt x="0" y="4597400"/>
                  </a:lnTo>
                  <a:lnTo>
                    <a:pt x="16891" y="4597400"/>
                  </a:lnTo>
                  <a:lnTo>
                    <a:pt x="16891" y="4648200"/>
                  </a:lnTo>
                  <a:close/>
                  <a:moveTo>
                    <a:pt x="16891" y="4529709"/>
                  </a:moveTo>
                  <a:lnTo>
                    <a:pt x="16891" y="4478909"/>
                  </a:lnTo>
                  <a:lnTo>
                    <a:pt x="16891" y="4529709"/>
                  </a:lnTo>
                  <a:close/>
                  <a:moveTo>
                    <a:pt x="16891" y="4411218"/>
                  </a:moveTo>
                  <a:lnTo>
                    <a:pt x="16891" y="4360418"/>
                  </a:lnTo>
                  <a:lnTo>
                    <a:pt x="16891" y="4411218"/>
                  </a:lnTo>
                  <a:close/>
                  <a:moveTo>
                    <a:pt x="0" y="4292600"/>
                  </a:moveTo>
                  <a:lnTo>
                    <a:pt x="0" y="4241800"/>
                  </a:lnTo>
                  <a:lnTo>
                    <a:pt x="16891" y="4241800"/>
                  </a:lnTo>
                  <a:lnTo>
                    <a:pt x="16891" y="4292600"/>
                  </a:lnTo>
                  <a:close/>
                  <a:moveTo>
                    <a:pt x="16891" y="4174109"/>
                  </a:moveTo>
                  <a:lnTo>
                    <a:pt x="16891" y="4123309"/>
                  </a:lnTo>
                  <a:lnTo>
                    <a:pt x="16891" y="4174109"/>
                  </a:lnTo>
                  <a:close/>
                  <a:moveTo>
                    <a:pt x="16891" y="4055618"/>
                  </a:moveTo>
                  <a:lnTo>
                    <a:pt x="16891" y="4004818"/>
                  </a:lnTo>
                  <a:lnTo>
                    <a:pt x="16891" y="4055618"/>
                  </a:lnTo>
                  <a:close/>
                  <a:moveTo>
                    <a:pt x="0" y="3937000"/>
                  </a:moveTo>
                  <a:lnTo>
                    <a:pt x="0" y="3886200"/>
                  </a:lnTo>
                  <a:lnTo>
                    <a:pt x="16891" y="3886200"/>
                  </a:lnTo>
                  <a:lnTo>
                    <a:pt x="16891" y="3937000"/>
                  </a:lnTo>
                  <a:close/>
                  <a:moveTo>
                    <a:pt x="16891" y="3818509"/>
                  </a:moveTo>
                  <a:lnTo>
                    <a:pt x="16891" y="3767709"/>
                  </a:lnTo>
                  <a:lnTo>
                    <a:pt x="16891" y="3818509"/>
                  </a:lnTo>
                  <a:close/>
                  <a:moveTo>
                    <a:pt x="16891" y="3700018"/>
                  </a:moveTo>
                  <a:lnTo>
                    <a:pt x="16891" y="3649218"/>
                  </a:lnTo>
                  <a:lnTo>
                    <a:pt x="16891" y="3700018"/>
                  </a:lnTo>
                  <a:close/>
                  <a:moveTo>
                    <a:pt x="0" y="3581400"/>
                  </a:moveTo>
                  <a:lnTo>
                    <a:pt x="0" y="3530600"/>
                  </a:lnTo>
                  <a:lnTo>
                    <a:pt x="16891" y="3530600"/>
                  </a:lnTo>
                  <a:lnTo>
                    <a:pt x="16891" y="3581400"/>
                  </a:lnTo>
                  <a:close/>
                  <a:moveTo>
                    <a:pt x="16891" y="3462909"/>
                  </a:moveTo>
                  <a:lnTo>
                    <a:pt x="16891" y="3412109"/>
                  </a:lnTo>
                  <a:lnTo>
                    <a:pt x="16891" y="3462909"/>
                  </a:lnTo>
                  <a:close/>
                  <a:moveTo>
                    <a:pt x="16891" y="3344418"/>
                  </a:moveTo>
                  <a:lnTo>
                    <a:pt x="16891" y="3293618"/>
                  </a:lnTo>
                  <a:lnTo>
                    <a:pt x="16891" y="3344418"/>
                  </a:lnTo>
                  <a:close/>
                  <a:moveTo>
                    <a:pt x="0" y="3225800"/>
                  </a:moveTo>
                  <a:lnTo>
                    <a:pt x="0" y="3175000"/>
                  </a:lnTo>
                  <a:lnTo>
                    <a:pt x="16891" y="3175000"/>
                  </a:lnTo>
                  <a:lnTo>
                    <a:pt x="16891" y="3225800"/>
                  </a:lnTo>
                  <a:close/>
                  <a:moveTo>
                    <a:pt x="16891" y="3107309"/>
                  </a:moveTo>
                  <a:lnTo>
                    <a:pt x="16891" y="3056509"/>
                  </a:lnTo>
                  <a:lnTo>
                    <a:pt x="16891" y="3107309"/>
                  </a:lnTo>
                  <a:close/>
                  <a:moveTo>
                    <a:pt x="16891" y="2988818"/>
                  </a:moveTo>
                  <a:lnTo>
                    <a:pt x="16891" y="2938018"/>
                  </a:lnTo>
                  <a:lnTo>
                    <a:pt x="16891" y="2988818"/>
                  </a:lnTo>
                  <a:close/>
                  <a:moveTo>
                    <a:pt x="0" y="2870200"/>
                  </a:moveTo>
                  <a:lnTo>
                    <a:pt x="0" y="2819400"/>
                  </a:lnTo>
                  <a:lnTo>
                    <a:pt x="16891" y="2819400"/>
                  </a:lnTo>
                  <a:lnTo>
                    <a:pt x="16891" y="2870200"/>
                  </a:lnTo>
                  <a:close/>
                  <a:moveTo>
                    <a:pt x="16891" y="2751709"/>
                  </a:moveTo>
                  <a:lnTo>
                    <a:pt x="16891" y="2700909"/>
                  </a:lnTo>
                  <a:lnTo>
                    <a:pt x="16891" y="2751709"/>
                  </a:lnTo>
                  <a:close/>
                  <a:moveTo>
                    <a:pt x="16891" y="2633218"/>
                  </a:moveTo>
                  <a:lnTo>
                    <a:pt x="16891" y="2582418"/>
                  </a:lnTo>
                  <a:lnTo>
                    <a:pt x="16891" y="2633218"/>
                  </a:lnTo>
                  <a:close/>
                  <a:moveTo>
                    <a:pt x="0" y="2514600"/>
                  </a:moveTo>
                  <a:lnTo>
                    <a:pt x="0" y="2463800"/>
                  </a:lnTo>
                  <a:lnTo>
                    <a:pt x="16891" y="2463800"/>
                  </a:lnTo>
                  <a:lnTo>
                    <a:pt x="16891" y="2514600"/>
                  </a:lnTo>
                  <a:close/>
                  <a:moveTo>
                    <a:pt x="16891" y="2396109"/>
                  </a:moveTo>
                  <a:lnTo>
                    <a:pt x="16891" y="2345309"/>
                  </a:lnTo>
                  <a:lnTo>
                    <a:pt x="16891" y="2396109"/>
                  </a:lnTo>
                  <a:close/>
                  <a:moveTo>
                    <a:pt x="16891" y="2277618"/>
                  </a:moveTo>
                  <a:lnTo>
                    <a:pt x="16891" y="2226818"/>
                  </a:lnTo>
                  <a:lnTo>
                    <a:pt x="16891" y="2277618"/>
                  </a:lnTo>
                  <a:close/>
                  <a:moveTo>
                    <a:pt x="0" y="2159000"/>
                  </a:moveTo>
                  <a:lnTo>
                    <a:pt x="0" y="2108200"/>
                  </a:lnTo>
                  <a:lnTo>
                    <a:pt x="16891" y="2108200"/>
                  </a:lnTo>
                  <a:lnTo>
                    <a:pt x="16891" y="2159000"/>
                  </a:lnTo>
                  <a:close/>
                  <a:moveTo>
                    <a:pt x="16891" y="2040509"/>
                  </a:moveTo>
                  <a:lnTo>
                    <a:pt x="16891" y="1989709"/>
                  </a:lnTo>
                  <a:lnTo>
                    <a:pt x="16891" y="2040509"/>
                  </a:lnTo>
                  <a:close/>
                  <a:moveTo>
                    <a:pt x="16891" y="1922018"/>
                  </a:moveTo>
                  <a:lnTo>
                    <a:pt x="16891" y="1871218"/>
                  </a:lnTo>
                  <a:lnTo>
                    <a:pt x="16891" y="1922018"/>
                  </a:lnTo>
                  <a:close/>
                  <a:moveTo>
                    <a:pt x="0" y="1803400"/>
                  </a:moveTo>
                  <a:lnTo>
                    <a:pt x="0" y="1752600"/>
                  </a:lnTo>
                  <a:lnTo>
                    <a:pt x="16891" y="1752600"/>
                  </a:lnTo>
                  <a:lnTo>
                    <a:pt x="16891" y="1803400"/>
                  </a:lnTo>
                  <a:close/>
                  <a:moveTo>
                    <a:pt x="16891" y="1684909"/>
                  </a:moveTo>
                  <a:lnTo>
                    <a:pt x="16891" y="1634109"/>
                  </a:lnTo>
                  <a:lnTo>
                    <a:pt x="16891" y="1684909"/>
                  </a:lnTo>
                  <a:close/>
                  <a:moveTo>
                    <a:pt x="16891" y="1566418"/>
                  </a:moveTo>
                  <a:lnTo>
                    <a:pt x="16891" y="1515618"/>
                  </a:lnTo>
                  <a:lnTo>
                    <a:pt x="16891" y="1566418"/>
                  </a:lnTo>
                  <a:close/>
                  <a:moveTo>
                    <a:pt x="0" y="1447800"/>
                  </a:moveTo>
                  <a:lnTo>
                    <a:pt x="0" y="1397000"/>
                  </a:lnTo>
                  <a:lnTo>
                    <a:pt x="16891" y="1397000"/>
                  </a:lnTo>
                  <a:lnTo>
                    <a:pt x="16891" y="1447800"/>
                  </a:lnTo>
                  <a:close/>
                  <a:moveTo>
                    <a:pt x="16891" y="1329309"/>
                  </a:moveTo>
                  <a:lnTo>
                    <a:pt x="16891" y="1278509"/>
                  </a:lnTo>
                  <a:lnTo>
                    <a:pt x="16891" y="1329309"/>
                  </a:lnTo>
                  <a:close/>
                  <a:moveTo>
                    <a:pt x="16891" y="1210818"/>
                  </a:moveTo>
                  <a:lnTo>
                    <a:pt x="16891" y="1160018"/>
                  </a:lnTo>
                  <a:lnTo>
                    <a:pt x="16891" y="1210818"/>
                  </a:lnTo>
                  <a:close/>
                  <a:moveTo>
                    <a:pt x="0" y="1092200"/>
                  </a:moveTo>
                  <a:lnTo>
                    <a:pt x="0" y="1041400"/>
                  </a:lnTo>
                  <a:lnTo>
                    <a:pt x="16891" y="1041400"/>
                  </a:lnTo>
                  <a:lnTo>
                    <a:pt x="16891" y="1092200"/>
                  </a:lnTo>
                  <a:close/>
                  <a:moveTo>
                    <a:pt x="16891" y="973709"/>
                  </a:moveTo>
                  <a:lnTo>
                    <a:pt x="16891" y="922909"/>
                  </a:lnTo>
                  <a:lnTo>
                    <a:pt x="16891" y="973709"/>
                  </a:lnTo>
                  <a:close/>
                  <a:moveTo>
                    <a:pt x="16891" y="855218"/>
                  </a:moveTo>
                  <a:lnTo>
                    <a:pt x="16891" y="804418"/>
                  </a:lnTo>
                  <a:lnTo>
                    <a:pt x="16891" y="855218"/>
                  </a:lnTo>
                  <a:close/>
                  <a:moveTo>
                    <a:pt x="0" y="736600"/>
                  </a:moveTo>
                  <a:lnTo>
                    <a:pt x="0" y="685800"/>
                  </a:lnTo>
                  <a:lnTo>
                    <a:pt x="16891" y="685800"/>
                  </a:lnTo>
                  <a:lnTo>
                    <a:pt x="16891" y="736600"/>
                  </a:lnTo>
                  <a:close/>
                  <a:moveTo>
                    <a:pt x="16891" y="618109"/>
                  </a:moveTo>
                  <a:lnTo>
                    <a:pt x="16891" y="567309"/>
                  </a:lnTo>
                  <a:lnTo>
                    <a:pt x="16891" y="618109"/>
                  </a:lnTo>
                  <a:close/>
                  <a:moveTo>
                    <a:pt x="16891" y="499618"/>
                  </a:moveTo>
                  <a:lnTo>
                    <a:pt x="16891" y="448818"/>
                  </a:lnTo>
                  <a:lnTo>
                    <a:pt x="16891" y="499618"/>
                  </a:lnTo>
                  <a:close/>
                  <a:moveTo>
                    <a:pt x="0" y="381000"/>
                  </a:moveTo>
                  <a:lnTo>
                    <a:pt x="0" y="330200"/>
                  </a:lnTo>
                  <a:lnTo>
                    <a:pt x="16891" y="330200"/>
                  </a:lnTo>
                  <a:lnTo>
                    <a:pt x="16891" y="381000"/>
                  </a:lnTo>
                  <a:close/>
                  <a:moveTo>
                    <a:pt x="16891" y="262509"/>
                  </a:moveTo>
                  <a:lnTo>
                    <a:pt x="16891" y="211709"/>
                  </a:lnTo>
                  <a:lnTo>
                    <a:pt x="16891" y="262509"/>
                  </a:lnTo>
                  <a:close/>
                  <a:moveTo>
                    <a:pt x="16891" y="144018"/>
                  </a:moveTo>
                  <a:lnTo>
                    <a:pt x="16891" y="93218"/>
                  </a:lnTo>
                  <a:lnTo>
                    <a:pt x="16891" y="144018"/>
                  </a:lnTo>
                  <a:close/>
                  <a:moveTo>
                    <a:pt x="0" y="25400"/>
                  </a:moveTo>
                  <a:lnTo>
                    <a:pt x="0" y="8509"/>
                  </a:lnTo>
                  <a:cubicBezTo>
                    <a:pt x="0" y="3810"/>
                    <a:pt x="3810" y="0"/>
                    <a:pt x="8509" y="0"/>
                  </a:cubicBezTo>
                  <a:lnTo>
                    <a:pt x="59309" y="0"/>
                  </a:lnTo>
                  <a:lnTo>
                    <a:pt x="59309" y="16891"/>
                  </a:lnTo>
                  <a:lnTo>
                    <a:pt x="8509" y="16891"/>
                  </a:lnTo>
                  <a:lnTo>
                    <a:pt x="8509" y="8509"/>
                  </a:lnTo>
                  <a:lnTo>
                    <a:pt x="17018" y="8509"/>
                  </a:lnTo>
                  <a:lnTo>
                    <a:pt x="17018" y="25400"/>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3" name="Group 8"/>
          <p:cNvGrpSpPr/>
          <p:nvPr/>
        </p:nvGrpSpPr>
        <p:grpSpPr>
          <a:xfrm>
            <a:off x="1645920" y="991440"/>
            <a:ext cx="6949080" cy="654120"/>
            <a:chOff x="1645920" y="991440"/>
            <a:chExt cx="6949080" cy="654120"/>
          </a:xfrm>
        </p:grpSpPr>
        <p:sp>
          <p:nvSpPr>
            <p:cNvPr id="104" name="Freeform 9"/>
            <p:cNvSpPr/>
            <p:nvPr/>
          </p:nvSpPr>
          <p:spPr>
            <a:xfrm>
              <a:off x="1645920" y="1005840"/>
              <a:ext cx="6949080" cy="639720"/>
            </a:xfrm>
            <a:custGeom>
              <a:avLst/>
              <a:gdLst>
                <a:gd name="textAreaLeft" fmla="*/ 0 w 6949080"/>
                <a:gd name="textAreaRight" fmla="*/ 6949440 w 6949080"/>
                <a:gd name="textAreaTop" fmla="*/ 0 h 639720"/>
                <a:gd name="textAreaBottom" fmla="*/ 640080 h 639720"/>
              </a:gdLst>
              <a:ahLst/>
              <a:rect l="textAreaLeft" t="textAreaTop" r="textAreaRight" b="textAreaBottom"/>
              <a:pathLst>
                <a:path w="9265920" h="853440">
                  <a:moveTo>
                    <a:pt x="0" y="0"/>
                  </a:moveTo>
                  <a:lnTo>
                    <a:pt x="9265920" y="0"/>
                  </a:lnTo>
                  <a:lnTo>
                    <a:pt x="9265920" y="853440"/>
                  </a:lnTo>
                  <a:lnTo>
                    <a:pt x="0" y="85344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 name="TextBox 10"/>
            <p:cNvSpPr/>
            <p:nvPr/>
          </p:nvSpPr>
          <p:spPr>
            <a:xfrm>
              <a:off x="1645920" y="991440"/>
              <a:ext cx="6949080" cy="65412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599" strike="noStrike">
                  <a:solidFill>
                    <a:srgbClr val="f4a261"/>
                  </a:solidFill>
                  <a:latin typeface="Trebuchet MS Bold"/>
                  <a:ea typeface="Trebuchet MS Bold"/>
                </a:rPr>
                <a:t>From the Greek  "ge"</a:t>
              </a:r>
              <a:endParaRPr b="0" lang="en-US" sz="2000" spc="-1" strike="noStrike">
                <a:solidFill>
                  <a:srgbClr val="ffffff"/>
                </a:solidFill>
                <a:latin typeface="Arial"/>
              </a:endParaRPr>
            </a:p>
          </p:txBody>
        </p:sp>
      </p:grpSp>
      <p:grpSp>
        <p:nvGrpSpPr>
          <p:cNvPr id="106" name="Group 11"/>
          <p:cNvGrpSpPr/>
          <p:nvPr/>
        </p:nvGrpSpPr>
        <p:grpSpPr>
          <a:xfrm>
            <a:off x="1645920" y="1668240"/>
            <a:ext cx="6949080" cy="3305880"/>
            <a:chOff x="1645920" y="1668240"/>
            <a:chExt cx="6949080" cy="3305880"/>
          </a:xfrm>
        </p:grpSpPr>
        <p:sp>
          <p:nvSpPr>
            <p:cNvPr id="107" name="Freeform 12"/>
            <p:cNvSpPr/>
            <p:nvPr/>
          </p:nvSpPr>
          <p:spPr>
            <a:xfrm>
              <a:off x="1645920" y="1682640"/>
              <a:ext cx="6949080" cy="3291480"/>
            </a:xfrm>
            <a:custGeom>
              <a:avLst/>
              <a:gdLst>
                <a:gd name="textAreaLeft" fmla="*/ 0 w 6949080"/>
                <a:gd name="textAreaRight" fmla="*/ 6949440 w 6949080"/>
                <a:gd name="textAreaTop" fmla="*/ 0 h 3291480"/>
                <a:gd name="textAreaBottom" fmla="*/ 3291840 h 3291480"/>
              </a:gdLst>
              <a:ahLst/>
              <a:rect l="textAreaLeft" t="textAreaTop" r="textAreaRight" b="textAreaBottom"/>
              <a:pathLst>
                <a:path w="9265920" h="4389120">
                  <a:moveTo>
                    <a:pt x="0" y="0"/>
                  </a:moveTo>
                  <a:lnTo>
                    <a:pt x="9265920" y="0"/>
                  </a:lnTo>
                  <a:lnTo>
                    <a:pt x="9265920" y="4389120"/>
                  </a:lnTo>
                  <a:lnTo>
                    <a:pt x="0" y="438912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 name="TextBox 13"/>
            <p:cNvSpPr/>
            <p:nvPr/>
          </p:nvSpPr>
          <p:spPr>
            <a:xfrm>
              <a:off x="1645920" y="1668240"/>
              <a:ext cx="6949080" cy="3305880"/>
            </a:xfrm>
            <a:prstGeom prst="rect">
              <a:avLst/>
            </a:prstGeom>
            <a:noFill/>
            <a:ln w="0">
              <a:noFill/>
            </a:ln>
          </p:spPr>
          <p:style>
            <a:lnRef idx="0"/>
            <a:fillRef idx="0"/>
            <a:effectRef idx="0"/>
            <a:fontRef idx="minor"/>
          </p:style>
          <p:txBody>
            <a:bodyPr lIns="0" rIns="0" tIns="0" bIns="0" anchor="ctr">
              <a:noAutofit/>
            </a:bodyPr>
            <a:p>
              <a:pPr defTabSz="914400">
                <a:lnSpc>
                  <a:spcPts val="26399"/>
                </a:lnSpc>
              </a:pPr>
              <a:r>
                <a:rPr b="1" lang="en-US" sz="22000" spc="-1" strike="noStrike">
                  <a:solidFill>
                    <a:srgbClr val="ffffff"/>
                  </a:solidFill>
                  <a:latin typeface="Trebuchet MS Bold"/>
                  <a:ea typeface="Trebuchet MS Bold"/>
                </a:rPr>
                <a:t>GEO</a:t>
              </a:r>
              <a:endParaRPr b="0" lang="en-US" sz="22000" spc="-1" strike="noStrike">
                <a:solidFill>
                  <a:srgbClr val="ffffff"/>
                </a:solidFill>
                <a:latin typeface="Arial"/>
              </a:endParaRPr>
            </a:p>
          </p:txBody>
        </p:sp>
      </p:grpSp>
      <p:grpSp>
        <p:nvGrpSpPr>
          <p:cNvPr id="109" name="Group 14"/>
          <p:cNvGrpSpPr/>
          <p:nvPr/>
        </p:nvGrpSpPr>
        <p:grpSpPr>
          <a:xfrm>
            <a:off x="1645920" y="4923360"/>
            <a:ext cx="6949080" cy="1019880"/>
            <a:chOff x="1645920" y="4923360"/>
            <a:chExt cx="6949080" cy="1019880"/>
          </a:xfrm>
        </p:grpSpPr>
        <p:sp>
          <p:nvSpPr>
            <p:cNvPr id="110" name="Freeform 15"/>
            <p:cNvSpPr/>
            <p:nvPr/>
          </p:nvSpPr>
          <p:spPr>
            <a:xfrm>
              <a:off x="1645920" y="4937760"/>
              <a:ext cx="6949080" cy="1005480"/>
            </a:xfrm>
            <a:custGeom>
              <a:avLst/>
              <a:gdLst>
                <a:gd name="textAreaLeft" fmla="*/ 0 w 6949080"/>
                <a:gd name="textAreaRight" fmla="*/ 6949440 w 6949080"/>
                <a:gd name="textAreaTop" fmla="*/ 0 h 1005480"/>
                <a:gd name="textAreaBottom" fmla="*/ 1005840 h 1005480"/>
              </a:gdLst>
              <a:ahLst/>
              <a:rect l="textAreaLeft" t="textAreaTop" r="textAreaRight" b="textAreaBottom"/>
              <a:pathLst>
                <a:path w="9265920" h="1341120">
                  <a:moveTo>
                    <a:pt x="0" y="0"/>
                  </a:moveTo>
                  <a:lnTo>
                    <a:pt x="9265920" y="0"/>
                  </a:lnTo>
                  <a:lnTo>
                    <a:pt x="9265920" y="1341120"/>
                  </a:lnTo>
                  <a:lnTo>
                    <a:pt x="0" y="134112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 name="TextBox 16"/>
            <p:cNvSpPr/>
            <p:nvPr/>
          </p:nvSpPr>
          <p:spPr>
            <a:xfrm>
              <a:off x="1645920" y="4923360"/>
              <a:ext cx="6949080" cy="101988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4a261"/>
                  </a:solidFill>
                  <a:latin typeface="Trebuchet MS Bold"/>
                  <a:ea typeface="Trebuchet MS Bold"/>
                </a:rPr>
                <a:t>Earth.  Place.  Location.</a:t>
              </a:r>
              <a:endParaRPr b="0" lang="en-US" sz="4000" spc="-1" strike="noStrike">
                <a:solidFill>
                  <a:srgbClr val="ffffff"/>
                </a:solidFill>
                <a:latin typeface="Arial"/>
              </a:endParaRPr>
            </a:p>
          </p:txBody>
        </p:sp>
      </p:grpSp>
      <p:grpSp>
        <p:nvGrpSpPr>
          <p:cNvPr id="112" name="Group 17"/>
          <p:cNvGrpSpPr/>
          <p:nvPr/>
        </p:nvGrpSpPr>
        <p:grpSpPr>
          <a:xfrm>
            <a:off x="1633320" y="6058800"/>
            <a:ext cx="1670760" cy="116280"/>
            <a:chOff x="1633320" y="6058800"/>
            <a:chExt cx="1670760" cy="116280"/>
          </a:xfrm>
        </p:grpSpPr>
        <p:sp>
          <p:nvSpPr>
            <p:cNvPr id="113" name="Freeform 18"/>
            <p:cNvSpPr/>
            <p:nvPr/>
          </p:nvSpPr>
          <p:spPr>
            <a:xfrm>
              <a:off x="1645920" y="6071760"/>
              <a:ext cx="1645560" cy="91080"/>
            </a:xfrm>
            <a:custGeom>
              <a:avLst/>
              <a:gdLst>
                <a:gd name="textAreaLeft" fmla="*/ 0 w 1645560"/>
                <a:gd name="textAreaRight" fmla="*/ 1645920 w 1645560"/>
                <a:gd name="textAreaTop" fmla="*/ 0 h 91080"/>
                <a:gd name="textAreaBottom" fmla="*/ 91440 h 91080"/>
              </a:gdLst>
              <a:ahLst/>
              <a:rect l="textAreaLeft" t="textAreaTop" r="textAreaRight" b="textAreaBottom"/>
              <a:pathLst>
                <a:path w="2194560" h="121920">
                  <a:moveTo>
                    <a:pt x="0" y="0"/>
                  </a:moveTo>
                  <a:lnTo>
                    <a:pt x="2194560" y="0"/>
                  </a:lnTo>
                  <a:lnTo>
                    <a:pt x="219456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 name="Freeform 19"/>
            <p:cNvSpPr/>
            <p:nvPr/>
          </p:nvSpPr>
          <p:spPr>
            <a:xfrm>
              <a:off x="1633320" y="6058800"/>
              <a:ext cx="1670760" cy="116280"/>
            </a:xfrm>
            <a:custGeom>
              <a:avLst/>
              <a:gdLst>
                <a:gd name="textAreaLeft" fmla="*/ 0 w 1670760"/>
                <a:gd name="textAreaRight" fmla="*/ 1671120 w 1670760"/>
                <a:gd name="textAreaTop" fmla="*/ 0 h 116280"/>
                <a:gd name="textAreaBottom" fmla="*/ 116640 h 116280"/>
              </a:gdLst>
              <a:ahLst/>
              <a:rect l="textAreaLeft" t="textAreaTop" r="textAreaRight" b="textAreaBottom"/>
              <a:pathLst>
                <a:path w="2228342" h="155704">
                  <a:moveTo>
                    <a:pt x="16891" y="0"/>
                  </a:moveTo>
                  <a:lnTo>
                    <a:pt x="2211451" y="0"/>
                  </a:lnTo>
                  <a:cubicBezTo>
                    <a:pt x="2220849" y="0"/>
                    <a:pt x="2228342" y="7620"/>
                    <a:pt x="2228342" y="16891"/>
                  </a:cubicBezTo>
                  <a:lnTo>
                    <a:pt x="2228342" y="138811"/>
                  </a:lnTo>
                  <a:cubicBezTo>
                    <a:pt x="2228342" y="148209"/>
                    <a:pt x="2220722" y="155702"/>
                    <a:pt x="22114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2211451" y="121920"/>
                  </a:lnTo>
                  <a:lnTo>
                    <a:pt x="2211451" y="138811"/>
                  </a:lnTo>
                  <a:lnTo>
                    <a:pt x="2194560" y="138811"/>
                  </a:lnTo>
                  <a:lnTo>
                    <a:pt x="2194560" y="16891"/>
                  </a:lnTo>
                  <a:lnTo>
                    <a:pt x="2211451" y="16891"/>
                  </a:lnTo>
                  <a:lnTo>
                    <a:pt x="221145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5" name="Group 20"/>
          <p:cNvGrpSpPr/>
          <p:nvPr/>
        </p:nvGrpSpPr>
        <p:grpSpPr>
          <a:xfrm>
            <a:off x="1645920" y="6161760"/>
            <a:ext cx="6949080" cy="3110040"/>
            <a:chOff x="1645920" y="6161760"/>
            <a:chExt cx="6949080" cy="3110040"/>
          </a:xfrm>
        </p:grpSpPr>
        <p:sp>
          <p:nvSpPr>
            <p:cNvPr id="116" name="Freeform 21"/>
            <p:cNvSpPr/>
            <p:nvPr/>
          </p:nvSpPr>
          <p:spPr>
            <a:xfrm>
              <a:off x="1645920" y="6254640"/>
              <a:ext cx="6949080" cy="3017160"/>
            </a:xfrm>
            <a:custGeom>
              <a:avLst/>
              <a:gdLst>
                <a:gd name="textAreaLeft" fmla="*/ 0 w 6949080"/>
                <a:gd name="textAreaRight" fmla="*/ 6949440 w 6949080"/>
                <a:gd name="textAreaTop" fmla="*/ 0 h 3017160"/>
                <a:gd name="textAreaBottom" fmla="*/ 3017520 h 3017160"/>
              </a:gdLst>
              <a:ahLst/>
              <a:rect l="textAreaLeft" t="textAreaTop" r="textAreaRight" b="textAreaBottom"/>
              <a:pathLst>
                <a:path w="9265920" h="4023360">
                  <a:moveTo>
                    <a:pt x="0" y="0"/>
                  </a:moveTo>
                  <a:lnTo>
                    <a:pt x="9265920" y="0"/>
                  </a:lnTo>
                  <a:lnTo>
                    <a:pt x="9265920" y="4023360"/>
                  </a:lnTo>
                  <a:lnTo>
                    <a:pt x="0" y="402336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7" name="TextBox 22"/>
            <p:cNvSpPr/>
            <p:nvPr/>
          </p:nvSpPr>
          <p:spPr>
            <a:xfrm>
              <a:off x="1645920" y="6161760"/>
              <a:ext cx="6949080" cy="3110040"/>
            </a:xfrm>
            <a:prstGeom prst="rect">
              <a:avLst/>
            </a:prstGeom>
            <a:noFill/>
            <a:ln w="0">
              <a:noFill/>
            </a:ln>
          </p:spPr>
          <p:style>
            <a:lnRef idx="0"/>
            <a:fillRef idx="0"/>
            <a:effectRef idx="0"/>
            <a:fontRef idx="minor"/>
          </p:style>
          <p:txBody>
            <a:bodyPr lIns="0" rIns="0" tIns="0" bIns="0" anchor="ctr">
              <a:noAutofit/>
            </a:bodyPr>
            <a:p>
              <a:pPr defTabSz="914400">
                <a:lnSpc>
                  <a:spcPts val="3745"/>
                </a:lnSpc>
                <a:spcBef>
                  <a:spcPts val="1191"/>
                </a:spcBef>
                <a:spcAft>
                  <a:spcPts val="992"/>
                </a:spcAft>
              </a:pPr>
              <a:r>
                <a:rPr b="0" lang="en-US" sz="2400" spc="-1" strike="noStrike">
                  <a:solidFill>
                    <a:srgbClr val="ffffff"/>
                  </a:solidFill>
                  <a:latin typeface="Calibri (MS)"/>
                  <a:ea typeface="Calibri (MS)"/>
                </a:rPr>
                <a:t>- Study of Earth's surface, environments, and processes</a:t>
              </a:r>
              <a:endParaRPr b="0" lang="en-US" sz="2400" spc="-1" strike="noStrike">
                <a:solidFill>
                  <a:srgbClr val="ffffff"/>
                </a:solidFill>
                <a:latin typeface="Arial"/>
              </a:endParaRPr>
            </a:p>
            <a:p>
              <a:pPr defTabSz="914400">
                <a:lnSpc>
                  <a:spcPts val="3745"/>
                </a:lnSpc>
                <a:spcBef>
                  <a:spcPts val="1191"/>
                </a:spcBef>
                <a:spcAft>
                  <a:spcPts val="992"/>
                </a:spcAft>
              </a:pPr>
              <a:r>
                <a:rPr b="0" lang="en-US" sz="2400" spc="-1" strike="noStrike">
                  <a:solidFill>
                    <a:srgbClr val="ffffff"/>
                  </a:solidFill>
                  <a:latin typeface="Calibri (MS)"/>
                  <a:ea typeface="Calibri (MS)"/>
                </a:rPr>
                <a:t>- Including the context, scale, and how place shapes outcomes</a:t>
              </a:r>
              <a:endParaRPr b="0" lang="en-US" sz="24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118" name="Group 2"/>
          <p:cNvGrpSpPr/>
          <p:nvPr/>
        </p:nvGrpSpPr>
        <p:grpSpPr>
          <a:xfrm>
            <a:off x="-12600" y="-12600"/>
            <a:ext cx="281160" cy="10311840"/>
            <a:chOff x="-12600" y="-12600"/>
            <a:chExt cx="281160" cy="10311840"/>
          </a:xfrm>
        </p:grpSpPr>
        <p:sp>
          <p:nvSpPr>
            <p:cNvPr id="119"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0"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1" name="Group 5"/>
          <p:cNvGrpSpPr/>
          <p:nvPr/>
        </p:nvGrpSpPr>
        <p:grpSpPr>
          <a:xfrm>
            <a:off x="9137520" y="-6480"/>
            <a:ext cx="9156240" cy="10296000"/>
            <a:chOff x="9137520" y="-6480"/>
            <a:chExt cx="9156240" cy="10296000"/>
          </a:xfrm>
        </p:grpSpPr>
        <p:sp>
          <p:nvSpPr>
            <p:cNvPr id="122" name="Freeform 6"/>
            <p:cNvSpPr/>
            <p:nvPr/>
          </p:nvSpPr>
          <p:spPr>
            <a:xfrm>
              <a:off x="9144000" y="0"/>
              <a:ext cx="9143640" cy="10286640"/>
            </a:xfrm>
            <a:custGeom>
              <a:avLst/>
              <a:gdLst>
                <a:gd name="textAreaLeft" fmla="*/ 0 w 9143640"/>
                <a:gd name="textAreaRight" fmla="*/ 9144000 w 9143640"/>
                <a:gd name="textAreaTop" fmla="*/ 0 h 10286640"/>
                <a:gd name="textAreaBottom" fmla="*/ 10287000 h 10286640"/>
              </a:gdLst>
              <a:ahLst/>
              <a:rect l="textAreaLeft" t="textAreaTop" r="textAreaRight" b="textAreaBottom"/>
              <a:pathLst>
                <a:path w="12192000" h="13716001">
                  <a:moveTo>
                    <a:pt x="0" y="0"/>
                  </a:moveTo>
                  <a:lnTo>
                    <a:pt x="12192000" y="0"/>
                  </a:lnTo>
                  <a:lnTo>
                    <a:pt x="12192000" y="13716001"/>
                  </a:lnTo>
                  <a:lnTo>
                    <a:pt x="0" y="13716001"/>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3" name="Freeform 7"/>
            <p:cNvSpPr/>
            <p:nvPr/>
          </p:nvSpPr>
          <p:spPr>
            <a:xfrm>
              <a:off x="9137520" y="-6480"/>
              <a:ext cx="9156240" cy="10296000"/>
            </a:xfrm>
            <a:custGeom>
              <a:avLst/>
              <a:gdLst>
                <a:gd name="textAreaLeft" fmla="*/ 0 w 9156240"/>
                <a:gd name="textAreaRight" fmla="*/ 9156600 w 9156240"/>
                <a:gd name="textAreaTop" fmla="*/ 0 h 10296000"/>
                <a:gd name="textAreaBottom" fmla="*/ 10296360 h 10296000"/>
              </a:gdLst>
              <a:ahLst/>
              <a:rect l="textAreaLeft" t="textAreaTop" r="textAreaRight" b="textAreaBottom"/>
              <a:pathLst>
                <a:path w="12208891" h="1372844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423400" y="0"/>
                  </a:lnTo>
                  <a:lnTo>
                    <a:pt x="9423400" y="16891"/>
                  </a:lnTo>
                  <a:lnTo>
                    <a:pt x="9372600" y="16891"/>
                  </a:lnTo>
                  <a:close/>
                  <a:moveTo>
                    <a:pt x="9491091" y="16891"/>
                  </a:moveTo>
                  <a:lnTo>
                    <a:pt x="9541891" y="16891"/>
                  </a:lnTo>
                  <a:lnTo>
                    <a:pt x="9491091" y="16891"/>
                  </a:lnTo>
                  <a:close/>
                  <a:moveTo>
                    <a:pt x="9609582" y="16891"/>
                  </a:moveTo>
                  <a:lnTo>
                    <a:pt x="9660382" y="16891"/>
                  </a:lnTo>
                  <a:lnTo>
                    <a:pt x="9609582" y="16891"/>
                  </a:lnTo>
                  <a:close/>
                  <a:moveTo>
                    <a:pt x="9728200" y="0"/>
                  </a:moveTo>
                  <a:lnTo>
                    <a:pt x="9779000" y="0"/>
                  </a:lnTo>
                  <a:lnTo>
                    <a:pt x="9779000" y="16891"/>
                  </a:lnTo>
                  <a:lnTo>
                    <a:pt x="9728200" y="16891"/>
                  </a:lnTo>
                  <a:close/>
                  <a:moveTo>
                    <a:pt x="9846691" y="16891"/>
                  </a:moveTo>
                  <a:lnTo>
                    <a:pt x="9897491" y="16891"/>
                  </a:lnTo>
                  <a:lnTo>
                    <a:pt x="9846691" y="16891"/>
                  </a:lnTo>
                  <a:close/>
                  <a:moveTo>
                    <a:pt x="9965182" y="16891"/>
                  </a:moveTo>
                  <a:lnTo>
                    <a:pt x="10015982" y="16891"/>
                  </a:lnTo>
                  <a:lnTo>
                    <a:pt x="9965182" y="16891"/>
                  </a:lnTo>
                  <a:close/>
                  <a:moveTo>
                    <a:pt x="10083800" y="0"/>
                  </a:moveTo>
                  <a:lnTo>
                    <a:pt x="10134600" y="0"/>
                  </a:lnTo>
                  <a:lnTo>
                    <a:pt x="10134600" y="16891"/>
                  </a:lnTo>
                  <a:lnTo>
                    <a:pt x="10083800" y="16891"/>
                  </a:lnTo>
                  <a:close/>
                  <a:moveTo>
                    <a:pt x="10202291" y="16891"/>
                  </a:moveTo>
                  <a:lnTo>
                    <a:pt x="10253091" y="16891"/>
                  </a:lnTo>
                  <a:lnTo>
                    <a:pt x="10202291" y="16891"/>
                  </a:lnTo>
                  <a:close/>
                  <a:moveTo>
                    <a:pt x="10320782" y="16891"/>
                  </a:moveTo>
                  <a:lnTo>
                    <a:pt x="10371582" y="16891"/>
                  </a:lnTo>
                  <a:lnTo>
                    <a:pt x="10320782" y="16891"/>
                  </a:lnTo>
                  <a:close/>
                  <a:moveTo>
                    <a:pt x="10439400" y="0"/>
                  </a:moveTo>
                  <a:lnTo>
                    <a:pt x="10490200" y="0"/>
                  </a:lnTo>
                  <a:lnTo>
                    <a:pt x="10490200" y="16891"/>
                  </a:lnTo>
                  <a:lnTo>
                    <a:pt x="10439400" y="16891"/>
                  </a:lnTo>
                  <a:close/>
                  <a:moveTo>
                    <a:pt x="10557891" y="16891"/>
                  </a:moveTo>
                  <a:lnTo>
                    <a:pt x="10608691" y="16891"/>
                  </a:lnTo>
                  <a:lnTo>
                    <a:pt x="10557891" y="16891"/>
                  </a:lnTo>
                  <a:close/>
                  <a:moveTo>
                    <a:pt x="10676382" y="16891"/>
                  </a:moveTo>
                  <a:lnTo>
                    <a:pt x="10727182" y="16891"/>
                  </a:lnTo>
                  <a:lnTo>
                    <a:pt x="10676382" y="16891"/>
                  </a:lnTo>
                  <a:close/>
                  <a:moveTo>
                    <a:pt x="10795000" y="0"/>
                  </a:moveTo>
                  <a:lnTo>
                    <a:pt x="10845800" y="0"/>
                  </a:lnTo>
                  <a:lnTo>
                    <a:pt x="10845800" y="16891"/>
                  </a:lnTo>
                  <a:lnTo>
                    <a:pt x="10795000" y="16891"/>
                  </a:lnTo>
                  <a:close/>
                  <a:moveTo>
                    <a:pt x="10913491" y="16891"/>
                  </a:moveTo>
                  <a:lnTo>
                    <a:pt x="10964291" y="16891"/>
                  </a:lnTo>
                  <a:lnTo>
                    <a:pt x="10913491" y="16891"/>
                  </a:lnTo>
                  <a:close/>
                  <a:moveTo>
                    <a:pt x="11031982" y="16891"/>
                  </a:moveTo>
                  <a:lnTo>
                    <a:pt x="11082782" y="16891"/>
                  </a:lnTo>
                  <a:lnTo>
                    <a:pt x="11031982" y="16891"/>
                  </a:lnTo>
                  <a:close/>
                  <a:moveTo>
                    <a:pt x="11150600" y="0"/>
                  </a:moveTo>
                  <a:lnTo>
                    <a:pt x="11201400" y="0"/>
                  </a:lnTo>
                  <a:lnTo>
                    <a:pt x="11201400" y="16891"/>
                  </a:lnTo>
                  <a:lnTo>
                    <a:pt x="11150600" y="16891"/>
                  </a:lnTo>
                  <a:close/>
                  <a:moveTo>
                    <a:pt x="11269091" y="16891"/>
                  </a:moveTo>
                  <a:lnTo>
                    <a:pt x="11319891" y="16891"/>
                  </a:lnTo>
                  <a:lnTo>
                    <a:pt x="11269091" y="16891"/>
                  </a:lnTo>
                  <a:close/>
                  <a:moveTo>
                    <a:pt x="11387582" y="16891"/>
                  </a:moveTo>
                  <a:lnTo>
                    <a:pt x="11438382" y="16891"/>
                  </a:lnTo>
                  <a:lnTo>
                    <a:pt x="11387582" y="16891"/>
                  </a:lnTo>
                  <a:close/>
                  <a:moveTo>
                    <a:pt x="11506200" y="0"/>
                  </a:moveTo>
                  <a:lnTo>
                    <a:pt x="11557000" y="0"/>
                  </a:lnTo>
                  <a:lnTo>
                    <a:pt x="11557000" y="16891"/>
                  </a:lnTo>
                  <a:lnTo>
                    <a:pt x="11506200" y="16891"/>
                  </a:lnTo>
                  <a:close/>
                  <a:moveTo>
                    <a:pt x="11624691" y="16891"/>
                  </a:moveTo>
                  <a:lnTo>
                    <a:pt x="11675491" y="16891"/>
                  </a:lnTo>
                  <a:lnTo>
                    <a:pt x="11624691" y="16891"/>
                  </a:lnTo>
                  <a:close/>
                  <a:moveTo>
                    <a:pt x="11743182" y="16891"/>
                  </a:moveTo>
                  <a:lnTo>
                    <a:pt x="11793982" y="16891"/>
                  </a:lnTo>
                  <a:lnTo>
                    <a:pt x="11743182" y="16891"/>
                  </a:lnTo>
                  <a:close/>
                  <a:moveTo>
                    <a:pt x="11861800" y="0"/>
                  </a:moveTo>
                  <a:lnTo>
                    <a:pt x="11912600" y="0"/>
                  </a:lnTo>
                  <a:lnTo>
                    <a:pt x="11912600" y="16891"/>
                  </a:lnTo>
                  <a:lnTo>
                    <a:pt x="11861800" y="16891"/>
                  </a:lnTo>
                  <a:close/>
                  <a:moveTo>
                    <a:pt x="11980291" y="16891"/>
                  </a:moveTo>
                  <a:lnTo>
                    <a:pt x="12031091" y="16891"/>
                  </a:lnTo>
                  <a:lnTo>
                    <a:pt x="11980291" y="16891"/>
                  </a:lnTo>
                  <a:close/>
                  <a:moveTo>
                    <a:pt x="12098782" y="16891"/>
                  </a:moveTo>
                  <a:lnTo>
                    <a:pt x="12149582" y="16891"/>
                  </a:lnTo>
                  <a:lnTo>
                    <a:pt x="12098782" y="16891"/>
                  </a:lnTo>
                  <a:close/>
                  <a:moveTo>
                    <a:pt x="12208891" y="42291"/>
                  </a:moveTo>
                  <a:lnTo>
                    <a:pt x="12208891" y="76200"/>
                  </a:lnTo>
                  <a:lnTo>
                    <a:pt x="12192000" y="76200"/>
                  </a:lnTo>
                  <a:lnTo>
                    <a:pt x="12192000" y="25400"/>
                  </a:lnTo>
                  <a:close/>
                  <a:moveTo>
                    <a:pt x="12192000" y="143891"/>
                  </a:moveTo>
                  <a:lnTo>
                    <a:pt x="12192000" y="194691"/>
                  </a:lnTo>
                  <a:lnTo>
                    <a:pt x="12192000" y="143891"/>
                  </a:lnTo>
                  <a:close/>
                  <a:moveTo>
                    <a:pt x="12192000" y="262382"/>
                  </a:moveTo>
                  <a:lnTo>
                    <a:pt x="12192000" y="313182"/>
                  </a:lnTo>
                  <a:lnTo>
                    <a:pt x="12192000" y="262382"/>
                  </a:lnTo>
                  <a:close/>
                  <a:moveTo>
                    <a:pt x="12192000" y="380873"/>
                  </a:moveTo>
                  <a:lnTo>
                    <a:pt x="12192000" y="431673"/>
                  </a:lnTo>
                  <a:lnTo>
                    <a:pt x="12192000" y="381000"/>
                  </a:lnTo>
                  <a:close/>
                  <a:moveTo>
                    <a:pt x="12192000" y="499491"/>
                  </a:moveTo>
                  <a:lnTo>
                    <a:pt x="12192000" y="550291"/>
                  </a:lnTo>
                  <a:lnTo>
                    <a:pt x="12192000" y="499491"/>
                  </a:lnTo>
                  <a:close/>
                  <a:moveTo>
                    <a:pt x="12192000" y="617982"/>
                  </a:moveTo>
                  <a:lnTo>
                    <a:pt x="12192000" y="668782"/>
                  </a:lnTo>
                  <a:lnTo>
                    <a:pt x="12192000" y="617982"/>
                  </a:lnTo>
                  <a:close/>
                  <a:moveTo>
                    <a:pt x="12192000" y="736473"/>
                  </a:moveTo>
                  <a:lnTo>
                    <a:pt x="12192000" y="787273"/>
                  </a:lnTo>
                  <a:lnTo>
                    <a:pt x="12192000" y="736600"/>
                  </a:lnTo>
                  <a:close/>
                  <a:moveTo>
                    <a:pt x="12192000" y="855091"/>
                  </a:moveTo>
                  <a:lnTo>
                    <a:pt x="12192000" y="905891"/>
                  </a:lnTo>
                  <a:lnTo>
                    <a:pt x="12192000" y="855091"/>
                  </a:lnTo>
                  <a:close/>
                  <a:moveTo>
                    <a:pt x="12192000" y="973582"/>
                  </a:moveTo>
                  <a:lnTo>
                    <a:pt x="12192000" y="1024382"/>
                  </a:lnTo>
                  <a:lnTo>
                    <a:pt x="12192000" y="973582"/>
                  </a:lnTo>
                  <a:close/>
                  <a:moveTo>
                    <a:pt x="12192000" y="1092073"/>
                  </a:moveTo>
                  <a:lnTo>
                    <a:pt x="12192000" y="1142873"/>
                  </a:lnTo>
                  <a:lnTo>
                    <a:pt x="12192000" y="1092200"/>
                  </a:lnTo>
                  <a:close/>
                  <a:moveTo>
                    <a:pt x="12192000" y="1210691"/>
                  </a:moveTo>
                  <a:lnTo>
                    <a:pt x="12192000" y="1261491"/>
                  </a:lnTo>
                  <a:lnTo>
                    <a:pt x="12192000" y="1210691"/>
                  </a:lnTo>
                  <a:close/>
                  <a:moveTo>
                    <a:pt x="12192000" y="1329182"/>
                  </a:moveTo>
                  <a:lnTo>
                    <a:pt x="12192000" y="1379982"/>
                  </a:lnTo>
                  <a:lnTo>
                    <a:pt x="12192000" y="1329182"/>
                  </a:lnTo>
                  <a:close/>
                  <a:moveTo>
                    <a:pt x="12192000" y="1447673"/>
                  </a:moveTo>
                  <a:lnTo>
                    <a:pt x="12192000" y="1498473"/>
                  </a:lnTo>
                  <a:lnTo>
                    <a:pt x="12192000" y="1447673"/>
                  </a:lnTo>
                  <a:close/>
                  <a:moveTo>
                    <a:pt x="12192000" y="1566164"/>
                  </a:moveTo>
                  <a:lnTo>
                    <a:pt x="12192000" y="1616964"/>
                  </a:lnTo>
                  <a:lnTo>
                    <a:pt x="12192000" y="1566164"/>
                  </a:lnTo>
                  <a:close/>
                  <a:moveTo>
                    <a:pt x="12192000" y="1684655"/>
                  </a:moveTo>
                  <a:lnTo>
                    <a:pt x="12192000" y="1735455"/>
                  </a:lnTo>
                  <a:lnTo>
                    <a:pt x="12192000" y="1684655"/>
                  </a:lnTo>
                  <a:close/>
                  <a:moveTo>
                    <a:pt x="12192000" y="1803146"/>
                  </a:moveTo>
                  <a:lnTo>
                    <a:pt x="12192000" y="1853946"/>
                  </a:lnTo>
                  <a:lnTo>
                    <a:pt x="12192000" y="1803146"/>
                  </a:lnTo>
                  <a:close/>
                  <a:moveTo>
                    <a:pt x="12192000" y="1921637"/>
                  </a:moveTo>
                  <a:lnTo>
                    <a:pt x="12192000" y="1972437"/>
                  </a:lnTo>
                  <a:lnTo>
                    <a:pt x="12192000" y="1921637"/>
                  </a:lnTo>
                  <a:close/>
                  <a:moveTo>
                    <a:pt x="12192000" y="2040128"/>
                  </a:moveTo>
                  <a:lnTo>
                    <a:pt x="12192000" y="2090928"/>
                  </a:lnTo>
                  <a:lnTo>
                    <a:pt x="12192000" y="2040128"/>
                  </a:lnTo>
                  <a:close/>
                  <a:moveTo>
                    <a:pt x="12192000" y="2158619"/>
                  </a:moveTo>
                  <a:lnTo>
                    <a:pt x="12192000" y="2209419"/>
                  </a:lnTo>
                  <a:lnTo>
                    <a:pt x="12192000" y="2158619"/>
                  </a:lnTo>
                  <a:close/>
                  <a:moveTo>
                    <a:pt x="12192000" y="2277110"/>
                  </a:moveTo>
                  <a:lnTo>
                    <a:pt x="12192000" y="2327910"/>
                  </a:lnTo>
                  <a:lnTo>
                    <a:pt x="12192000" y="2277110"/>
                  </a:lnTo>
                  <a:close/>
                  <a:moveTo>
                    <a:pt x="12192000" y="2395601"/>
                  </a:moveTo>
                  <a:lnTo>
                    <a:pt x="12192000" y="2446401"/>
                  </a:lnTo>
                  <a:lnTo>
                    <a:pt x="12192000" y="2395601"/>
                  </a:lnTo>
                  <a:close/>
                  <a:moveTo>
                    <a:pt x="12192000" y="2514092"/>
                  </a:moveTo>
                  <a:lnTo>
                    <a:pt x="12192000" y="2564892"/>
                  </a:lnTo>
                  <a:lnTo>
                    <a:pt x="12192000" y="2514092"/>
                  </a:lnTo>
                  <a:close/>
                  <a:moveTo>
                    <a:pt x="12192000" y="2632583"/>
                  </a:moveTo>
                  <a:lnTo>
                    <a:pt x="12192000" y="2683383"/>
                  </a:lnTo>
                  <a:lnTo>
                    <a:pt x="12192000" y="2632583"/>
                  </a:lnTo>
                  <a:close/>
                  <a:moveTo>
                    <a:pt x="12192000" y="2751074"/>
                  </a:moveTo>
                  <a:lnTo>
                    <a:pt x="12192000" y="2801874"/>
                  </a:lnTo>
                  <a:lnTo>
                    <a:pt x="12192000" y="2751074"/>
                  </a:lnTo>
                  <a:close/>
                  <a:moveTo>
                    <a:pt x="12192000" y="2869565"/>
                  </a:moveTo>
                  <a:lnTo>
                    <a:pt x="12192000" y="2920365"/>
                  </a:lnTo>
                  <a:lnTo>
                    <a:pt x="12192000" y="2869565"/>
                  </a:lnTo>
                  <a:close/>
                  <a:moveTo>
                    <a:pt x="12192000" y="2988056"/>
                  </a:moveTo>
                  <a:lnTo>
                    <a:pt x="12192000" y="3038856"/>
                  </a:lnTo>
                  <a:lnTo>
                    <a:pt x="12192000" y="2988056"/>
                  </a:lnTo>
                  <a:close/>
                  <a:moveTo>
                    <a:pt x="12192000" y="3106547"/>
                  </a:moveTo>
                  <a:lnTo>
                    <a:pt x="12192000" y="3157347"/>
                  </a:lnTo>
                  <a:lnTo>
                    <a:pt x="12192000" y="3106547"/>
                  </a:lnTo>
                  <a:close/>
                  <a:moveTo>
                    <a:pt x="12192000" y="3225038"/>
                  </a:moveTo>
                  <a:lnTo>
                    <a:pt x="12192000" y="3275838"/>
                  </a:lnTo>
                  <a:lnTo>
                    <a:pt x="12192000" y="3225038"/>
                  </a:lnTo>
                  <a:close/>
                  <a:moveTo>
                    <a:pt x="12192000" y="3343529"/>
                  </a:moveTo>
                  <a:lnTo>
                    <a:pt x="12192000" y="3394329"/>
                  </a:lnTo>
                  <a:lnTo>
                    <a:pt x="12192000" y="3343529"/>
                  </a:lnTo>
                  <a:close/>
                  <a:moveTo>
                    <a:pt x="12192000" y="3462020"/>
                  </a:moveTo>
                  <a:lnTo>
                    <a:pt x="12192000" y="3512820"/>
                  </a:lnTo>
                  <a:lnTo>
                    <a:pt x="12192000" y="3462020"/>
                  </a:lnTo>
                  <a:close/>
                  <a:moveTo>
                    <a:pt x="12192000" y="3580511"/>
                  </a:moveTo>
                  <a:lnTo>
                    <a:pt x="12192000" y="3631311"/>
                  </a:lnTo>
                  <a:lnTo>
                    <a:pt x="12192000" y="3580511"/>
                  </a:lnTo>
                  <a:close/>
                  <a:moveTo>
                    <a:pt x="12192000" y="3699002"/>
                  </a:moveTo>
                  <a:lnTo>
                    <a:pt x="12192000" y="3749802"/>
                  </a:lnTo>
                  <a:lnTo>
                    <a:pt x="12192000" y="3699002"/>
                  </a:lnTo>
                  <a:close/>
                  <a:moveTo>
                    <a:pt x="12192000" y="3817493"/>
                  </a:moveTo>
                  <a:lnTo>
                    <a:pt x="12192000" y="3868293"/>
                  </a:lnTo>
                  <a:lnTo>
                    <a:pt x="12192000" y="3817493"/>
                  </a:lnTo>
                  <a:close/>
                  <a:moveTo>
                    <a:pt x="12192000" y="3935984"/>
                  </a:moveTo>
                  <a:lnTo>
                    <a:pt x="12192000" y="3986784"/>
                  </a:lnTo>
                  <a:lnTo>
                    <a:pt x="12192000" y="3935984"/>
                  </a:lnTo>
                  <a:close/>
                  <a:moveTo>
                    <a:pt x="12192000" y="4054475"/>
                  </a:moveTo>
                  <a:lnTo>
                    <a:pt x="12192000" y="4105275"/>
                  </a:lnTo>
                  <a:lnTo>
                    <a:pt x="12192000" y="4054475"/>
                  </a:lnTo>
                  <a:close/>
                  <a:moveTo>
                    <a:pt x="12192000" y="4172966"/>
                  </a:moveTo>
                  <a:lnTo>
                    <a:pt x="12192000" y="4223766"/>
                  </a:lnTo>
                  <a:lnTo>
                    <a:pt x="12192000" y="4172966"/>
                  </a:lnTo>
                  <a:close/>
                  <a:moveTo>
                    <a:pt x="12192000" y="4291457"/>
                  </a:moveTo>
                  <a:lnTo>
                    <a:pt x="12192000" y="4342257"/>
                  </a:lnTo>
                  <a:lnTo>
                    <a:pt x="12192000" y="4291457"/>
                  </a:lnTo>
                  <a:close/>
                  <a:moveTo>
                    <a:pt x="12192000" y="4409948"/>
                  </a:moveTo>
                  <a:lnTo>
                    <a:pt x="12192000" y="4460748"/>
                  </a:lnTo>
                  <a:lnTo>
                    <a:pt x="12192000" y="4409948"/>
                  </a:lnTo>
                  <a:close/>
                  <a:moveTo>
                    <a:pt x="12192000" y="4528439"/>
                  </a:moveTo>
                  <a:lnTo>
                    <a:pt x="12192000" y="4579239"/>
                  </a:lnTo>
                  <a:lnTo>
                    <a:pt x="12192000" y="4528439"/>
                  </a:lnTo>
                  <a:close/>
                  <a:moveTo>
                    <a:pt x="12192000" y="4646930"/>
                  </a:moveTo>
                  <a:lnTo>
                    <a:pt x="12192000" y="4697730"/>
                  </a:lnTo>
                  <a:lnTo>
                    <a:pt x="12192000" y="4646930"/>
                  </a:lnTo>
                  <a:close/>
                  <a:moveTo>
                    <a:pt x="12192000" y="4765421"/>
                  </a:moveTo>
                  <a:lnTo>
                    <a:pt x="12192000" y="4816221"/>
                  </a:lnTo>
                  <a:lnTo>
                    <a:pt x="12192000" y="4765421"/>
                  </a:lnTo>
                  <a:close/>
                  <a:moveTo>
                    <a:pt x="12192000" y="4883912"/>
                  </a:moveTo>
                  <a:lnTo>
                    <a:pt x="12192000" y="4934712"/>
                  </a:lnTo>
                  <a:lnTo>
                    <a:pt x="12192000" y="4883912"/>
                  </a:lnTo>
                  <a:close/>
                  <a:moveTo>
                    <a:pt x="12192000" y="5002403"/>
                  </a:moveTo>
                  <a:lnTo>
                    <a:pt x="12192000" y="5053203"/>
                  </a:lnTo>
                  <a:lnTo>
                    <a:pt x="12192000" y="5002403"/>
                  </a:lnTo>
                  <a:close/>
                  <a:moveTo>
                    <a:pt x="12192000" y="5120894"/>
                  </a:moveTo>
                  <a:lnTo>
                    <a:pt x="12192000" y="5171694"/>
                  </a:lnTo>
                  <a:lnTo>
                    <a:pt x="12192000" y="5120894"/>
                  </a:lnTo>
                  <a:close/>
                  <a:moveTo>
                    <a:pt x="12192000" y="5239385"/>
                  </a:moveTo>
                  <a:lnTo>
                    <a:pt x="12192000" y="5290185"/>
                  </a:lnTo>
                  <a:lnTo>
                    <a:pt x="12192000" y="5239385"/>
                  </a:lnTo>
                  <a:close/>
                  <a:moveTo>
                    <a:pt x="12192000" y="5357876"/>
                  </a:moveTo>
                  <a:lnTo>
                    <a:pt x="12192000" y="5408676"/>
                  </a:lnTo>
                  <a:lnTo>
                    <a:pt x="12192000" y="5357876"/>
                  </a:lnTo>
                  <a:close/>
                  <a:moveTo>
                    <a:pt x="12192000" y="5476367"/>
                  </a:moveTo>
                  <a:lnTo>
                    <a:pt x="12192000" y="5527167"/>
                  </a:lnTo>
                  <a:lnTo>
                    <a:pt x="12192000" y="5476367"/>
                  </a:lnTo>
                  <a:close/>
                  <a:moveTo>
                    <a:pt x="12192000" y="5594858"/>
                  </a:moveTo>
                  <a:lnTo>
                    <a:pt x="12192000" y="5645658"/>
                  </a:lnTo>
                  <a:lnTo>
                    <a:pt x="12192000" y="5594858"/>
                  </a:lnTo>
                  <a:close/>
                  <a:moveTo>
                    <a:pt x="12192000" y="5713349"/>
                  </a:moveTo>
                  <a:lnTo>
                    <a:pt x="12192000" y="5764149"/>
                  </a:lnTo>
                  <a:lnTo>
                    <a:pt x="12192000" y="5713349"/>
                  </a:lnTo>
                  <a:close/>
                  <a:moveTo>
                    <a:pt x="12192000" y="5831840"/>
                  </a:moveTo>
                  <a:lnTo>
                    <a:pt x="12192000" y="5882640"/>
                  </a:lnTo>
                  <a:lnTo>
                    <a:pt x="12192000" y="5831840"/>
                  </a:lnTo>
                  <a:close/>
                  <a:moveTo>
                    <a:pt x="12192000" y="5950331"/>
                  </a:moveTo>
                  <a:lnTo>
                    <a:pt x="12192000" y="6001131"/>
                  </a:lnTo>
                  <a:lnTo>
                    <a:pt x="12192000" y="5950331"/>
                  </a:lnTo>
                  <a:close/>
                  <a:moveTo>
                    <a:pt x="12192000" y="6068822"/>
                  </a:moveTo>
                  <a:lnTo>
                    <a:pt x="12192000" y="6119622"/>
                  </a:lnTo>
                  <a:lnTo>
                    <a:pt x="12192000" y="6068822"/>
                  </a:lnTo>
                  <a:close/>
                  <a:moveTo>
                    <a:pt x="12192000" y="6187313"/>
                  </a:moveTo>
                  <a:lnTo>
                    <a:pt x="12192000" y="6238113"/>
                  </a:lnTo>
                  <a:lnTo>
                    <a:pt x="12192000" y="6187313"/>
                  </a:lnTo>
                  <a:close/>
                  <a:moveTo>
                    <a:pt x="12192000" y="6305804"/>
                  </a:moveTo>
                  <a:lnTo>
                    <a:pt x="12192000" y="6356604"/>
                  </a:lnTo>
                  <a:lnTo>
                    <a:pt x="12192000" y="6305804"/>
                  </a:lnTo>
                  <a:close/>
                  <a:moveTo>
                    <a:pt x="12192000" y="6424295"/>
                  </a:moveTo>
                  <a:lnTo>
                    <a:pt x="12192000" y="6475095"/>
                  </a:lnTo>
                  <a:lnTo>
                    <a:pt x="12192000" y="6424295"/>
                  </a:lnTo>
                  <a:close/>
                  <a:moveTo>
                    <a:pt x="12192000" y="6542786"/>
                  </a:moveTo>
                  <a:lnTo>
                    <a:pt x="12192000" y="6593586"/>
                  </a:lnTo>
                  <a:lnTo>
                    <a:pt x="12192000" y="6542786"/>
                  </a:lnTo>
                  <a:close/>
                  <a:moveTo>
                    <a:pt x="12192000" y="6661277"/>
                  </a:moveTo>
                  <a:lnTo>
                    <a:pt x="12192000" y="6712077"/>
                  </a:lnTo>
                  <a:lnTo>
                    <a:pt x="12192000" y="6661277"/>
                  </a:lnTo>
                  <a:close/>
                  <a:moveTo>
                    <a:pt x="12192000" y="6779768"/>
                  </a:moveTo>
                  <a:lnTo>
                    <a:pt x="12192000" y="6830568"/>
                  </a:lnTo>
                  <a:lnTo>
                    <a:pt x="12192000" y="6779768"/>
                  </a:lnTo>
                  <a:close/>
                  <a:moveTo>
                    <a:pt x="12192000" y="6898259"/>
                  </a:moveTo>
                  <a:lnTo>
                    <a:pt x="12192000" y="6949059"/>
                  </a:lnTo>
                  <a:lnTo>
                    <a:pt x="12192000" y="6898259"/>
                  </a:lnTo>
                  <a:close/>
                  <a:moveTo>
                    <a:pt x="12192000" y="7016750"/>
                  </a:moveTo>
                  <a:lnTo>
                    <a:pt x="12192000" y="7067550"/>
                  </a:lnTo>
                  <a:lnTo>
                    <a:pt x="12192000" y="7016750"/>
                  </a:lnTo>
                  <a:close/>
                  <a:moveTo>
                    <a:pt x="12192000" y="7135241"/>
                  </a:moveTo>
                  <a:lnTo>
                    <a:pt x="12192000" y="7186041"/>
                  </a:lnTo>
                  <a:lnTo>
                    <a:pt x="12192000" y="7135241"/>
                  </a:lnTo>
                  <a:close/>
                  <a:moveTo>
                    <a:pt x="12192000" y="7253732"/>
                  </a:moveTo>
                  <a:lnTo>
                    <a:pt x="12192000" y="7304532"/>
                  </a:lnTo>
                  <a:lnTo>
                    <a:pt x="12192000" y="7253732"/>
                  </a:lnTo>
                  <a:close/>
                  <a:moveTo>
                    <a:pt x="12192000" y="7372223"/>
                  </a:moveTo>
                  <a:lnTo>
                    <a:pt x="12192000" y="7423023"/>
                  </a:lnTo>
                  <a:lnTo>
                    <a:pt x="12192000" y="7372223"/>
                  </a:lnTo>
                  <a:close/>
                  <a:moveTo>
                    <a:pt x="12192000" y="7490714"/>
                  </a:moveTo>
                  <a:lnTo>
                    <a:pt x="12192000" y="7541514"/>
                  </a:lnTo>
                  <a:lnTo>
                    <a:pt x="12192000" y="7490714"/>
                  </a:lnTo>
                  <a:close/>
                  <a:moveTo>
                    <a:pt x="12192000" y="7609205"/>
                  </a:moveTo>
                  <a:lnTo>
                    <a:pt x="12192000" y="7660005"/>
                  </a:lnTo>
                  <a:lnTo>
                    <a:pt x="12192000" y="7609205"/>
                  </a:lnTo>
                  <a:close/>
                  <a:moveTo>
                    <a:pt x="12192000" y="7727696"/>
                  </a:moveTo>
                  <a:lnTo>
                    <a:pt x="12192000" y="7778496"/>
                  </a:lnTo>
                  <a:lnTo>
                    <a:pt x="12192000" y="7727696"/>
                  </a:lnTo>
                  <a:close/>
                  <a:moveTo>
                    <a:pt x="12192000" y="7846187"/>
                  </a:moveTo>
                  <a:lnTo>
                    <a:pt x="12192000" y="7896987"/>
                  </a:lnTo>
                  <a:lnTo>
                    <a:pt x="12192000" y="7846187"/>
                  </a:lnTo>
                  <a:close/>
                  <a:moveTo>
                    <a:pt x="12192000" y="7964678"/>
                  </a:moveTo>
                  <a:lnTo>
                    <a:pt x="12192000" y="8015478"/>
                  </a:lnTo>
                  <a:lnTo>
                    <a:pt x="12192000" y="7964678"/>
                  </a:lnTo>
                  <a:close/>
                  <a:moveTo>
                    <a:pt x="12192000" y="8083169"/>
                  </a:moveTo>
                  <a:lnTo>
                    <a:pt x="12192000" y="8133969"/>
                  </a:lnTo>
                  <a:lnTo>
                    <a:pt x="12192000" y="8083169"/>
                  </a:lnTo>
                  <a:close/>
                  <a:moveTo>
                    <a:pt x="12192000" y="8201660"/>
                  </a:moveTo>
                  <a:lnTo>
                    <a:pt x="12192000" y="8252460"/>
                  </a:lnTo>
                  <a:lnTo>
                    <a:pt x="12192000" y="8201660"/>
                  </a:lnTo>
                  <a:close/>
                  <a:moveTo>
                    <a:pt x="12192000" y="8320151"/>
                  </a:moveTo>
                  <a:lnTo>
                    <a:pt x="12192000" y="8370951"/>
                  </a:lnTo>
                  <a:lnTo>
                    <a:pt x="12192000" y="8320151"/>
                  </a:lnTo>
                  <a:close/>
                  <a:moveTo>
                    <a:pt x="12192000" y="8438642"/>
                  </a:moveTo>
                  <a:lnTo>
                    <a:pt x="12192000" y="8489442"/>
                  </a:lnTo>
                  <a:lnTo>
                    <a:pt x="12192000" y="8438642"/>
                  </a:lnTo>
                  <a:close/>
                  <a:moveTo>
                    <a:pt x="12192000" y="8557133"/>
                  </a:moveTo>
                  <a:lnTo>
                    <a:pt x="12192000" y="8607933"/>
                  </a:lnTo>
                  <a:lnTo>
                    <a:pt x="12192000" y="8557133"/>
                  </a:lnTo>
                  <a:close/>
                  <a:moveTo>
                    <a:pt x="12192000" y="8675624"/>
                  </a:moveTo>
                  <a:lnTo>
                    <a:pt x="12192000" y="8726424"/>
                  </a:lnTo>
                  <a:lnTo>
                    <a:pt x="12192000" y="8675624"/>
                  </a:lnTo>
                  <a:close/>
                  <a:moveTo>
                    <a:pt x="12192000" y="8794115"/>
                  </a:moveTo>
                  <a:lnTo>
                    <a:pt x="12192000" y="8844915"/>
                  </a:lnTo>
                  <a:lnTo>
                    <a:pt x="12192000" y="8794115"/>
                  </a:lnTo>
                  <a:close/>
                  <a:moveTo>
                    <a:pt x="12192000" y="8912606"/>
                  </a:moveTo>
                  <a:lnTo>
                    <a:pt x="12192000" y="8963406"/>
                  </a:lnTo>
                  <a:lnTo>
                    <a:pt x="12192000" y="8912606"/>
                  </a:lnTo>
                  <a:close/>
                  <a:moveTo>
                    <a:pt x="12192000" y="9031097"/>
                  </a:moveTo>
                  <a:lnTo>
                    <a:pt x="12192000" y="9081897"/>
                  </a:lnTo>
                  <a:lnTo>
                    <a:pt x="12192000" y="9031097"/>
                  </a:lnTo>
                  <a:close/>
                  <a:moveTo>
                    <a:pt x="12192000" y="9149588"/>
                  </a:moveTo>
                  <a:lnTo>
                    <a:pt x="12192000" y="9200388"/>
                  </a:lnTo>
                  <a:lnTo>
                    <a:pt x="12192000" y="9149588"/>
                  </a:lnTo>
                  <a:close/>
                  <a:moveTo>
                    <a:pt x="12192000" y="9268079"/>
                  </a:moveTo>
                  <a:lnTo>
                    <a:pt x="12192000" y="9318879"/>
                  </a:lnTo>
                  <a:lnTo>
                    <a:pt x="12192000" y="9268079"/>
                  </a:lnTo>
                  <a:close/>
                  <a:moveTo>
                    <a:pt x="12192000" y="9386570"/>
                  </a:moveTo>
                  <a:lnTo>
                    <a:pt x="12192000" y="9437370"/>
                  </a:lnTo>
                  <a:lnTo>
                    <a:pt x="12192000" y="9386570"/>
                  </a:lnTo>
                  <a:close/>
                  <a:moveTo>
                    <a:pt x="12192000" y="9505061"/>
                  </a:moveTo>
                  <a:lnTo>
                    <a:pt x="12192000" y="9555861"/>
                  </a:lnTo>
                  <a:lnTo>
                    <a:pt x="12192000" y="9505061"/>
                  </a:lnTo>
                  <a:close/>
                  <a:moveTo>
                    <a:pt x="12192000" y="9623552"/>
                  </a:moveTo>
                  <a:lnTo>
                    <a:pt x="12192000" y="9674352"/>
                  </a:lnTo>
                  <a:lnTo>
                    <a:pt x="12192000" y="9623552"/>
                  </a:lnTo>
                  <a:close/>
                  <a:moveTo>
                    <a:pt x="12192000" y="9742043"/>
                  </a:moveTo>
                  <a:lnTo>
                    <a:pt x="12192000" y="9792843"/>
                  </a:lnTo>
                  <a:lnTo>
                    <a:pt x="12192000" y="9742043"/>
                  </a:lnTo>
                  <a:close/>
                  <a:moveTo>
                    <a:pt x="12192000" y="9860534"/>
                  </a:moveTo>
                  <a:lnTo>
                    <a:pt x="12192000" y="9911334"/>
                  </a:lnTo>
                  <a:lnTo>
                    <a:pt x="12192000" y="9860534"/>
                  </a:lnTo>
                  <a:close/>
                  <a:moveTo>
                    <a:pt x="12192000" y="9979025"/>
                  </a:moveTo>
                  <a:lnTo>
                    <a:pt x="12192000" y="10029825"/>
                  </a:lnTo>
                  <a:lnTo>
                    <a:pt x="12192000" y="9979025"/>
                  </a:lnTo>
                  <a:close/>
                  <a:moveTo>
                    <a:pt x="12192000" y="10097516"/>
                  </a:moveTo>
                  <a:lnTo>
                    <a:pt x="12192000" y="10148316"/>
                  </a:lnTo>
                  <a:lnTo>
                    <a:pt x="12192000" y="10097516"/>
                  </a:lnTo>
                  <a:close/>
                  <a:moveTo>
                    <a:pt x="12192000" y="10216007"/>
                  </a:moveTo>
                  <a:lnTo>
                    <a:pt x="12192000" y="10266807"/>
                  </a:lnTo>
                  <a:lnTo>
                    <a:pt x="12192000" y="10216007"/>
                  </a:lnTo>
                  <a:close/>
                  <a:moveTo>
                    <a:pt x="12192000" y="10334498"/>
                  </a:moveTo>
                  <a:lnTo>
                    <a:pt x="12192000" y="10385298"/>
                  </a:lnTo>
                  <a:lnTo>
                    <a:pt x="12192000" y="10334498"/>
                  </a:lnTo>
                  <a:close/>
                  <a:moveTo>
                    <a:pt x="12192000" y="10452989"/>
                  </a:moveTo>
                  <a:lnTo>
                    <a:pt x="12192000" y="10503789"/>
                  </a:lnTo>
                  <a:lnTo>
                    <a:pt x="12192000" y="10452989"/>
                  </a:lnTo>
                  <a:close/>
                  <a:moveTo>
                    <a:pt x="12192000" y="10571480"/>
                  </a:moveTo>
                  <a:lnTo>
                    <a:pt x="12192000" y="10622280"/>
                  </a:lnTo>
                  <a:lnTo>
                    <a:pt x="12192000" y="10571480"/>
                  </a:lnTo>
                  <a:close/>
                  <a:moveTo>
                    <a:pt x="12192000" y="10689971"/>
                  </a:moveTo>
                  <a:lnTo>
                    <a:pt x="12192000" y="10740771"/>
                  </a:lnTo>
                  <a:lnTo>
                    <a:pt x="12192000" y="10689971"/>
                  </a:lnTo>
                  <a:close/>
                  <a:moveTo>
                    <a:pt x="12192000" y="10808462"/>
                  </a:moveTo>
                  <a:lnTo>
                    <a:pt x="12192000" y="10859262"/>
                  </a:lnTo>
                  <a:lnTo>
                    <a:pt x="12192000" y="10808462"/>
                  </a:lnTo>
                  <a:close/>
                  <a:moveTo>
                    <a:pt x="12192000" y="10926953"/>
                  </a:moveTo>
                  <a:lnTo>
                    <a:pt x="12192000" y="10977753"/>
                  </a:lnTo>
                  <a:lnTo>
                    <a:pt x="12192000" y="10926953"/>
                  </a:lnTo>
                  <a:close/>
                  <a:moveTo>
                    <a:pt x="12192000" y="11045444"/>
                  </a:moveTo>
                  <a:lnTo>
                    <a:pt x="12192000" y="11096244"/>
                  </a:lnTo>
                  <a:lnTo>
                    <a:pt x="12192000" y="11045444"/>
                  </a:lnTo>
                  <a:close/>
                  <a:moveTo>
                    <a:pt x="12192000" y="11163935"/>
                  </a:moveTo>
                  <a:lnTo>
                    <a:pt x="12192000" y="11214735"/>
                  </a:lnTo>
                  <a:lnTo>
                    <a:pt x="12192000" y="11163935"/>
                  </a:lnTo>
                  <a:close/>
                  <a:moveTo>
                    <a:pt x="12192000" y="11282426"/>
                  </a:moveTo>
                  <a:lnTo>
                    <a:pt x="12192000" y="11333226"/>
                  </a:lnTo>
                  <a:lnTo>
                    <a:pt x="12192000" y="11282426"/>
                  </a:lnTo>
                  <a:close/>
                  <a:moveTo>
                    <a:pt x="12192000" y="11400917"/>
                  </a:moveTo>
                  <a:lnTo>
                    <a:pt x="12192000" y="11451717"/>
                  </a:lnTo>
                  <a:lnTo>
                    <a:pt x="12192000" y="11400917"/>
                  </a:lnTo>
                  <a:close/>
                  <a:moveTo>
                    <a:pt x="12192000" y="11519408"/>
                  </a:moveTo>
                  <a:lnTo>
                    <a:pt x="12192000" y="11570208"/>
                  </a:lnTo>
                  <a:lnTo>
                    <a:pt x="12192000" y="11519408"/>
                  </a:lnTo>
                  <a:close/>
                  <a:moveTo>
                    <a:pt x="12192000" y="11637899"/>
                  </a:moveTo>
                  <a:lnTo>
                    <a:pt x="12192000" y="11688699"/>
                  </a:lnTo>
                  <a:lnTo>
                    <a:pt x="12192000" y="11637899"/>
                  </a:lnTo>
                  <a:close/>
                  <a:moveTo>
                    <a:pt x="12192000" y="11756390"/>
                  </a:moveTo>
                  <a:lnTo>
                    <a:pt x="12192000" y="11807190"/>
                  </a:lnTo>
                  <a:lnTo>
                    <a:pt x="12192000" y="11756390"/>
                  </a:lnTo>
                  <a:close/>
                  <a:moveTo>
                    <a:pt x="12192000" y="11874881"/>
                  </a:moveTo>
                  <a:lnTo>
                    <a:pt x="12192000" y="11925681"/>
                  </a:lnTo>
                  <a:lnTo>
                    <a:pt x="12192000" y="11874881"/>
                  </a:lnTo>
                  <a:close/>
                  <a:moveTo>
                    <a:pt x="12192000" y="11993372"/>
                  </a:moveTo>
                  <a:lnTo>
                    <a:pt x="12192000" y="12044172"/>
                  </a:lnTo>
                  <a:lnTo>
                    <a:pt x="12192000" y="11993372"/>
                  </a:lnTo>
                  <a:close/>
                  <a:moveTo>
                    <a:pt x="12192000" y="12111863"/>
                  </a:moveTo>
                  <a:lnTo>
                    <a:pt x="12192000" y="12162663"/>
                  </a:lnTo>
                  <a:lnTo>
                    <a:pt x="12192000" y="12111863"/>
                  </a:lnTo>
                  <a:close/>
                  <a:moveTo>
                    <a:pt x="12192000" y="12230354"/>
                  </a:moveTo>
                  <a:lnTo>
                    <a:pt x="12192000" y="12281154"/>
                  </a:lnTo>
                  <a:lnTo>
                    <a:pt x="12192000" y="12230354"/>
                  </a:lnTo>
                  <a:close/>
                  <a:moveTo>
                    <a:pt x="12192000" y="12348845"/>
                  </a:moveTo>
                  <a:lnTo>
                    <a:pt x="12192000" y="12399645"/>
                  </a:lnTo>
                  <a:lnTo>
                    <a:pt x="12192000" y="12348845"/>
                  </a:lnTo>
                  <a:close/>
                  <a:moveTo>
                    <a:pt x="12192000" y="12467336"/>
                  </a:moveTo>
                  <a:lnTo>
                    <a:pt x="12192000" y="12518136"/>
                  </a:lnTo>
                  <a:lnTo>
                    <a:pt x="12192000" y="12467336"/>
                  </a:lnTo>
                  <a:close/>
                  <a:moveTo>
                    <a:pt x="12192000" y="12585827"/>
                  </a:moveTo>
                  <a:lnTo>
                    <a:pt x="12192000" y="12636627"/>
                  </a:lnTo>
                  <a:lnTo>
                    <a:pt x="12192000" y="12585827"/>
                  </a:lnTo>
                  <a:close/>
                  <a:moveTo>
                    <a:pt x="12192000" y="12704318"/>
                  </a:moveTo>
                  <a:lnTo>
                    <a:pt x="12192000" y="12755118"/>
                  </a:lnTo>
                  <a:lnTo>
                    <a:pt x="12192000" y="12704318"/>
                  </a:lnTo>
                  <a:close/>
                  <a:moveTo>
                    <a:pt x="12192000" y="12822809"/>
                  </a:moveTo>
                  <a:lnTo>
                    <a:pt x="12192000" y="12873609"/>
                  </a:lnTo>
                  <a:lnTo>
                    <a:pt x="12192000" y="12822809"/>
                  </a:lnTo>
                  <a:close/>
                  <a:moveTo>
                    <a:pt x="12192000" y="12941300"/>
                  </a:moveTo>
                  <a:lnTo>
                    <a:pt x="12192000" y="12992100"/>
                  </a:lnTo>
                  <a:lnTo>
                    <a:pt x="12192000" y="12941300"/>
                  </a:lnTo>
                  <a:close/>
                  <a:moveTo>
                    <a:pt x="12192000" y="13059790"/>
                  </a:moveTo>
                  <a:lnTo>
                    <a:pt x="12192000" y="13110590"/>
                  </a:lnTo>
                  <a:lnTo>
                    <a:pt x="12192000" y="13059790"/>
                  </a:lnTo>
                  <a:close/>
                  <a:moveTo>
                    <a:pt x="12192000" y="13178282"/>
                  </a:moveTo>
                  <a:lnTo>
                    <a:pt x="12192000" y="13229082"/>
                  </a:lnTo>
                  <a:lnTo>
                    <a:pt x="12192000" y="13178282"/>
                  </a:lnTo>
                  <a:close/>
                  <a:moveTo>
                    <a:pt x="12192000" y="13296773"/>
                  </a:moveTo>
                  <a:lnTo>
                    <a:pt x="12192000" y="13347573"/>
                  </a:lnTo>
                  <a:lnTo>
                    <a:pt x="12192000" y="13296773"/>
                  </a:lnTo>
                  <a:close/>
                  <a:moveTo>
                    <a:pt x="12192000" y="13415263"/>
                  </a:moveTo>
                  <a:lnTo>
                    <a:pt x="12192000" y="13466063"/>
                  </a:lnTo>
                  <a:lnTo>
                    <a:pt x="12192000" y="13415263"/>
                  </a:lnTo>
                  <a:close/>
                  <a:moveTo>
                    <a:pt x="12192000" y="13533755"/>
                  </a:moveTo>
                  <a:lnTo>
                    <a:pt x="12192000" y="13584555"/>
                  </a:lnTo>
                  <a:lnTo>
                    <a:pt x="12192000" y="13533755"/>
                  </a:lnTo>
                  <a:close/>
                  <a:moveTo>
                    <a:pt x="12192000" y="13652246"/>
                  </a:moveTo>
                  <a:lnTo>
                    <a:pt x="12192000" y="13703046"/>
                  </a:lnTo>
                  <a:lnTo>
                    <a:pt x="12192000" y="13652246"/>
                  </a:lnTo>
                  <a:close/>
                  <a:moveTo>
                    <a:pt x="12132691" y="13728446"/>
                  </a:moveTo>
                  <a:lnTo>
                    <a:pt x="12081891" y="13728446"/>
                  </a:lnTo>
                  <a:lnTo>
                    <a:pt x="12081891" y="13716000"/>
                  </a:lnTo>
                  <a:lnTo>
                    <a:pt x="12132691" y="13716000"/>
                  </a:lnTo>
                  <a:close/>
                  <a:moveTo>
                    <a:pt x="12014200" y="13716000"/>
                  </a:moveTo>
                  <a:lnTo>
                    <a:pt x="11963400" y="13716000"/>
                  </a:lnTo>
                  <a:lnTo>
                    <a:pt x="12014200" y="13716000"/>
                  </a:lnTo>
                  <a:close/>
                  <a:moveTo>
                    <a:pt x="11895709" y="13716000"/>
                  </a:moveTo>
                  <a:lnTo>
                    <a:pt x="11844909" y="13716000"/>
                  </a:lnTo>
                  <a:lnTo>
                    <a:pt x="11895709" y="13716000"/>
                  </a:lnTo>
                  <a:close/>
                  <a:moveTo>
                    <a:pt x="11777218" y="13716000"/>
                  </a:moveTo>
                  <a:lnTo>
                    <a:pt x="11726418" y="13716000"/>
                  </a:lnTo>
                  <a:lnTo>
                    <a:pt x="11777218" y="13716000"/>
                  </a:lnTo>
                  <a:close/>
                  <a:moveTo>
                    <a:pt x="11658727" y="13716000"/>
                  </a:moveTo>
                  <a:lnTo>
                    <a:pt x="11607927" y="13716000"/>
                  </a:lnTo>
                  <a:lnTo>
                    <a:pt x="11658727" y="13716000"/>
                  </a:lnTo>
                  <a:close/>
                  <a:moveTo>
                    <a:pt x="11540236" y="13716000"/>
                  </a:moveTo>
                  <a:lnTo>
                    <a:pt x="11489436" y="13716000"/>
                  </a:lnTo>
                  <a:lnTo>
                    <a:pt x="11540236" y="13716000"/>
                  </a:lnTo>
                  <a:close/>
                  <a:moveTo>
                    <a:pt x="11421745" y="13716000"/>
                  </a:moveTo>
                  <a:lnTo>
                    <a:pt x="11370945" y="13716000"/>
                  </a:lnTo>
                  <a:lnTo>
                    <a:pt x="11421745" y="13716000"/>
                  </a:lnTo>
                  <a:close/>
                  <a:moveTo>
                    <a:pt x="11303254" y="13716000"/>
                  </a:moveTo>
                  <a:lnTo>
                    <a:pt x="11252454" y="13716000"/>
                  </a:lnTo>
                  <a:lnTo>
                    <a:pt x="11303254" y="13716000"/>
                  </a:lnTo>
                  <a:close/>
                  <a:moveTo>
                    <a:pt x="11184763" y="13716000"/>
                  </a:moveTo>
                  <a:lnTo>
                    <a:pt x="11133963" y="13716000"/>
                  </a:lnTo>
                  <a:lnTo>
                    <a:pt x="11184763" y="13716000"/>
                  </a:lnTo>
                  <a:close/>
                  <a:moveTo>
                    <a:pt x="11066272" y="13716000"/>
                  </a:moveTo>
                  <a:lnTo>
                    <a:pt x="11015472" y="13716000"/>
                  </a:lnTo>
                  <a:lnTo>
                    <a:pt x="11066272" y="13716000"/>
                  </a:lnTo>
                  <a:close/>
                  <a:moveTo>
                    <a:pt x="10947781" y="13716000"/>
                  </a:moveTo>
                  <a:lnTo>
                    <a:pt x="10896981" y="13716000"/>
                  </a:lnTo>
                  <a:lnTo>
                    <a:pt x="10947781" y="13716000"/>
                  </a:lnTo>
                  <a:close/>
                  <a:moveTo>
                    <a:pt x="10829290" y="13716000"/>
                  </a:moveTo>
                  <a:lnTo>
                    <a:pt x="10778490" y="13716000"/>
                  </a:lnTo>
                  <a:lnTo>
                    <a:pt x="10829290" y="13716000"/>
                  </a:lnTo>
                  <a:close/>
                  <a:moveTo>
                    <a:pt x="10710799" y="13716000"/>
                  </a:moveTo>
                  <a:lnTo>
                    <a:pt x="10659999" y="13716000"/>
                  </a:lnTo>
                  <a:lnTo>
                    <a:pt x="10710799" y="13716000"/>
                  </a:lnTo>
                  <a:close/>
                  <a:moveTo>
                    <a:pt x="10592308" y="13716000"/>
                  </a:moveTo>
                  <a:lnTo>
                    <a:pt x="10541508" y="13716000"/>
                  </a:lnTo>
                  <a:lnTo>
                    <a:pt x="10592308" y="13716000"/>
                  </a:lnTo>
                  <a:close/>
                  <a:moveTo>
                    <a:pt x="10473817" y="13716000"/>
                  </a:moveTo>
                  <a:lnTo>
                    <a:pt x="10423017" y="13716000"/>
                  </a:lnTo>
                  <a:lnTo>
                    <a:pt x="10473817" y="13716000"/>
                  </a:lnTo>
                  <a:close/>
                  <a:moveTo>
                    <a:pt x="10355326" y="13716000"/>
                  </a:moveTo>
                  <a:lnTo>
                    <a:pt x="10304526" y="13716000"/>
                  </a:lnTo>
                  <a:lnTo>
                    <a:pt x="10355326" y="13716000"/>
                  </a:lnTo>
                  <a:close/>
                  <a:moveTo>
                    <a:pt x="10236835" y="13716000"/>
                  </a:moveTo>
                  <a:lnTo>
                    <a:pt x="10186035" y="13716000"/>
                  </a:lnTo>
                  <a:lnTo>
                    <a:pt x="10236835" y="13716000"/>
                  </a:lnTo>
                  <a:close/>
                  <a:moveTo>
                    <a:pt x="10118344" y="13716000"/>
                  </a:moveTo>
                  <a:lnTo>
                    <a:pt x="10067544" y="13716000"/>
                  </a:lnTo>
                  <a:lnTo>
                    <a:pt x="10118344" y="13716000"/>
                  </a:lnTo>
                  <a:close/>
                  <a:moveTo>
                    <a:pt x="9999853" y="13716000"/>
                  </a:moveTo>
                  <a:lnTo>
                    <a:pt x="9949053" y="13716000"/>
                  </a:lnTo>
                  <a:lnTo>
                    <a:pt x="9999853" y="13716000"/>
                  </a:lnTo>
                  <a:close/>
                  <a:moveTo>
                    <a:pt x="9881362" y="13716000"/>
                  </a:moveTo>
                  <a:lnTo>
                    <a:pt x="9830562" y="13716000"/>
                  </a:lnTo>
                  <a:lnTo>
                    <a:pt x="9881362" y="13716000"/>
                  </a:lnTo>
                  <a:close/>
                  <a:moveTo>
                    <a:pt x="9762871" y="13716000"/>
                  </a:moveTo>
                  <a:lnTo>
                    <a:pt x="9712071" y="13716000"/>
                  </a:lnTo>
                  <a:lnTo>
                    <a:pt x="9762871" y="13716000"/>
                  </a:lnTo>
                  <a:close/>
                  <a:moveTo>
                    <a:pt x="9644380" y="13716000"/>
                  </a:moveTo>
                  <a:lnTo>
                    <a:pt x="9593580" y="13716000"/>
                  </a:lnTo>
                  <a:lnTo>
                    <a:pt x="9644380" y="13716000"/>
                  </a:lnTo>
                  <a:close/>
                  <a:moveTo>
                    <a:pt x="9525889" y="13716000"/>
                  </a:moveTo>
                  <a:lnTo>
                    <a:pt x="9475089" y="13716000"/>
                  </a:lnTo>
                  <a:lnTo>
                    <a:pt x="9525889" y="13716000"/>
                  </a:lnTo>
                  <a:close/>
                  <a:moveTo>
                    <a:pt x="9407398" y="13716000"/>
                  </a:moveTo>
                  <a:lnTo>
                    <a:pt x="9356598" y="13716000"/>
                  </a:lnTo>
                  <a:lnTo>
                    <a:pt x="9407398" y="13716000"/>
                  </a:lnTo>
                  <a:close/>
                  <a:moveTo>
                    <a:pt x="9288907" y="13716000"/>
                  </a:moveTo>
                  <a:lnTo>
                    <a:pt x="9238107" y="13716000"/>
                  </a:lnTo>
                  <a:lnTo>
                    <a:pt x="9288907" y="13716000"/>
                  </a:lnTo>
                  <a:close/>
                  <a:moveTo>
                    <a:pt x="9170416" y="13716000"/>
                  </a:moveTo>
                  <a:lnTo>
                    <a:pt x="9119616" y="13716000"/>
                  </a:lnTo>
                  <a:lnTo>
                    <a:pt x="9170416" y="13716000"/>
                  </a:lnTo>
                  <a:close/>
                  <a:moveTo>
                    <a:pt x="9051925" y="13716000"/>
                  </a:moveTo>
                  <a:lnTo>
                    <a:pt x="9001125" y="13716000"/>
                  </a:lnTo>
                  <a:lnTo>
                    <a:pt x="9051925" y="13716000"/>
                  </a:lnTo>
                  <a:close/>
                  <a:moveTo>
                    <a:pt x="8933434" y="13716000"/>
                  </a:moveTo>
                  <a:lnTo>
                    <a:pt x="8882634" y="13716000"/>
                  </a:lnTo>
                  <a:lnTo>
                    <a:pt x="8933434" y="13716000"/>
                  </a:lnTo>
                  <a:close/>
                  <a:moveTo>
                    <a:pt x="8814943" y="13716000"/>
                  </a:moveTo>
                  <a:lnTo>
                    <a:pt x="8764143" y="13716000"/>
                  </a:lnTo>
                  <a:lnTo>
                    <a:pt x="8814943" y="13716000"/>
                  </a:lnTo>
                  <a:close/>
                  <a:moveTo>
                    <a:pt x="8696452" y="13716000"/>
                  </a:moveTo>
                  <a:lnTo>
                    <a:pt x="8645652" y="13716000"/>
                  </a:lnTo>
                  <a:lnTo>
                    <a:pt x="8696452" y="13716000"/>
                  </a:lnTo>
                  <a:close/>
                  <a:moveTo>
                    <a:pt x="8577961" y="13716000"/>
                  </a:moveTo>
                  <a:lnTo>
                    <a:pt x="8527161" y="13716000"/>
                  </a:lnTo>
                  <a:lnTo>
                    <a:pt x="8577961" y="13716000"/>
                  </a:lnTo>
                  <a:close/>
                  <a:moveTo>
                    <a:pt x="8459470" y="13716000"/>
                  </a:moveTo>
                  <a:lnTo>
                    <a:pt x="8408670" y="13716000"/>
                  </a:lnTo>
                  <a:lnTo>
                    <a:pt x="8459470" y="13716000"/>
                  </a:lnTo>
                  <a:close/>
                  <a:moveTo>
                    <a:pt x="8340979" y="13716000"/>
                  </a:moveTo>
                  <a:lnTo>
                    <a:pt x="8290179" y="13716000"/>
                  </a:lnTo>
                  <a:lnTo>
                    <a:pt x="8340979" y="13716000"/>
                  </a:lnTo>
                  <a:close/>
                  <a:moveTo>
                    <a:pt x="8222488" y="13716000"/>
                  </a:moveTo>
                  <a:lnTo>
                    <a:pt x="8171688" y="13716000"/>
                  </a:lnTo>
                  <a:lnTo>
                    <a:pt x="8222488" y="13716000"/>
                  </a:lnTo>
                  <a:close/>
                  <a:moveTo>
                    <a:pt x="8103997" y="13716000"/>
                  </a:moveTo>
                  <a:lnTo>
                    <a:pt x="8053197" y="13716000"/>
                  </a:lnTo>
                  <a:lnTo>
                    <a:pt x="8103997" y="13716000"/>
                  </a:lnTo>
                  <a:close/>
                  <a:moveTo>
                    <a:pt x="7985506" y="13716000"/>
                  </a:moveTo>
                  <a:lnTo>
                    <a:pt x="7934706" y="13716000"/>
                  </a:lnTo>
                  <a:lnTo>
                    <a:pt x="7985506" y="13716000"/>
                  </a:lnTo>
                  <a:close/>
                  <a:moveTo>
                    <a:pt x="7867015" y="13716000"/>
                  </a:moveTo>
                  <a:lnTo>
                    <a:pt x="7816215" y="13716000"/>
                  </a:lnTo>
                  <a:lnTo>
                    <a:pt x="7867015" y="13716000"/>
                  </a:lnTo>
                  <a:close/>
                  <a:moveTo>
                    <a:pt x="7748524" y="13716000"/>
                  </a:moveTo>
                  <a:lnTo>
                    <a:pt x="7697724" y="13716000"/>
                  </a:lnTo>
                  <a:lnTo>
                    <a:pt x="7748524" y="13716000"/>
                  </a:lnTo>
                  <a:close/>
                  <a:moveTo>
                    <a:pt x="7630033" y="13716000"/>
                  </a:moveTo>
                  <a:lnTo>
                    <a:pt x="7579233" y="13716000"/>
                  </a:lnTo>
                  <a:lnTo>
                    <a:pt x="7630033" y="13716000"/>
                  </a:lnTo>
                  <a:close/>
                  <a:moveTo>
                    <a:pt x="7511542" y="13716000"/>
                  </a:moveTo>
                  <a:lnTo>
                    <a:pt x="7460742" y="13716000"/>
                  </a:lnTo>
                  <a:lnTo>
                    <a:pt x="7511542" y="13716000"/>
                  </a:lnTo>
                  <a:close/>
                  <a:moveTo>
                    <a:pt x="7393051" y="13716000"/>
                  </a:moveTo>
                  <a:lnTo>
                    <a:pt x="7342251" y="13716000"/>
                  </a:lnTo>
                  <a:lnTo>
                    <a:pt x="7393051" y="13716000"/>
                  </a:lnTo>
                  <a:close/>
                  <a:moveTo>
                    <a:pt x="7274560" y="13716000"/>
                  </a:moveTo>
                  <a:lnTo>
                    <a:pt x="7223760" y="13716000"/>
                  </a:lnTo>
                  <a:lnTo>
                    <a:pt x="7274560" y="13716000"/>
                  </a:lnTo>
                  <a:close/>
                  <a:moveTo>
                    <a:pt x="7156069" y="13716000"/>
                  </a:moveTo>
                  <a:lnTo>
                    <a:pt x="7105269" y="13716000"/>
                  </a:lnTo>
                  <a:lnTo>
                    <a:pt x="7156069" y="13716000"/>
                  </a:lnTo>
                  <a:close/>
                  <a:moveTo>
                    <a:pt x="7037578" y="13716000"/>
                  </a:moveTo>
                  <a:lnTo>
                    <a:pt x="6986778" y="13716000"/>
                  </a:lnTo>
                  <a:lnTo>
                    <a:pt x="7037578" y="13716000"/>
                  </a:lnTo>
                  <a:close/>
                  <a:moveTo>
                    <a:pt x="6919087" y="13716000"/>
                  </a:moveTo>
                  <a:lnTo>
                    <a:pt x="6868287" y="13716000"/>
                  </a:lnTo>
                  <a:lnTo>
                    <a:pt x="6919087" y="13716000"/>
                  </a:lnTo>
                  <a:close/>
                  <a:moveTo>
                    <a:pt x="6800596" y="13716000"/>
                  </a:moveTo>
                  <a:lnTo>
                    <a:pt x="6749796" y="13716000"/>
                  </a:lnTo>
                  <a:lnTo>
                    <a:pt x="6800596" y="13716000"/>
                  </a:lnTo>
                  <a:close/>
                  <a:moveTo>
                    <a:pt x="6682105" y="13716000"/>
                  </a:moveTo>
                  <a:lnTo>
                    <a:pt x="6631305" y="13716000"/>
                  </a:lnTo>
                  <a:lnTo>
                    <a:pt x="6682105" y="13716000"/>
                  </a:lnTo>
                  <a:close/>
                  <a:moveTo>
                    <a:pt x="6563614" y="13716000"/>
                  </a:moveTo>
                  <a:lnTo>
                    <a:pt x="6512814" y="13716000"/>
                  </a:lnTo>
                  <a:lnTo>
                    <a:pt x="6563614" y="13716000"/>
                  </a:lnTo>
                  <a:close/>
                  <a:moveTo>
                    <a:pt x="6445123" y="13716000"/>
                  </a:moveTo>
                  <a:lnTo>
                    <a:pt x="6394323" y="13716000"/>
                  </a:lnTo>
                  <a:lnTo>
                    <a:pt x="6445123" y="13716000"/>
                  </a:lnTo>
                  <a:close/>
                  <a:moveTo>
                    <a:pt x="6326632" y="13716000"/>
                  </a:moveTo>
                  <a:lnTo>
                    <a:pt x="6275832" y="13716000"/>
                  </a:lnTo>
                  <a:lnTo>
                    <a:pt x="6326632" y="13716000"/>
                  </a:lnTo>
                  <a:close/>
                  <a:moveTo>
                    <a:pt x="6208141" y="13716000"/>
                  </a:moveTo>
                  <a:lnTo>
                    <a:pt x="6157341" y="13716000"/>
                  </a:lnTo>
                  <a:lnTo>
                    <a:pt x="6208141" y="13716000"/>
                  </a:lnTo>
                  <a:close/>
                  <a:moveTo>
                    <a:pt x="6089650" y="13716000"/>
                  </a:moveTo>
                  <a:lnTo>
                    <a:pt x="6038850" y="13716000"/>
                  </a:lnTo>
                  <a:lnTo>
                    <a:pt x="6089650" y="13716000"/>
                  </a:lnTo>
                  <a:close/>
                  <a:moveTo>
                    <a:pt x="5971159" y="13716000"/>
                  </a:moveTo>
                  <a:lnTo>
                    <a:pt x="5920359" y="13716000"/>
                  </a:lnTo>
                  <a:lnTo>
                    <a:pt x="5971159" y="13716000"/>
                  </a:lnTo>
                  <a:close/>
                  <a:moveTo>
                    <a:pt x="5852668" y="13716000"/>
                  </a:moveTo>
                  <a:lnTo>
                    <a:pt x="5801868" y="13716000"/>
                  </a:lnTo>
                  <a:lnTo>
                    <a:pt x="5852668" y="13716000"/>
                  </a:lnTo>
                  <a:close/>
                  <a:moveTo>
                    <a:pt x="5734177" y="13716000"/>
                  </a:moveTo>
                  <a:lnTo>
                    <a:pt x="5683377" y="13716000"/>
                  </a:lnTo>
                  <a:lnTo>
                    <a:pt x="5734177" y="13716000"/>
                  </a:lnTo>
                  <a:close/>
                  <a:moveTo>
                    <a:pt x="5615686" y="13716000"/>
                  </a:moveTo>
                  <a:lnTo>
                    <a:pt x="5564886" y="13716000"/>
                  </a:lnTo>
                  <a:lnTo>
                    <a:pt x="5615686" y="13716000"/>
                  </a:lnTo>
                  <a:close/>
                  <a:moveTo>
                    <a:pt x="5497195" y="13716000"/>
                  </a:moveTo>
                  <a:lnTo>
                    <a:pt x="5446395" y="13716000"/>
                  </a:lnTo>
                  <a:lnTo>
                    <a:pt x="5497195" y="13716000"/>
                  </a:lnTo>
                  <a:close/>
                  <a:moveTo>
                    <a:pt x="5378704" y="13716000"/>
                  </a:moveTo>
                  <a:lnTo>
                    <a:pt x="5327904" y="13716000"/>
                  </a:lnTo>
                  <a:lnTo>
                    <a:pt x="5378704" y="13716000"/>
                  </a:lnTo>
                  <a:close/>
                  <a:moveTo>
                    <a:pt x="5260213" y="13716000"/>
                  </a:moveTo>
                  <a:lnTo>
                    <a:pt x="5209413" y="13716000"/>
                  </a:lnTo>
                  <a:lnTo>
                    <a:pt x="5260213" y="13716000"/>
                  </a:lnTo>
                  <a:close/>
                  <a:moveTo>
                    <a:pt x="5141722" y="13716000"/>
                  </a:moveTo>
                  <a:lnTo>
                    <a:pt x="5090922" y="13716000"/>
                  </a:lnTo>
                  <a:lnTo>
                    <a:pt x="5141722" y="13716000"/>
                  </a:lnTo>
                  <a:close/>
                  <a:moveTo>
                    <a:pt x="5023231" y="13716000"/>
                  </a:moveTo>
                  <a:lnTo>
                    <a:pt x="4972431" y="13716000"/>
                  </a:lnTo>
                  <a:lnTo>
                    <a:pt x="5023231" y="13716000"/>
                  </a:lnTo>
                  <a:close/>
                  <a:moveTo>
                    <a:pt x="4904740" y="13716000"/>
                  </a:moveTo>
                  <a:lnTo>
                    <a:pt x="4853940" y="13716000"/>
                  </a:lnTo>
                  <a:lnTo>
                    <a:pt x="4904740" y="13716000"/>
                  </a:lnTo>
                  <a:close/>
                  <a:moveTo>
                    <a:pt x="4786249" y="13716000"/>
                  </a:moveTo>
                  <a:lnTo>
                    <a:pt x="4735449" y="13716000"/>
                  </a:lnTo>
                  <a:lnTo>
                    <a:pt x="4786249" y="13716000"/>
                  </a:lnTo>
                  <a:close/>
                  <a:moveTo>
                    <a:pt x="4667758" y="13716000"/>
                  </a:moveTo>
                  <a:lnTo>
                    <a:pt x="4616958" y="13716000"/>
                  </a:lnTo>
                  <a:lnTo>
                    <a:pt x="4667758" y="13716000"/>
                  </a:lnTo>
                  <a:close/>
                  <a:moveTo>
                    <a:pt x="4549267" y="13716000"/>
                  </a:moveTo>
                  <a:lnTo>
                    <a:pt x="4498467" y="13716000"/>
                  </a:lnTo>
                  <a:lnTo>
                    <a:pt x="4549267" y="13716000"/>
                  </a:lnTo>
                  <a:close/>
                  <a:moveTo>
                    <a:pt x="4430776" y="13716000"/>
                  </a:moveTo>
                  <a:lnTo>
                    <a:pt x="4379976" y="13716000"/>
                  </a:lnTo>
                  <a:lnTo>
                    <a:pt x="4430776" y="13716000"/>
                  </a:lnTo>
                  <a:close/>
                  <a:moveTo>
                    <a:pt x="4312285" y="13716000"/>
                  </a:moveTo>
                  <a:lnTo>
                    <a:pt x="4261485" y="13716000"/>
                  </a:lnTo>
                  <a:lnTo>
                    <a:pt x="4312285" y="13716000"/>
                  </a:lnTo>
                  <a:close/>
                  <a:moveTo>
                    <a:pt x="4193794" y="13716000"/>
                  </a:moveTo>
                  <a:lnTo>
                    <a:pt x="4142994" y="13716000"/>
                  </a:lnTo>
                  <a:lnTo>
                    <a:pt x="4193794" y="13716000"/>
                  </a:lnTo>
                  <a:close/>
                  <a:moveTo>
                    <a:pt x="4075303" y="13716000"/>
                  </a:moveTo>
                  <a:lnTo>
                    <a:pt x="4024503" y="13716000"/>
                  </a:lnTo>
                  <a:lnTo>
                    <a:pt x="4075303" y="13716000"/>
                  </a:lnTo>
                  <a:close/>
                  <a:moveTo>
                    <a:pt x="3956812" y="13716000"/>
                  </a:moveTo>
                  <a:lnTo>
                    <a:pt x="3906012" y="13716000"/>
                  </a:lnTo>
                  <a:lnTo>
                    <a:pt x="3956812" y="13716000"/>
                  </a:lnTo>
                  <a:close/>
                  <a:moveTo>
                    <a:pt x="3838321" y="13716000"/>
                  </a:moveTo>
                  <a:lnTo>
                    <a:pt x="3787521" y="13716000"/>
                  </a:lnTo>
                  <a:lnTo>
                    <a:pt x="3838321" y="13716000"/>
                  </a:lnTo>
                  <a:close/>
                  <a:moveTo>
                    <a:pt x="3719830" y="13716000"/>
                  </a:moveTo>
                  <a:lnTo>
                    <a:pt x="3669030" y="13716000"/>
                  </a:lnTo>
                  <a:lnTo>
                    <a:pt x="3719830" y="13716000"/>
                  </a:lnTo>
                  <a:close/>
                  <a:moveTo>
                    <a:pt x="3601339" y="13716000"/>
                  </a:moveTo>
                  <a:lnTo>
                    <a:pt x="3550539" y="13716000"/>
                  </a:lnTo>
                  <a:lnTo>
                    <a:pt x="3601339" y="13716000"/>
                  </a:lnTo>
                  <a:close/>
                  <a:moveTo>
                    <a:pt x="3482848" y="13716000"/>
                  </a:moveTo>
                  <a:lnTo>
                    <a:pt x="3432048" y="13716000"/>
                  </a:lnTo>
                  <a:lnTo>
                    <a:pt x="3482848" y="13716000"/>
                  </a:lnTo>
                  <a:close/>
                  <a:moveTo>
                    <a:pt x="3364357" y="13716000"/>
                  </a:moveTo>
                  <a:lnTo>
                    <a:pt x="3313557" y="13716000"/>
                  </a:lnTo>
                  <a:lnTo>
                    <a:pt x="3364357" y="13716000"/>
                  </a:lnTo>
                  <a:close/>
                  <a:moveTo>
                    <a:pt x="3245866" y="13716000"/>
                  </a:moveTo>
                  <a:lnTo>
                    <a:pt x="3195066" y="13716000"/>
                  </a:lnTo>
                  <a:lnTo>
                    <a:pt x="3245866" y="13716000"/>
                  </a:lnTo>
                  <a:close/>
                  <a:moveTo>
                    <a:pt x="3127375" y="13716000"/>
                  </a:moveTo>
                  <a:lnTo>
                    <a:pt x="3076575" y="13716000"/>
                  </a:lnTo>
                  <a:lnTo>
                    <a:pt x="3127375" y="13716000"/>
                  </a:lnTo>
                  <a:close/>
                  <a:moveTo>
                    <a:pt x="3008884" y="13716000"/>
                  </a:moveTo>
                  <a:lnTo>
                    <a:pt x="2958084" y="13716000"/>
                  </a:lnTo>
                  <a:lnTo>
                    <a:pt x="3008884" y="13716000"/>
                  </a:lnTo>
                  <a:close/>
                  <a:moveTo>
                    <a:pt x="2890393" y="13716000"/>
                  </a:moveTo>
                  <a:lnTo>
                    <a:pt x="2839593" y="13716000"/>
                  </a:lnTo>
                  <a:lnTo>
                    <a:pt x="2890393" y="13716000"/>
                  </a:lnTo>
                  <a:close/>
                  <a:moveTo>
                    <a:pt x="2771902" y="13716000"/>
                  </a:moveTo>
                  <a:lnTo>
                    <a:pt x="2721102" y="13716000"/>
                  </a:lnTo>
                  <a:lnTo>
                    <a:pt x="2771902" y="13716000"/>
                  </a:lnTo>
                  <a:close/>
                  <a:moveTo>
                    <a:pt x="2653411" y="13716000"/>
                  </a:moveTo>
                  <a:lnTo>
                    <a:pt x="2602611" y="13716000"/>
                  </a:lnTo>
                  <a:lnTo>
                    <a:pt x="2653411" y="13716000"/>
                  </a:lnTo>
                  <a:close/>
                  <a:moveTo>
                    <a:pt x="2534920" y="13716000"/>
                  </a:moveTo>
                  <a:lnTo>
                    <a:pt x="2484120" y="13716000"/>
                  </a:lnTo>
                  <a:lnTo>
                    <a:pt x="2534920" y="13716000"/>
                  </a:lnTo>
                  <a:close/>
                  <a:moveTo>
                    <a:pt x="2416429" y="13716000"/>
                  </a:moveTo>
                  <a:lnTo>
                    <a:pt x="2365629" y="13716000"/>
                  </a:lnTo>
                  <a:lnTo>
                    <a:pt x="2416429" y="13716000"/>
                  </a:lnTo>
                  <a:close/>
                  <a:moveTo>
                    <a:pt x="2297938" y="13716000"/>
                  </a:moveTo>
                  <a:lnTo>
                    <a:pt x="2247138" y="13716000"/>
                  </a:lnTo>
                  <a:lnTo>
                    <a:pt x="2297938" y="13716000"/>
                  </a:lnTo>
                  <a:close/>
                  <a:moveTo>
                    <a:pt x="2179447" y="13716000"/>
                  </a:moveTo>
                  <a:lnTo>
                    <a:pt x="2128647" y="13716000"/>
                  </a:lnTo>
                  <a:lnTo>
                    <a:pt x="2179447" y="13716000"/>
                  </a:lnTo>
                  <a:close/>
                  <a:moveTo>
                    <a:pt x="2060956" y="13716000"/>
                  </a:moveTo>
                  <a:lnTo>
                    <a:pt x="2010156" y="13716000"/>
                  </a:lnTo>
                  <a:lnTo>
                    <a:pt x="2060956" y="13716000"/>
                  </a:lnTo>
                  <a:close/>
                  <a:moveTo>
                    <a:pt x="1942465" y="13716000"/>
                  </a:moveTo>
                  <a:lnTo>
                    <a:pt x="1891665" y="13716000"/>
                  </a:lnTo>
                  <a:lnTo>
                    <a:pt x="1942465" y="13716000"/>
                  </a:lnTo>
                  <a:close/>
                  <a:moveTo>
                    <a:pt x="1823974" y="13716000"/>
                  </a:moveTo>
                  <a:lnTo>
                    <a:pt x="1773174" y="13716000"/>
                  </a:lnTo>
                  <a:lnTo>
                    <a:pt x="1823974" y="13716000"/>
                  </a:lnTo>
                  <a:close/>
                  <a:moveTo>
                    <a:pt x="1705483" y="13716000"/>
                  </a:moveTo>
                  <a:lnTo>
                    <a:pt x="1654683" y="13716000"/>
                  </a:lnTo>
                  <a:lnTo>
                    <a:pt x="1705483" y="13716000"/>
                  </a:lnTo>
                  <a:close/>
                  <a:moveTo>
                    <a:pt x="1586992" y="13716000"/>
                  </a:moveTo>
                  <a:lnTo>
                    <a:pt x="1536192" y="13716000"/>
                  </a:lnTo>
                  <a:lnTo>
                    <a:pt x="1586992" y="13716000"/>
                  </a:lnTo>
                  <a:close/>
                  <a:moveTo>
                    <a:pt x="1468501" y="13716000"/>
                  </a:moveTo>
                  <a:lnTo>
                    <a:pt x="1417701" y="13716000"/>
                  </a:lnTo>
                  <a:lnTo>
                    <a:pt x="1468501" y="13716000"/>
                  </a:lnTo>
                  <a:close/>
                  <a:moveTo>
                    <a:pt x="1350010" y="13716000"/>
                  </a:moveTo>
                  <a:lnTo>
                    <a:pt x="1299210" y="13716000"/>
                  </a:lnTo>
                  <a:lnTo>
                    <a:pt x="1350010" y="13716000"/>
                  </a:lnTo>
                  <a:close/>
                  <a:moveTo>
                    <a:pt x="1231519" y="13716000"/>
                  </a:moveTo>
                  <a:lnTo>
                    <a:pt x="1193800" y="13716000"/>
                  </a:lnTo>
                  <a:lnTo>
                    <a:pt x="1244600" y="13716000"/>
                  </a:lnTo>
                  <a:close/>
                  <a:moveTo>
                    <a:pt x="1126109" y="13716000"/>
                  </a:moveTo>
                  <a:lnTo>
                    <a:pt x="1075309" y="13716000"/>
                  </a:lnTo>
                  <a:lnTo>
                    <a:pt x="1126109" y="13716000"/>
                  </a:lnTo>
                  <a:close/>
                  <a:moveTo>
                    <a:pt x="1007618" y="13716000"/>
                  </a:moveTo>
                  <a:lnTo>
                    <a:pt x="956818" y="13716000"/>
                  </a:lnTo>
                  <a:lnTo>
                    <a:pt x="1007618" y="13716000"/>
                  </a:lnTo>
                  <a:close/>
                  <a:moveTo>
                    <a:pt x="889127" y="13716000"/>
                  </a:moveTo>
                  <a:lnTo>
                    <a:pt x="838200" y="13716000"/>
                  </a:lnTo>
                  <a:lnTo>
                    <a:pt x="889000" y="13716000"/>
                  </a:lnTo>
                  <a:close/>
                  <a:moveTo>
                    <a:pt x="770509" y="13716000"/>
                  </a:moveTo>
                  <a:lnTo>
                    <a:pt x="719709" y="13716000"/>
                  </a:lnTo>
                  <a:lnTo>
                    <a:pt x="770509" y="13716000"/>
                  </a:lnTo>
                  <a:close/>
                  <a:moveTo>
                    <a:pt x="652018" y="13716000"/>
                  </a:moveTo>
                  <a:lnTo>
                    <a:pt x="601218" y="13716000"/>
                  </a:lnTo>
                  <a:lnTo>
                    <a:pt x="652018" y="13716000"/>
                  </a:lnTo>
                  <a:close/>
                  <a:moveTo>
                    <a:pt x="533527" y="13716000"/>
                  </a:moveTo>
                  <a:lnTo>
                    <a:pt x="482600" y="13716000"/>
                  </a:lnTo>
                  <a:lnTo>
                    <a:pt x="533400" y="13716000"/>
                  </a:lnTo>
                  <a:close/>
                  <a:moveTo>
                    <a:pt x="414909" y="13716000"/>
                  </a:moveTo>
                  <a:lnTo>
                    <a:pt x="364109" y="13716000"/>
                  </a:lnTo>
                  <a:lnTo>
                    <a:pt x="414909" y="13716000"/>
                  </a:lnTo>
                  <a:close/>
                  <a:moveTo>
                    <a:pt x="296418" y="13716000"/>
                  </a:moveTo>
                  <a:lnTo>
                    <a:pt x="245618" y="13716000"/>
                  </a:lnTo>
                  <a:lnTo>
                    <a:pt x="296418" y="13716000"/>
                  </a:lnTo>
                  <a:close/>
                  <a:moveTo>
                    <a:pt x="177927" y="13716000"/>
                  </a:moveTo>
                  <a:lnTo>
                    <a:pt x="127000" y="13716000"/>
                  </a:lnTo>
                  <a:lnTo>
                    <a:pt x="177800" y="13716000"/>
                  </a:lnTo>
                  <a:close/>
                  <a:moveTo>
                    <a:pt x="59309" y="13716000"/>
                  </a:moveTo>
                  <a:lnTo>
                    <a:pt x="8509" y="13716000"/>
                  </a:lnTo>
                  <a:cubicBezTo>
                    <a:pt x="3810" y="13716000"/>
                    <a:pt x="0" y="13712189"/>
                    <a:pt x="0" y="13707490"/>
                  </a:cubicBezTo>
                  <a:lnTo>
                    <a:pt x="16891" y="13707490"/>
                  </a:lnTo>
                  <a:lnTo>
                    <a:pt x="8509" y="13707490"/>
                  </a:lnTo>
                  <a:lnTo>
                    <a:pt x="8509" y="13716000"/>
                  </a:lnTo>
                  <a:lnTo>
                    <a:pt x="59309" y="13716000"/>
                  </a:lnTo>
                  <a:close/>
                  <a:moveTo>
                    <a:pt x="0" y="13639800"/>
                  </a:moveTo>
                  <a:lnTo>
                    <a:pt x="0" y="13589000"/>
                  </a:lnTo>
                  <a:lnTo>
                    <a:pt x="16891" y="13589000"/>
                  </a:lnTo>
                  <a:lnTo>
                    <a:pt x="16891" y="13639800"/>
                  </a:lnTo>
                  <a:close/>
                  <a:moveTo>
                    <a:pt x="0" y="13538200"/>
                  </a:moveTo>
                  <a:lnTo>
                    <a:pt x="0" y="13487400"/>
                  </a:lnTo>
                  <a:lnTo>
                    <a:pt x="16891" y="13487400"/>
                  </a:lnTo>
                  <a:lnTo>
                    <a:pt x="16891" y="13538200"/>
                  </a:lnTo>
                  <a:close/>
                  <a:moveTo>
                    <a:pt x="16891" y="13419710"/>
                  </a:moveTo>
                  <a:lnTo>
                    <a:pt x="16891" y="13368910"/>
                  </a:lnTo>
                  <a:lnTo>
                    <a:pt x="16891" y="13419710"/>
                  </a:lnTo>
                  <a:close/>
                  <a:moveTo>
                    <a:pt x="16891" y="13301218"/>
                  </a:moveTo>
                  <a:lnTo>
                    <a:pt x="16891" y="13250418"/>
                  </a:lnTo>
                  <a:lnTo>
                    <a:pt x="16891" y="13301218"/>
                  </a:lnTo>
                  <a:close/>
                  <a:moveTo>
                    <a:pt x="0" y="13182600"/>
                  </a:moveTo>
                  <a:lnTo>
                    <a:pt x="0" y="13131800"/>
                  </a:lnTo>
                  <a:lnTo>
                    <a:pt x="16891" y="13131800"/>
                  </a:lnTo>
                  <a:lnTo>
                    <a:pt x="16891" y="13182600"/>
                  </a:lnTo>
                  <a:close/>
                  <a:moveTo>
                    <a:pt x="16891" y="13064110"/>
                  </a:moveTo>
                  <a:lnTo>
                    <a:pt x="16891" y="13013310"/>
                  </a:lnTo>
                  <a:lnTo>
                    <a:pt x="16891" y="13064110"/>
                  </a:lnTo>
                  <a:close/>
                  <a:moveTo>
                    <a:pt x="16891" y="12945618"/>
                  </a:moveTo>
                  <a:lnTo>
                    <a:pt x="16891" y="12894818"/>
                  </a:lnTo>
                  <a:lnTo>
                    <a:pt x="16891" y="12945618"/>
                  </a:lnTo>
                  <a:close/>
                  <a:moveTo>
                    <a:pt x="0" y="12827000"/>
                  </a:moveTo>
                  <a:lnTo>
                    <a:pt x="0" y="12776200"/>
                  </a:lnTo>
                  <a:lnTo>
                    <a:pt x="16891" y="12776200"/>
                  </a:lnTo>
                  <a:lnTo>
                    <a:pt x="16891" y="12827000"/>
                  </a:lnTo>
                  <a:close/>
                  <a:moveTo>
                    <a:pt x="16891" y="12708509"/>
                  </a:moveTo>
                  <a:lnTo>
                    <a:pt x="16891" y="12657709"/>
                  </a:lnTo>
                  <a:lnTo>
                    <a:pt x="16891" y="12708509"/>
                  </a:lnTo>
                  <a:close/>
                  <a:moveTo>
                    <a:pt x="16891" y="12590018"/>
                  </a:moveTo>
                  <a:lnTo>
                    <a:pt x="16891" y="12539218"/>
                  </a:lnTo>
                  <a:lnTo>
                    <a:pt x="16891" y="12590018"/>
                  </a:lnTo>
                  <a:close/>
                  <a:moveTo>
                    <a:pt x="0" y="12471400"/>
                  </a:moveTo>
                  <a:lnTo>
                    <a:pt x="0" y="12420600"/>
                  </a:lnTo>
                  <a:lnTo>
                    <a:pt x="16891" y="12420600"/>
                  </a:lnTo>
                  <a:lnTo>
                    <a:pt x="16891" y="12471400"/>
                  </a:lnTo>
                  <a:close/>
                  <a:moveTo>
                    <a:pt x="16891" y="12352909"/>
                  </a:moveTo>
                  <a:lnTo>
                    <a:pt x="16891" y="12302109"/>
                  </a:lnTo>
                  <a:lnTo>
                    <a:pt x="16891" y="12352909"/>
                  </a:lnTo>
                  <a:close/>
                  <a:moveTo>
                    <a:pt x="16891" y="12234418"/>
                  </a:moveTo>
                  <a:lnTo>
                    <a:pt x="16891" y="12183618"/>
                  </a:lnTo>
                  <a:lnTo>
                    <a:pt x="16891" y="12234418"/>
                  </a:lnTo>
                  <a:close/>
                  <a:moveTo>
                    <a:pt x="0" y="12115800"/>
                  </a:moveTo>
                  <a:lnTo>
                    <a:pt x="0" y="12065000"/>
                  </a:lnTo>
                  <a:lnTo>
                    <a:pt x="16891" y="12065000"/>
                  </a:lnTo>
                  <a:lnTo>
                    <a:pt x="16891" y="12115800"/>
                  </a:lnTo>
                  <a:close/>
                  <a:moveTo>
                    <a:pt x="16891" y="11997309"/>
                  </a:moveTo>
                  <a:lnTo>
                    <a:pt x="16891" y="11946509"/>
                  </a:lnTo>
                  <a:lnTo>
                    <a:pt x="16891" y="11997309"/>
                  </a:lnTo>
                  <a:close/>
                  <a:moveTo>
                    <a:pt x="16891" y="11878818"/>
                  </a:moveTo>
                  <a:lnTo>
                    <a:pt x="16891" y="11828018"/>
                  </a:lnTo>
                  <a:lnTo>
                    <a:pt x="16891" y="11878818"/>
                  </a:lnTo>
                  <a:close/>
                  <a:moveTo>
                    <a:pt x="0" y="11760200"/>
                  </a:moveTo>
                  <a:lnTo>
                    <a:pt x="0" y="11709400"/>
                  </a:lnTo>
                  <a:lnTo>
                    <a:pt x="16891" y="11709400"/>
                  </a:lnTo>
                  <a:lnTo>
                    <a:pt x="16891" y="11760200"/>
                  </a:lnTo>
                  <a:close/>
                  <a:moveTo>
                    <a:pt x="16891" y="11641709"/>
                  </a:moveTo>
                  <a:lnTo>
                    <a:pt x="16891" y="11590909"/>
                  </a:lnTo>
                  <a:lnTo>
                    <a:pt x="16891" y="11641709"/>
                  </a:lnTo>
                  <a:close/>
                  <a:moveTo>
                    <a:pt x="16891" y="11523218"/>
                  </a:moveTo>
                  <a:lnTo>
                    <a:pt x="16891" y="11472418"/>
                  </a:lnTo>
                  <a:lnTo>
                    <a:pt x="16891" y="11523218"/>
                  </a:lnTo>
                  <a:close/>
                  <a:moveTo>
                    <a:pt x="0" y="11404600"/>
                  </a:moveTo>
                  <a:lnTo>
                    <a:pt x="0" y="11353800"/>
                  </a:lnTo>
                  <a:lnTo>
                    <a:pt x="16891" y="11353800"/>
                  </a:lnTo>
                  <a:lnTo>
                    <a:pt x="16891" y="11404600"/>
                  </a:lnTo>
                  <a:close/>
                  <a:moveTo>
                    <a:pt x="16891" y="11286109"/>
                  </a:moveTo>
                  <a:lnTo>
                    <a:pt x="16891" y="11235309"/>
                  </a:lnTo>
                  <a:lnTo>
                    <a:pt x="16891" y="11286109"/>
                  </a:lnTo>
                  <a:close/>
                  <a:moveTo>
                    <a:pt x="16891" y="11167618"/>
                  </a:moveTo>
                  <a:lnTo>
                    <a:pt x="16891" y="11116818"/>
                  </a:lnTo>
                  <a:lnTo>
                    <a:pt x="16891" y="11167618"/>
                  </a:lnTo>
                  <a:close/>
                  <a:moveTo>
                    <a:pt x="0" y="11049000"/>
                  </a:moveTo>
                  <a:lnTo>
                    <a:pt x="0" y="10998200"/>
                  </a:lnTo>
                  <a:lnTo>
                    <a:pt x="16891" y="10998200"/>
                  </a:lnTo>
                  <a:lnTo>
                    <a:pt x="16891" y="11049000"/>
                  </a:lnTo>
                  <a:close/>
                  <a:moveTo>
                    <a:pt x="16891" y="10930509"/>
                  </a:moveTo>
                  <a:lnTo>
                    <a:pt x="16891" y="10879709"/>
                  </a:lnTo>
                  <a:lnTo>
                    <a:pt x="16891" y="10930509"/>
                  </a:lnTo>
                  <a:close/>
                  <a:moveTo>
                    <a:pt x="16891" y="10812018"/>
                  </a:moveTo>
                  <a:lnTo>
                    <a:pt x="16891" y="10761218"/>
                  </a:lnTo>
                  <a:lnTo>
                    <a:pt x="16891" y="10812018"/>
                  </a:lnTo>
                  <a:close/>
                  <a:moveTo>
                    <a:pt x="0" y="10693400"/>
                  </a:moveTo>
                  <a:lnTo>
                    <a:pt x="0" y="10642600"/>
                  </a:lnTo>
                  <a:lnTo>
                    <a:pt x="16891" y="10642600"/>
                  </a:lnTo>
                  <a:lnTo>
                    <a:pt x="16891" y="10693400"/>
                  </a:lnTo>
                  <a:close/>
                  <a:moveTo>
                    <a:pt x="16891" y="10574909"/>
                  </a:moveTo>
                  <a:lnTo>
                    <a:pt x="16891" y="10524109"/>
                  </a:lnTo>
                  <a:lnTo>
                    <a:pt x="16891" y="10574909"/>
                  </a:lnTo>
                  <a:close/>
                  <a:moveTo>
                    <a:pt x="16891" y="10456418"/>
                  </a:moveTo>
                  <a:lnTo>
                    <a:pt x="16891" y="10405618"/>
                  </a:lnTo>
                  <a:lnTo>
                    <a:pt x="16891" y="10456418"/>
                  </a:lnTo>
                  <a:close/>
                  <a:moveTo>
                    <a:pt x="0" y="10337800"/>
                  </a:moveTo>
                  <a:lnTo>
                    <a:pt x="0" y="10287000"/>
                  </a:lnTo>
                  <a:lnTo>
                    <a:pt x="16891" y="10287000"/>
                  </a:lnTo>
                  <a:lnTo>
                    <a:pt x="16891" y="10337800"/>
                  </a:lnTo>
                  <a:close/>
                  <a:moveTo>
                    <a:pt x="16891" y="10219309"/>
                  </a:moveTo>
                  <a:lnTo>
                    <a:pt x="16891" y="10168509"/>
                  </a:lnTo>
                  <a:lnTo>
                    <a:pt x="16891" y="10219309"/>
                  </a:lnTo>
                  <a:close/>
                  <a:moveTo>
                    <a:pt x="16891" y="10100818"/>
                  </a:moveTo>
                  <a:lnTo>
                    <a:pt x="16891" y="10050018"/>
                  </a:lnTo>
                  <a:lnTo>
                    <a:pt x="16891" y="10100818"/>
                  </a:lnTo>
                  <a:close/>
                  <a:moveTo>
                    <a:pt x="0" y="9982200"/>
                  </a:moveTo>
                  <a:lnTo>
                    <a:pt x="0" y="9931400"/>
                  </a:lnTo>
                  <a:lnTo>
                    <a:pt x="16891" y="9931400"/>
                  </a:lnTo>
                  <a:lnTo>
                    <a:pt x="16891" y="9982200"/>
                  </a:lnTo>
                  <a:close/>
                  <a:moveTo>
                    <a:pt x="16891" y="9863709"/>
                  </a:moveTo>
                  <a:lnTo>
                    <a:pt x="16891" y="9812909"/>
                  </a:lnTo>
                  <a:lnTo>
                    <a:pt x="16891" y="9863709"/>
                  </a:lnTo>
                  <a:close/>
                  <a:moveTo>
                    <a:pt x="16891" y="9745218"/>
                  </a:moveTo>
                  <a:lnTo>
                    <a:pt x="16891" y="9694418"/>
                  </a:lnTo>
                  <a:lnTo>
                    <a:pt x="16891" y="9745218"/>
                  </a:lnTo>
                  <a:close/>
                  <a:moveTo>
                    <a:pt x="0" y="9626600"/>
                  </a:moveTo>
                  <a:lnTo>
                    <a:pt x="0" y="9575800"/>
                  </a:lnTo>
                  <a:lnTo>
                    <a:pt x="16891" y="9575800"/>
                  </a:lnTo>
                  <a:lnTo>
                    <a:pt x="16891" y="9626600"/>
                  </a:lnTo>
                  <a:close/>
                  <a:moveTo>
                    <a:pt x="16891" y="9508109"/>
                  </a:moveTo>
                  <a:lnTo>
                    <a:pt x="16891" y="9457309"/>
                  </a:lnTo>
                  <a:lnTo>
                    <a:pt x="16891" y="9508109"/>
                  </a:lnTo>
                  <a:close/>
                  <a:moveTo>
                    <a:pt x="16891" y="9389618"/>
                  </a:moveTo>
                  <a:lnTo>
                    <a:pt x="16891" y="9338818"/>
                  </a:lnTo>
                  <a:lnTo>
                    <a:pt x="16891" y="9389618"/>
                  </a:lnTo>
                  <a:close/>
                  <a:moveTo>
                    <a:pt x="0" y="9271000"/>
                  </a:moveTo>
                  <a:lnTo>
                    <a:pt x="0" y="9220200"/>
                  </a:lnTo>
                  <a:lnTo>
                    <a:pt x="16891" y="9220200"/>
                  </a:lnTo>
                  <a:lnTo>
                    <a:pt x="16891" y="9271000"/>
                  </a:lnTo>
                  <a:close/>
                  <a:moveTo>
                    <a:pt x="16891" y="9152509"/>
                  </a:moveTo>
                  <a:lnTo>
                    <a:pt x="16891" y="9101709"/>
                  </a:lnTo>
                  <a:lnTo>
                    <a:pt x="16891" y="9152509"/>
                  </a:lnTo>
                  <a:close/>
                  <a:moveTo>
                    <a:pt x="16891" y="9034018"/>
                  </a:moveTo>
                  <a:lnTo>
                    <a:pt x="16891" y="8983218"/>
                  </a:lnTo>
                  <a:lnTo>
                    <a:pt x="16891" y="9034018"/>
                  </a:lnTo>
                  <a:close/>
                  <a:moveTo>
                    <a:pt x="0" y="8915400"/>
                  </a:moveTo>
                  <a:lnTo>
                    <a:pt x="0" y="8864600"/>
                  </a:lnTo>
                  <a:lnTo>
                    <a:pt x="16891" y="8864600"/>
                  </a:lnTo>
                  <a:lnTo>
                    <a:pt x="16891" y="8915400"/>
                  </a:lnTo>
                  <a:close/>
                  <a:moveTo>
                    <a:pt x="16891" y="8796909"/>
                  </a:moveTo>
                  <a:lnTo>
                    <a:pt x="16891" y="8746109"/>
                  </a:lnTo>
                  <a:lnTo>
                    <a:pt x="16891" y="8796909"/>
                  </a:lnTo>
                  <a:close/>
                  <a:moveTo>
                    <a:pt x="16891" y="8678418"/>
                  </a:moveTo>
                  <a:lnTo>
                    <a:pt x="16891" y="8627618"/>
                  </a:lnTo>
                  <a:lnTo>
                    <a:pt x="16891" y="8678418"/>
                  </a:lnTo>
                  <a:close/>
                  <a:moveTo>
                    <a:pt x="0" y="8559800"/>
                  </a:moveTo>
                  <a:lnTo>
                    <a:pt x="0" y="8509000"/>
                  </a:lnTo>
                  <a:lnTo>
                    <a:pt x="16891" y="8509000"/>
                  </a:lnTo>
                  <a:lnTo>
                    <a:pt x="16891" y="8559800"/>
                  </a:lnTo>
                  <a:close/>
                  <a:moveTo>
                    <a:pt x="16891" y="8441309"/>
                  </a:moveTo>
                  <a:lnTo>
                    <a:pt x="16891" y="8390509"/>
                  </a:lnTo>
                  <a:lnTo>
                    <a:pt x="16891" y="8441309"/>
                  </a:lnTo>
                  <a:close/>
                  <a:moveTo>
                    <a:pt x="16891" y="8322818"/>
                  </a:moveTo>
                  <a:lnTo>
                    <a:pt x="16891" y="8272018"/>
                  </a:lnTo>
                  <a:lnTo>
                    <a:pt x="16891" y="8322818"/>
                  </a:lnTo>
                  <a:close/>
                  <a:moveTo>
                    <a:pt x="0" y="8204200"/>
                  </a:moveTo>
                  <a:lnTo>
                    <a:pt x="0" y="8153400"/>
                  </a:lnTo>
                  <a:lnTo>
                    <a:pt x="16891" y="8153400"/>
                  </a:lnTo>
                  <a:lnTo>
                    <a:pt x="16891" y="8204200"/>
                  </a:lnTo>
                  <a:close/>
                  <a:moveTo>
                    <a:pt x="16891" y="8085709"/>
                  </a:moveTo>
                  <a:lnTo>
                    <a:pt x="16891" y="8034909"/>
                  </a:lnTo>
                  <a:lnTo>
                    <a:pt x="16891" y="8085709"/>
                  </a:lnTo>
                  <a:close/>
                  <a:moveTo>
                    <a:pt x="16891" y="7967218"/>
                  </a:moveTo>
                  <a:lnTo>
                    <a:pt x="16891" y="7916418"/>
                  </a:lnTo>
                  <a:lnTo>
                    <a:pt x="16891" y="7967218"/>
                  </a:lnTo>
                  <a:close/>
                  <a:moveTo>
                    <a:pt x="0" y="7848600"/>
                  </a:moveTo>
                  <a:lnTo>
                    <a:pt x="0" y="7797800"/>
                  </a:lnTo>
                  <a:lnTo>
                    <a:pt x="16891" y="7797800"/>
                  </a:lnTo>
                  <a:lnTo>
                    <a:pt x="16891" y="7848600"/>
                  </a:lnTo>
                  <a:close/>
                  <a:moveTo>
                    <a:pt x="16891" y="7730109"/>
                  </a:moveTo>
                  <a:lnTo>
                    <a:pt x="16891" y="7679309"/>
                  </a:lnTo>
                  <a:lnTo>
                    <a:pt x="16891" y="7730109"/>
                  </a:lnTo>
                  <a:close/>
                  <a:moveTo>
                    <a:pt x="16891" y="7611618"/>
                  </a:moveTo>
                  <a:lnTo>
                    <a:pt x="16891" y="7560818"/>
                  </a:lnTo>
                  <a:lnTo>
                    <a:pt x="16891" y="7611618"/>
                  </a:lnTo>
                  <a:close/>
                  <a:moveTo>
                    <a:pt x="0" y="7493000"/>
                  </a:moveTo>
                  <a:lnTo>
                    <a:pt x="0" y="7442200"/>
                  </a:lnTo>
                  <a:lnTo>
                    <a:pt x="16891" y="7442200"/>
                  </a:lnTo>
                  <a:lnTo>
                    <a:pt x="16891" y="7493000"/>
                  </a:lnTo>
                  <a:close/>
                  <a:moveTo>
                    <a:pt x="16891" y="7374509"/>
                  </a:moveTo>
                  <a:lnTo>
                    <a:pt x="16891" y="7323709"/>
                  </a:lnTo>
                  <a:lnTo>
                    <a:pt x="16891" y="7374509"/>
                  </a:lnTo>
                  <a:close/>
                  <a:moveTo>
                    <a:pt x="16891" y="7256018"/>
                  </a:moveTo>
                  <a:lnTo>
                    <a:pt x="16891" y="7205218"/>
                  </a:lnTo>
                  <a:lnTo>
                    <a:pt x="16891" y="7256018"/>
                  </a:lnTo>
                  <a:close/>
                  <a:moveTo>
                    <a:pt x="0" y="7137400"/>
                  </a:moveTo>
                  <a:lnTo>
                    <a:pt x="0" y="7086600"/>
                  </a:lnTo>
                  <a:lnTo>
                    <a:pt x="16891" y="7086600"/>
                  </a:lnTo>
                  <a:lnTo>
                    <a:pt x="16891" y="7137400"/>
                  </a:lnTo>
                  <a:close/>
                  <a:moveTo>
                    <a:pt x="16891" y="7018909"/>
                  </a:moveTo>
                  <a:lnTo>
                    <a:pt x="16891" y="6968109"/>
                  </a:lnTo>
                  <a:lnTo>
                    <a:pt x="16891" y="7018909"/>
                  </a:lnTo>
                  <a:close/>
                  <a:moveTo>
                    <a:pt x="16891" y="6900418"/>
                  </a:moveTo>
                  <a:lnTo>
                    <a:pt x="16891" y="6849618"/>
                  </a:lnTo>
                  <a:lnTo>
                    <a:pt x="16891" y="6900418"/>
                  </a:lnTo>
                  <a:close/>
                  <a:moveTo>
                    <a:pt x="0" y="6781800"/>
                  </a:moveTo>
                  <a:lnTo>
                    <a:pt x="0" y="6731000"/>
                  </a:lnTo>
                  <a:lnTo>
                    <a:pt x="16891" y="6731000"/>
                  </a:lnTo>
                  <a:lnTo>
                    <a:pt x="16891" y="6781800"/>
                  </a:lnTo>
                  <a:close/>
                  <a:moveTo>
                    <a:pt x="16891" y="6663309"/>
                  </a:moveTo>
                  <a:lnTo>
                    <a:pt x="16891" y="6612509"/>
                  </a:lnTo>
                  <a:lnTo>
                    <a:pt x="16891" y="6663309"/>
                  </a:lnTo>
                  <a:close/>
                  <a:moveTo>
                    <a:pt x="16891" y="6544818"/>
                  </a:moveTo>
                  <a:lnTo>
                    <a:pt x="16891" y="6494018"/>
                  </a:lnTo>
                  <a:lnTo>
                    <a:pt x="16891" y="6544818"/>
                  </a:lnTo>
                  <a:close/>
                  <a:moveTo>
                    <a:pt x="0" y="6426200"/>
                  </a:moveTo>
                  <a:lnTo>
                    <a:pt x="0" y="6375400"/>
                  </a:lnTo>
                  <a:lnTo>
                    <a:pt x="16891" y="6375400"/>
                  </a:lnTo>
                  <a:lnTo>
                    <a:pt x="16891" y="6426200"/>
                  </a:lnTo>
                  <a:close/>
                  <a:moveTo>
                    <a:pt x="16891" y="6307709"/>
                  </a:moveTo>
                  <a:lnTo>
                    <a:pt x="16891" y="6256909"/>
                  </a:lnTo>
                  <a:lnTo>
                    <a:pt x="16891" y="6307709"/>
                  </a:lnTo>
                  <a:close/>
                  <a:moveTo>
                    <a:pt x="16891" y="6189218"/>
                  </a:moveTo>
                  <a:lnTo>
                    <a:pt x="16891" y="6138418"/>
                  </a:lnTo>
                  <a:lnTo>
                    <a:pt x="16891" y="6189218"/>
                  </a:lnTo>
                  <a:close/>
                  <a:moveTo>
                    <a:pt x="0" y="6070600"/>
                  </a:moveTo>
                  <a:lnTo>
                    <a:pt x="0" y="6019800"/>
                  </a:lnTo>
                  <a:lnTo>
                    <a:pt x="16891" y="6019800"/>
                  </a:lnTo>
                  <a:lnTo>
                    <a:pt x="16891" y="6070600"/>
                  </a:lnTo>
                  <a:close/>
                  <a:moveTo>
                    <a:pt x="16891" y="5952109"/>
                  </a:moveTo>
                  <a:lnTo>
                    <a:pt x="16891" y="5901309"/>
                  </a:lnTo>
                  <a:lnTo>
                    <a:pt x="16891" y="5952109"/>
                  </a:lnTo>
                  <a:close/>
                  <a:moveTo>
                    <a:pt x="16891" y="5833618"/>
                  </a:moveTo>
                  <a:lnTo>
                    <a:pt x="16891" y="5782818"/>
                  </a:lnTo>
                  <a:lnTo>
                    <a:pt x="16891" y="5833618"/>
                  </a:lnTo>
                  <a:close/>
                  <a:moveTo>
                    <a:pt x="0" y="5715000"/>
                  </a:moveTo>
                  <a:lnTo>
                    <a:pt x="0" y="5664200"/>
                  </a:lnTo>
                  <a:lnTo>
                    <a:pt x="16891" y="5664200"/>
                  </a:lnTo>
                  <a:lnTo>
                    <a:pt x="16891" y="5715000"/>
                  </a:lnTo>
                  <a:close/>
                  <a:moveTo>
                    <a:pt x="16891" y="5596509"/>
                  </a:moveTo>
                  <a:lnTo>
                    <a:pt x="16891" y="5545709"/>
                  </a:lnTo>
                  <a:lnTo>
                    <a:pt x="16891" y="5596509"/>
                  </a:lnTo>
                  <a:close/>
                  <a:moveTo>
                    <a:pt x="16891" y="5478018"/>
                  </a:moveTo>
                  <a:lnTo>
                    <a:pt x="16891" y="5427218"/>
                  </a:lnTo>
                  <a:lnTo>
                    <a:pt x="16891" y="5478018"/>
                  </a:lnTo>
                  <a:close/>
                  <a:moveTo>
                    <a:pt x="0" y="5359400"/>
                  </a:moveTo>
                  <a:lnTo>
                    <a:pt x="0" y="5308600"/>
                  </a:lnTo>
                  <a:lnTo>
                    <a:pt x="16891" y="5308600"/>
                  </a:lnTo>
                  <a:lnTo>
                    <a:pt x="16891" y="5359400"/>
                  </a:lnTo>
                  <a:close/>
                  <a:moveTo>
                    <a:pt x="16891" y="5240909"/>
                  </a:moveTo>
                  <a:lnTo>
                    <a:pt x="16891" y="5190109"/>
                  </a:lnTo>
                  <a:lnTo>
                    <a:pt x="16891" y="5240909"/>
                  </a:lnTo>
                  <a:close/>
                  <a:moveTo>
                    <a:pt x="16891" y="5122418"/>
                  </a:moveTo>
                  <a:lnTo>
                    <a:pt x="16891" y="5071618"/>
                  </a:lnTo>
                  <a:lnTo>
                    <a:pt x="16891" y="5122418"/>
                  </a:lnTo>
                  <a:close/>
                  <a:moveTo>
                    <a:pt x="0" y="5003800"/>
                  </a:moveTo>
                  <a:lnTo>
                    <a:pt x="0" y="4953000"/>
                  </a:lnTo>
                  <a:lnTo>
                    <a:pt x="16891" y="4953000"/>
                  </a:lnTo>
                  <a:lnTo>
                    <a:pt x="16891" y="5003800"/>
                  </a:lnTo>
                  <a:close/>
                  <a:moveTo>
                    <a:pt x="16891" y="4885309"/>
                  </a:moveTo>
                  <a:lnTo>
                    <a:pt x="16891" y="4834509"/>
                  </a:lnTo>
                  <a:lnTo>
                    <a:pt x="16891" y="4885309"/>
                  </a:lnTo>
                  <a:close/>
                  <a:moveTo>
                    <a:pt x="16891" y="4766818"/>
                  </a:moveTo>
                  <a:lnTo>
                    <a:pt x="16891" y="4716018"/>
                  </a:lnTo>
                  <a:lnTo>
                    <a:pt x="16891" y="4766818"/>
                  </a:lnTo>
                  <a:close/>
                  <a:moveTo>
                    <a:pt x="0" y="4648200"/>
                  </a:moveTo>
                  <a:lnTo>
                    <a:pt x="0" y="4597400"/>
                  </a:lnTo>
                  <a:lnTo>
                    <a:pt x="16891" y="4597400"/>
                  </a:lnTo>
                  <a:lnTo>
                    <a:pt x="16891" y="4648200"/>
                  </a:lnTo>
                  <a:close/>
                  <a:moveTo>
                    <a:pt x="16891" y="4529709"/>
                  </a:moveTo>
                  <a:lnTo>
                    <a:pt x="16891" y="4478909"/>
                  </a:lnTo>
                  <a:lnTo>
                    <a:pt x="16891" y="4529709"/>
                  </a:lnTo>
                  <a:close/>
                  <a:moveTo>
                    <a:pt x="16891" y="4411218"/>
                  </a:moveTo>
                  <a:lnTo>
                    <a:pt x="16891" y="4360418"/>
                  </a:lnTo>
                  <a:lnTo>
                    <a:pt x="16891" y="4411218"/>
                  </a:lnTo>
                  <a:close/>
                  <a:moveTo>
                    <a:pt x="0" y="4292600"/>
                  </a:moveTo>
                  <a:lnTo>
                    <a:pt x="0" y="4241800"/>
                  </a:lnTo>
                  <a:lnTo>
                    <a:pt x="16891" y="4241800"/>
                  </a:lnTo>
                  <a:lnTo>
                    <a:pt x="16891" y="4292600"/>
                  </a:lnTo>
                  <a:close/>
                  <a:moveTo>
                    <a:pt x="16891" y="4174109"/>
                  </a:moveTo>
                  <a:lnTo>
                    <a:pt x="16891" y="4123309"/>
                  </a:lnTo>
                  <a:lnTo>
                    <a:pt x="16891" y="4174109"/>
                  </a:lnTo>
                  <a:close/>
                  <a:moveTo>
                    <a:pt x="16891" y="4055618"/>
                  </a:moveTo>
                  <a:lnTo>
                    <a:pt x="16891" y="4004818"/>
                  </a:lnTo>
                  <a:lnTo>
                    <a:pt x="16891" y="4055618"/>
                  </a:lnTo>
                  <a:close/>
                  <a:moveTo>
                    <a:pt x="0" y="3937000"/>
                  </a:moveTo>
                  <a:lnTo>
                    <a:pt x="0" y="3886200"/>
                  </a:lnTo>
                  <a:lnTo>
                    <a:pt x="16891" y="3886200"/>
                  </a:lnTo>
                  <a:lnTo>
                    <a:pt x="16891" y="3937000"/>
                  </a:lnTo>
                  <a:close/>
                  <a:moveTo>
                    <a:pt x="16891" y="3818509"/>
                  </a:moveTo>
                  <a:lnTo>
                    <a:pt x="16891" y="3767709"/>
                  </a:lnTo>
                  <a:lnTo>
                    <a:pt x="16891" y="3818509"/>
                  </a:lnTo>
                  <a:close/>
                  <a:moveTo>
                    <a:pt x="16891" y="3700018"/>
                  </a:moveTo>
                  <a:lnTo>
                    <a:pt x="16891" y="3649218"/>
                  </a:lnTo>
                  <a:lnTo>
                    <a:pt x="16891" y="3700018"/>
                  </a:lnTo>
                  <a:close/>
                  <a:moveTo>
                    <a:pt x="0" y="3581400"/>
                  </a:moveTo>
                  <a:lnTo>
                    <a:pt x="0" y="3530600"/>
                  </a:lnTo>
                  <a:lnTo>
                    <a:pt x="16891" y="3530600"/>
                  </a:lnTo>
                  <a:lnTo>
                    <a:pt x="16891" y="3581400"/>
                  </a:lnTo>
                  <a:close/>
                  <a:moveTo>
                    <a:pt x="16891" y="3462909"/>
                  </a:moveTo>
                  <a:lnTo>
                    <a:pt x="16891" y="3412109"/>
                  </a:lnTo>
                  <a:lnTo>
                    <a:pt x="16891" y="3462909"/>
                  </a:lnTo>
                  <a:close/>
                  <a:moveTo>
                    <a:pt x="16891" y="3344418"/>
                  </a:moveTo>
                  <a:lnTo>
                    <a:pt x="16891" y="3293618"/>
                  </a:lnTo>
                  <a:lnTo>
                    <a:pt x="16891" y="3344418"/>
                  </a:lnTo>
                  <a:close/>
                  <a:moveTo>
                    <a:pt x="0" y="3225800"/>
                  </a:moveTo>
                  <a:lnTo>
                    <a:pt x="0" y="3175000"/>
                  </a:lnTo>
                  <a:lnTo>
                    <a:pt x="16891" y="3175000"/>
                  </a:lnTo>
                  <a:lnTo>
                    <a:pt x="16891" y="3225800"/>
                  </a:lnTo>
                  <a:close/>
                  <a:moveTo>
                    <a:pt x="16891" y="3107309"/>
                  </a:moveTo>
                  <a:lnTo>
                    <a:pt x="16891" y="3056509"/>
                  </a:lnTo>
                  <a:lnTo>
                    <a:pt x="16891" y="3107309"/>
                  </a:lnTo>
                  <a:close/>
                  <a:moveTo>
                    <a:pt x="16891" y="2988818"/>
                  </a:moveTo>
                  <a:lnTo>
                    <a:pt x="16891" y="2938018"/>
                  </a:lnTo>
                  <a:lnTo>
                    <a:pt x="16891" y="2988818"/>
                  </a:lnTo>
                  <a:close/>
                  <a:moveTo>
                    <a:pt x="0" y="2870200"/>
                  </a:moveTo>
                  <a:lnTo>
                    <a:pt x="0" y="2819400"/>
                  </a:lnTo>
                  <a:lnTo>
                    <a:pt x="16891" y="2819400"/>
                  </a:lnTo>
                  <a:lnTo>
                    <a:pt x="16891" y="2870200"/>
                  </a:lnTo>
                  <a:close/>
                  <a:moveTo>
                    <a:pt x="16891" y="2751709"/>
                  </a:moveTo>
                  <a:lnTo>
                    <a:pt x="16891" y="2700909"/>
                  </a:lnTo>
                  <a:lnTo>
                    <a:pt x="16891" y="2751709"/>
                  </a:lnTo>
                  <a:close/>
                  <a:moveTo>
                    <a:pt x="16891" y="2633218"/>
                  </a:moveTo>
                  <a:lnTo>
                    <a:pt x="16891" y="2582418"/>
                  </a:lnTo>
                  <a:lnTo>
                    <a:pt x="16891" y="2633218"/>
                  </a:lnTo>
                  <a:close/>
                  <a:moveTo>
                    <a:pt x="0" y="2514600"/>
                  </a:moveTo>
                  <a:lnTo>
                    <a:pt x="0" y="2463800"/>
                  </a:lnTo>
                  <a:lnTo>
                    <a:pt x="16891" y="2463800"/>
                  </a:lnTo>
                  <a:lnTo>
                    <a:pt x="16891" y="2514600"/>
                  </a:lnTo>
                  <a:close/>
                  <a:moveTo>
                    <a:pt x="16891" y="2396109"/>
                  </a:moveTo>
                  <a:lnTo>
                    <a:pt x="16891" y="2345309"/>
                  </a:lnTo>
                  <a:lnTo>
                    <a:pt x="16891" y="2396109"/>
                  </a:lnTo>
                  <a:close/>
                  <a:moveTo>
                    <a:pt x="16891" y="2277618"/>
                  </a:moveTo>
                  <a:lnTo>
                    <a:pt x="16891" y="2226818"/>
                  </a:lnTo>
                  <a:lnTo>
                    <a:pt x="16891" y="2277618"/>
                  </a:lnTo>
                  <a:close/>
                  <a:moveTo>
                    <a:pt x="0" y="2159000"/>
                  </a:moveTo>
                  <a:lnTo>
                    <a:pt x="0" y="2108200"/>
                  </a:lnTo>
                  <a:lnTo>
                    <a:pt x="16891" y="2108200"/>
                  </a:lnTo>
                  <a:lnTo>
                    <a:pt x="16891" y="2159000"/>
                  </a:lnTo>
                  <a:close/>
                  <a:moveTo>
                    <a:pt x="16891" y="2040509"/>
                  </a:moveTo>
                  <a:lnTo>
                    <a:pt x="16891" y="1989709"/>
                  </a:lnTo>
                  <a:lnTo>
                    <a:pt x="16891" y="2040509"/>
                  </a:lnTo>
                  <a:close/>
                  <a:moveTo>
                    <a:pt x="16891" y="1922018"/>
                  </a:moveTo>
                  <a:lnTo>
                    <a:pt x="16891" y="1871218"/>
                  </a:lnTo>
                  <a:lnTo>
                    <a:pt x="16891" y="1922018"/>
                  </a:lnTo>
                  <a:close/>
                  <a:moveTo>
                    <a:pt x="0" y="1803400"/>
                  </a:moveTo>
                  <a:lnTo>
                    <a:pt x="0" y="1752600"/>
                  </a:lnTo>
                  <a:lnTo>
                    <a:pt x="16891" y="1752600"/>
                  </a:lnTo>
                  <a:lnTo>
                    <a:pt x="16891" y="1803400"/>
                  </a:lnTo>
                  <a:close/>
                  <a:moveTo>
                    <a:pt x="16891" y="1684909"/>
                  </a:moveTo>
                  <a:lnTo>
                    <a:pt x="16891" y="1634109"/>
                  </a:lnTo>
                  <a:lnTo>
                    <a:pt x="16891" y="1684909"/>
                  </a:lnTo>
                  <a:close/>
                  <a:moveTo>
                    <a:pt x="16891" y="1566418"/>
                  </a:moveTo>
                  <a:lnTo>
                    <a:pt x="16891" y="1515618"/>
                  </a:lnTo>
                  <a:lnTo>
                    <a:pt x="16891" y="1566418"/>
                  </a:lnTo>
                  <a:close/>
                  <a:moveTo>
                    <a:pt x="0" y="1447800"/>
                  </a:moveTo>
                  <a:lnTo>
                    <a:pt x="0" y="1397000"/>
                  </a:lnTo>
                  <a:lnTo>
                    <a:pt x="16891" y="1397000"/>
                  </a:lnTo>
                  <a:lnTo>
                    <a:pt x="16891" y="1447800"/>
                  </a:lnTo>
                  <a:close/>
                  <a:moveTo>
                    <a:pt x="16891" y="1329309"/>
                  </a:moveTo>
                  <a:lnTo>
                    <a:pt x="16891" y="1278509"/>
                  </a:lnTo>
                  <a:lnTo>
                    <a:pt x="16891" y="1329309"/>
                  </a:lnTo>
                  <a:close/>
                  <a:moveTo>
                    <a:pt x="16891" y="1210818"/>
                  </a:moveTo>
                  <a:lnTo>
                    <a:pt x="16891" y="1160018"/>
                  </a:lnTo>
                  <a:lnTo>
                    <a:pt x="16891" y="1210818"/>
                  </a:lnTo>
                  <a:close/>
                  <a:moveTo>
                    <a:pt x="0" y="1092200"/>
                  </a:moveTo>
                  <a:lnTo>
                    <a:pt x="0" y="1041400"/>
                  </a:lnTo>
                  <a:lnTo>
                    <a:pt x="16891" y="1041400"/>
                  </a:lnTo>
                  <a:lnTo>
                    <a:pt x="16891" y="1092200"/>
                  </a:lnTo>
                  <a:close/>
                  <a:moveTo>
                    <a:pt x="16891" y="973709"/>
                  </a:moveTo>
                  <a:lnTo>
                    <a:pt x="16891" y="922909"/>
                  </a:lnTo>
                  <a:lnTo>
                    <a:pt x="16891" y="973709"/>
                  </a:lnTo>
                  <a:close/>
                  <a:moveTo>
                    <a:pt x="16891" y="855218"/>
                  </a:moveTo>
                  <a:lnTo>
                    <a:pt x="16891" y="804418"/>
                  </a:lnTo>
                  <a:lnTo>
                    <a:pt x="16891" y="855218"/>
                  </a:lnTo>
                  <a:close/>
                  <a:moveTo>
                    <a:pt x="0" y="736600"/>
                  </a:moveTo>
                  <a:lnTo>
                    <a:pt x="0" y="685800"/>
                  </a:lnTo>
                  <a:lnTo>
                    <a:pt x="16891" y="685800"/>
                  </a:lnTo>
                  <a:lnTo>
                    <a:pt x="16891" y="736600"/>
                  </a:lnTo>
                  <a:close/>
                  <a:moveTo>
                    <a:pt x="16891" y="618109"/>
                  </a:moveTo>
                  <a:lnTo>
                    <a:pt x="16891" y="567309"/>
                  </a:lnTo>
                  <a:lnTo>
                    <a:pt x="16891" y="618109"/>
                  </a:lnTo>
                  <a:close/>
                  <a:moveTo>
                    <a:pt x="16891" y="499618"/>
                  </a:moveTo>
                  <a:lnTo>
                    <a:pt x="16891" y="448818"/>
                  </a:lnTo>
                  <a:lnTo>
                    <a:pt x="16891" y="499618"/>
                  </a:lnTo>
                  <a:close/>
                  <a:moveTo>
                    <a:pt x="0" y="381000"/>
                  </a:moveTo>
                  <a:lnTo>
                    <a:pt x="0" y="330200"/>
                  </a:lnTo>
                  <a:lnTo>
                    <a:pt x="16891" y="330200"/>
                  </a:lnTo>
                  <a:lnTo>
                    <a:pt x="16891" y="381000"/>
                  </a:lnTo>
                  <a:close/>
                  <a:moveTo>
                    <a:pt x="16891" y="262509"/>
                  </a:moveTo>
                  <a:lnTo>
                    <a:pt x="16891" y="211709"/>
                  </a:lnTo>
                  <a:lnTo>
                    <a:pt x="16891" y="262509"/>
                  </a:lnTo>
                  <a:close/>
                  <a:moveTo>
                    <a:pt x="16891" y="144018"/>
                  </a:moveTo>
                  <a:lnTo>
                    <a:pt x="16891" y="93218"/>
                  </a:lnTo>
                  <a:lnTo>
                    <a:pt x="16891" y="144018"/>
                  </a:lnTo>
                  <a:close/>
                  <a:moveTo>
                    <a:pt x="0" y="25400"/>
                  </a:moveTo>
                  <a:lnTo>
                    <a:pt x="0" y="8509"/>
                  </a:lnTo>
                  <a:cubicBezTo>
                    <a:pt x="0" y="3810"/>
                    <a:pt x="3810" y="0"/>
                    <a:pt x="8509" y="0"/>
                  </a:cubicBezTo>
                  <a:lnTo>
                    <a:pt x="59309" y="0"/>
                  </a:lnTo>
                  <a:lnTo>
                    <a:pt x="59309" y="16891"/>
                  </a:lnTo>
                  <a:lnTo>
                    <a:pt x="8509" y="16891"/>
                  </a:lnTo>
                  <a:lnTo>
                    <a:pt x="8509" y="8509"/>
                  </a:lnTo>
                  <a:lnTo>
                    <a:pt x="17018" y="8509"/>
                  </a:lnTo>
                  <a:lnTo>
                    <a:pt x="17018" y="25400"/>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4" name="Group 8"/>
          <p:cNvGrpSpPr/>
          <p:nvPr/>
        </p:nvGrpSpPr>
        <p:grpSpPr>
          <a:xfrm>
            <a:off x="1645920" y="991440"/>
            <a:ext cx="6949080" cy="654120"/>
            <a:chOff x="1645920" y="991440"/>
            <a:chExt cx="6949080" cy="654120"/>
          </a:xfrm>
        </p:grpSpPr>
        <p:sp>
          <p:nvSpPr>
            <p:cNvPr id="125" name="Freeform 9"/>
            <p:cNvSpPr/>
            <p:nvPr/>
          </p:nvSpPr>
          <p:spPr>
            <a:xfrm>
              <a:off x="1645920" y="1005840"/>
              <a:ext cx="6949080" cy="639720"/>
            </a:xfrm>
            <a:custGeom>
              <a:avLst/>
              <a:gdLst>
                <a:gd name="textAreaLeft" fmla="*/ 0 w 6949080"/>
                <a:gd name="textAreaRight" fmla="*/ 6949440 w 6949080"/>
                <a:gd name="textAreaTop" fmla="*/ 0 h 639720"/>
                <a:gd name="textAreaBottom" fmla="*/ 640080 h 639720"/>
              </a:gdLst>
              <a:ahLst/>
              <a:rect l="textAreaLeft" t="textAreaTop" r="textAreaRight" b="textAreaBottom"/>
              <a:pathLst>
                <a:path w="9265920" h="853440">
                  <a:moveTo>
                    <a:pt x="0" y="0"/>
                  </a:moveTo>
                  <a:lnTo>
                    <a:pt x="9265920" y="0"/>
                  </a:lnTo>
                  <a:lnTo>
                    <a:pt x="9265920" y="853440"/>
                  </a:lnTo>
                  <a:lnTo>
                    <a:pt x="0" y="85344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 name="TextBox 10"/>
            <p:cNvSpPr/>
            <p:nvPr/>
          </p:nvSpPr>
          <p:spPr>
            <a:xfrm>
              <a:off x="1645920" y="991440"/>
              <a:ext cx="6949080" cy="65412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599" strike="noStrike">
                  <a:solidFill>
                    <a:srgbClr val="f4a261"/>
                  </a:solidFill>
                  <a:latin typeface="Trebuchet MS Bold"/>
                  <a:ea typeface="Trebuchet MS Bold"/>
                </a:rPr>
                <a:t>From the Latin  "spatium"</a:t>
              </a:r>
              <a:endParaRPr b="0" lang="en-US" sz="2000" spc="-1" strike="noStrike">
                <a:solidFill>
                  <a:srgbClr val="ffffff"/>
                </a:solidFill>
                <a:latin typeface="Arial"/>
              </a:endParaRPr>
            </a:p>
          </p:txBody>
        </p:sp>
      </p:grpSp>
      <p:grpSp>
        <p:nvGrpSpPr>
          <p:cNvPr id="127" name="Group 11"/>
          <p:cNvGrpSpPr/>
          <p:nvPr/>
        </p:nvGrpSpPr>
        <p:grpSpPr>
          <a:xfrm>
            <a:off x="1645920" y="1675440"/>
            <a:ext cx="6949080" cy="2841480"/>
            <a:chOff x="1645920" y="1675440"/>
            <a:chExt cx="6949080" cy="2841480"/>
          </a:xfrm>
        </p:grpSpPr>
        <p:sp>
          <p:nvSpPr>
            <p:cNvPr id="128" name="Freeform 12"/>
            <p:cNvSpPr/>
            <p:nvPr/>
          </p:nvSpPr>
          <p:spPr>
            <a:xfrm>
              <a:off x="1645920" y="1682640"/>
              <a:ext cx="6949080" cy="2834280"/>
            </a:xfrm>
            <a:custGeom>
              <a:avLst/>
              <a:gdLst>
                <a:gd name="textAreaLeft" fmla="*/ 0 w 6949080"/>
                <a:gd name="textAreaRight" fmla="*/ 6949440 w 6949080"/>
                <a:gd name="textAreaTop" fmla="*/ 0 h 2834280"/>
                <a:gd name="textAreaBottom" fmla="*/ 2834640 h 2834280"/>
              </a:gdLst>
              <a:ahLst/>
              <a:rect l="textAreaLeft" t="textAreaTop" r="textAreaRight" b="textAreaBottom"/>
              <a:pathLst>
                <a:path w="9265920" h="3779520">
                  <a:moveTo>
                    <a:pt x="0" y="0"/>
                  </a:moveTo>
                  <a:lnTo>
                    <a:pt x="9265920" y="0"/>
                  </a:lnTo>
                  <a:lnTo>
                    <a:pt x="9265920" y="3779520"/>
                  </a:lnTo>
                  <a:lnTo>
                    <a:pt x="0" y="377952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9" name="TextBox 13"/>
            <p:cNvSpPr/>
            <p:nvPr/>
          </p:nvSpPr>
          <p:spPr>
            <a:xfrm>
              <a:off x="1645920" y="1675440"/>
              <a:ext cx="6949080" cy="2841480"/>
            </a:xfrm>
            <a:prstGeom prst="rect">
              <a:avLst/>
            </a:prstGeom>
            <a:noFill/>
            <a:ln w="0">
              <a:noFill/>
            </a:ln>
          </p:spPr>
          <p:style>
            <a:lnRef idx="0"/>
            <a:fillRef idx="0"/>
            <a:effectRef idx="0"/>
            <a:fontRef idx="minor"/>
          </p:style>
          <p:txBody>
            <a:bodyPr lIns="0" rIns="0" tIns="0" bIns="0" anchor="ctr">
              <a:noAutofit/>
            </a:bodyPr>
            <a:p>
              <a:pPr defTabSz="914400">
                <a:lnSpc>
                  <a:spcPts val="16801"/>
                </a:lnSpc>
              </a:pPr>
              <a:r>
                <a:rPr b="1" lang="en-US" sz="12600" spc="-1" strike="noStrike">
                  <a:solidFill>
                    <a:srgbClr val="ffffff"/>
                  </a:solidFill>
                  <a:latin typeface="Trebuchet MS Bold"/>
                  <a:ea typeface="Trebuchet MS Bold"/>
                </a:rPr>
                <a:t>SPATIAL</a:t>
              </a:r>
              <a:endParaRPr b="0" lang="en-US" sz="12600" spc="-1" strike="noStrike">
                <a:solidFill>
                  <a:srgbClr val="ffffff"/>
                </a:solidFill>
                <a:latin typeface="Arial"/>
              </a:endParaRPr>
            </a:p>
          </p:txBody>
        </p:sp>
      </p:grpSp>
      <p:grpSp>
        <p:nvGrpSpPr>
          <p:cNvPr id="130" name="Group 14"/>
          <p:cNvGrpSpPr/>
          <p:nvPr/>
        </p:nvGrpSpPr>
        <p:grpSpPr>
          <a:xfrm>
            <a:off x="1645920" y="4656240"/>
            <a:ext cx="6949080" cy="1012680"/>
            <a:chOff x="1645920" y="4656240"/>
            <a:chExt cx="6949080" cy="1012680"/>
          </a:xfrm>
        </p:grpSpPr>
        <p:sp>
          <p:nvSpPr>
            <p:cNvPr id="131" name="Freeform 15"/>
            <p:cNvSpPr/>
            <p:nvPr/>
          </p:nvSpPr>
          <p:spPr>
            <a:xfrm>
              <a:off x="1645920" y="4663440"/>
              <a:ext cx="6949080" cy="1005480"/>
            </a:xfrm>
            <a:custGeom>
              <a:avLst/>
              <a:gdLst>
                <a:gd name="textAreaLeft" fmla="*/ 0 w 6949080"/>
                <a:gd name="textAreaRight" fmla="*/ 6949440 w 6949080"/>
                <a:gd name="textAreaTop" fmla="*/ 0 h 1005480"/>
                <a:gd name="textAreaBottom" fmla="*/ 1005840 h 1005480"/>
              </a:gdLst>
              <a:ahLst/>
              <a:rect l="textAreaLeft" t="textAreaTop" r="textAreaRight" b="textAreaBottom"/>
              <a:pathLst>
                <a:path w="9265920" h="1341120">
                  <a:moveTo>
                    <a:pt x="0" y="0"/>
                  </a:moveTo>
                  <a:lnTo>
                    <a:pt x="9265920" y="0"/>
                  </a:lnTo>
                  <a:lnTo>
                    <a:pt x="9265920" y="1341120"/>
                  </a:lnTo>
                  <a:lnTo>
                    <a:pt x="0" y="134112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2" name="TextBox 16"/>
            <p:cNvSpPr/>
            <p:nvPr/>
          </p:nvSpPr>
          <p:spPr>
            <a:xfrm>
              <a:off x="1645920" y="4656240"/>
              <a:ext cx="6949080" cy="1012680"/>
            </a:xfrm>
            <a:prstGeom prst="rect">
              <a:avLst/>
            </a:prstGeom>
            <a:noFill/>
            <a:ln w="0">
              <a:noFill/>
            </a:ln>
          </p:spPr>
          <p:style>
            <a:lnRef idx="0"/>
            <a:fillRef idx="0"/>
            <a:effectRef idx="0"/>
            <a:fontRef idx="minor"/>
          </p:style>
          <p:txBody>
            <a:bodyPr lIns="0" rIns="0" tIns="0" bIns="0" anchor="ctr">
              <a:noAutofit/>
            </a:bodyPr>
            <a:p>
              <a:pPr defTabSz="914400">
                <a:lnSpc>
                  <a:spcPts val="4079"/>
                </a:lnSpc>
              </a:pPr>
              <a:r>
                <a:rPr b="1" lang="en-US" sz="3400" spc="-1" strike="noStrike">
                  <a:solidFill>
                    <a:srgbClr val="f4a261"/>
                  </a:solidFill>
                  <a:latin typeface="Trebuchet MS Bold"/>
                  <a:ea typeface="Trebuchet MS Bold"/>
                </a:rPr>
                <a:t>Arrangement.  Distance.  Shape.</a:t>
              </a:r>
              <a:endParaRPr b="0" lang="en-US" sz="3400" spc="-1" strike="noStrike">
                <a:solidFill>
                  <a:srgbClr val="ffffff"/>
                </a:solidFill>
                <a:latin typeface="Arial"/>
              </a:endParaRPr>
            </a:p>
          </p:txBody>
        </p:sp>
      </p:grpSp>
      <p:grpSp>
        <p:nvGrpSpPr>
          <p:cNvPr id="133" name="Group 17"/>
          <p:cNvGrpSpPr/>
          <p:nvPr/>
        </p:nvGrpSpPr>
        <p:grpSpPr>
          <a:xfrm>
            <a:off x="1633320" y="5784480"/>
            <a:ext cx="1670760" cy="116280"/>
            <a:chOff x="1633320" y="5784480"/>
            <a:chExt cx="1670760" cy="116280"/>
          </a:xfrm>
        </p:grpSpPr>
        <p:sp>
          <p:nvSpPr>
            <p:cNvPr id="134" name="Freeform 18"/>
            <p:cNvSpPr/>
            <p:nvPr/>
          </p:nvSpPr>
          <p:spPr>
            <a:xfrm>
              <a:off x="1645920" y="5797440"/>
              <a:ext cx="1645560" cy="91080"/>
            </a:xfrm>
            <a:custGeom>
              <a:avLst/>
              <a:gdLst>
                <a:gd name="textAreaLeft" fmla="*/ 0 w 1645560"/>
                <a:gd name="textAreaRight" fmla="*/ 1645920 w 1645560"/>
                <a:gd name="textAreaTop" fmla="*/ 0 h 91080"/>
                <a:gd name="textAreaBottom" fmla="*/ 91440 h 91080"/>
              </a:gdLst>
              <a:ahLst/>
              <a:rect l="textAreaLeft" t="textAreaTop" r="textAreaRight" b="textAreaBottom"/>
              <a:pathLst>
                <a:path w="2194560" h="121920">
                  <a:moveTo>
                    <a:pt x="0" y="0"/>
                  </a:moveTo>
                  <a:lnTo>
                    <a:pt x="2194560" y="0"/>
                  </a:lnTo>
                  <a:lnTo>
                    <a:pt x="219456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5" name="Freeform 19"/>
            <p:cNvSpPr/>
            <p:nvPr/>
          </p:nvSpPr>
          <p:spPr>
            <a:xfrm>
              <a:off x="1633320" y="5784480"/>
              <a:ext cx="1670760" cy="116280"/>
            </a:xfrm>
            <a:custGeom>
              <a:avLst/>
              <a:gdLst>
                <a:gd name="textAreaLeft" fmla="*/ 0 w 1670760"/>
                <a:gd name="textAreaRight" fmla="*/ 1671120 w 1670760"/>
                <a:gd name="textAreaTop" fmla="*/ 0 h 116280"/>
                <a:gd name="textAreaBottom" fmla="*/ 116640 h 116280"/>
              </a:gdLst>
              <a:ahLst/>
              <a:rect l="textAreaLeft" t="textAreaTop" r="textAreaRight" b="textAreaBottom"/>
              <a:pathLst>
                <a:path w="2228342" h="155704">
                  <a:moveTo>
                    <a:pt x="16891" y="0"/>
                  </a:moveTo>
                  <a:lnTo>
                    <a:pt x="2211451" y="0"/>
                  </a:lnTo>
                  <a:cubicBezTo>
                    <a:pt x="2220849" y="0"/>
                    <a:pt x="2228342" y="7620"/>
                    <a:pt x="2228342" y="16891"/>
                  </a:cubicBezTo>
                  <a:lnTo>
                    <a:pt x="2228342" y="138811"/>
                  </a:lnTo>
                  <a:cubicBezTo>
                    <a:pt x="2228342" y="148209"/>
                    <a:pt x="2220722" y="155702"/>
                    <a:pt x="22114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2211451" y="121920"/>
                  </a:lnTo>
                  <a:lnTo>
                    <a:pt x="2211451" y="138811"/>
                  </a:lnTo>
                  <a:lnTo>
                    <a:pt x="2194560" y="138811"/>
                  </a:lnTo>
                  <a:lnTo>
                    <a:pt x="2194560" y="16891"/>
                  </a:lnTo>
                  <a:lnTo>
                    <a:pt x="2211451" y="16891"/>
                  </a:lnTo>
                  <a:lnTo>
                    <a:pt x="221145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36" name="Group 20"/>
          <p:cNvGrpSpPr/>
          <p:nvPr/>
        </p:nvGrpSpPr>
        <p:grpSpPr>
          <a:xfrm>
            <a:off x="1645920" y="5905440"/>
            <a:ext cx="6949080" cy="3384360"/>
            <a:chOff x="1645920" y="5905440"/>
            <a:chExt cx="6949080" cy="3384360"/>
          </a:xfrm>
        </p:grpSpPr>
        <p:sp>
          <p:nvSpPr>
            <p:cNvPr id="137" name="Freeform 21"/>
            <p:cNvSpPr/>
            <p:nvPr/>
          </p:nvSpPr>
          <p:spPr>
            <a:xfrm>
              <a:off x="1645920" y="5998320"/>
              <a:ext cx="6949080" cy="3291480"/>
            </a:xfrm>
            <a:custGeom>
              <a:avLst/>
              <a:gdLst>
                <a:gd name="textAreaLeft" fmla="*/ 0 w 6949080"/>
                <a:gd name="textAreaRight" fmla="*/ 6949440 w 6949080"/>
                <a:gd name="textAreaTop" fmla="*/ 0 h 3291480"/>
                <a:gd name="textAreaBottom" fmla="*/ 3291840 h 3291480"/>
              </a:gdLst>
              <a:ahLst/>
              <a:rect l="textAreaLeft" t="textAreaTop" r="textAreaRight" b="textAreaBottom"/>
              <a:pathLst>
                <a:path w="9265920" h="4389120">
                  <a:moveTo>
                    <a:pt x="0" y="0"/>
                  </a:moveTo>
                  <a:lnTo>
                    <a:pt x="9265920" y="0"/>
                  </a:lnTo>
                  <a:lnTo>
                    <a:pt x="9265920" y="4389120"/>
                  </a:lnTo>
                  <a:lnTo>
                    <a:pt x="0" y="438912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8" name="TextBox 22"/>
            <p:cNvSpPr/>
            <p:nvPr/>
          </p:nvSpPr>
          <p:spPr>
            <a:xfrm>
              <a:off x="1645920" y="5905440"/>
              <a:ext cx="6949080" cy="3384360"/>
            </a:xfrm>
            <a:prstGeom prst="rect">
              <a:avLst/>
            </a:prstGeom>
            <a:noFill/>
            <a:ln w="0">
              <a:noFill/>
            </a:ln>
          </p:spPr>
          <p:style>
            <a:lnRef idx="0"/>
            <a:fillRef idx="0"/>
            <a:effectRef idx="0"/>
            <a:fontRef idx="minor"/>
          </p:style>
          <p:txBody>
            <a:bodyPr lIns="0" rIns="0" tIns="0" bIns="0" anchor="ctr">
              <a:noAutofit/>
            </a:bodyPr>
            <a:p>
              <a:pPr defTabSz="914400">
                <a:lnSpc>
                  <a:spcPts val="3745"/>
                </a:lnSpc>
                <a:spcBef>
                  <a:spcPts val="1191"/>
                </a:spcBef>
                <a:spcAft>
                  <a:spcPts val="992"/>
                </a:spcAft>
              </a:pPr>
              <a:r>
                <a:rPr b="0" lang="en-US" sz="2400" spc="-1" strike="noStrike">
                  <a:solidFill>
                    <a:srgbClr val="ffffff"/>
                  </a:solidFill>
                  <a:latin typeface="Calibri (MS)"/>
                  <a:ea typeface="Calibri (MS)"/>
                </a:rPr>
                <a:t>How things are positioned relative to each other</a:t>
              </a:r>
              <a:endParaRPr b="0" lang="en-US" sz="2400" spc="-1" strike="noStrike">
                <a:solidFill>
                  <a:srgbClr val="ffffff"/>
                </a:solidFill>
                <a:latin typeface="Arial"/>
              </a:endParaRPr>
            </a:p>
            <a:p>
              <a:pPr defTabSz="914400">
                <a:lnSpc>
                  <a:spcPts val="3745"/>
                </a:lnSpc>
                <a:spcBef>
                  <a:spcPts val="1191"/>
                </a:spcBef>
                <a:spcAft>
                  <a:spcPts val="992"/>
                </a:spcAft>
              </a:pPr>
              <a:r>
                <a:rPr b="0" lang="en-US" sz="2400" spc="-1" strike="noStrike">
                  <a:solidFill>
                    <a:srgbClr val="ffffff"/>
                  </a:solidFill>
                  <a:latin typeface="Calibri (MS)"/>
                  <a:ea typeface="Calibri (MS)"/>
                </a:rPr>
                <a:t>Proximity, boundary, pattern, clustering</a:t>
              </a:r>
              <a:endParaRPr b="0" lang="en-US" sz="24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139" name="Group 2"/>
          <p:cNvGrpSpPr/>
          <p:nvPr/>
        </p:nvGrpSpPr>
        <p:grpSpPr>
          <a:xfrm>
            <a:off x="-12600" y="-12600"/>
            <a:ext cx="281160" cy="10311840"/>
            <a:chOff x="-12600" y="-12600"/>
            <a:chExt cx="281160" cy="10311840"/>
          </a:xfrm>
        </p:grpSpPr>
        <p:sp>
          <p:nvSpPr>
            <p:cNvPr id="140"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1"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42" name="Group 5"/>
          <p:cNvGrpSpPr/>
          <p:nvPr/>
        </p:nvGrpSpPr>
        <p:grpSpPr>
          <a:xfrm>
            <a:off x="9137520" y="-6480"/>
            <a:ext cx="9156240" cy="10296000"/>
            <a:chOff x="9137520" y="-6480"/>
            <a:chExt cx="9156240" cy="10296000"/>
          </a:xfrm>
        </p:grpSpPr>
        <p:sp>
          <p:nvSpPr>
            <p:cNvPr id="143" name="Freeform 6"/>
            <p:cNvSpPr/>
            <p:nvPr/>
          </p:nvSpPr>
          <p:spPr>
            <a:xfrm>
              <a:off x="9144000" y="0"/>
              <a:ext cx="9143640" cy="10286640"/>
            </a:xfrm>
            <a:custGeom>
              <a:avLst/>
              <a:gdLst>
                <a:gd name="textAreaLeft" fmla="*/ 0 w 9143640"/>
                <a:gd name="textAreaRight" fmla="*/ 9144000 w 9143640"/>
                <a:gd name="textAreaTop" fmla="*/ 0 h 10286640"/>
                <a:gd name="textAreaBottom" fmla="*/ 10287000 h 10286640"/>
              </a:gdLst>
              <a:ahLst/>
              <a:rect l="textAreaLeft" t="textAreaTop" r="textAreaRight" b="textAreaBottom"/>
              <a:pathLst>
                <a:path w="12192000" h="13716001">
                  <a:moveTo>
                    <a:pt x="0" y="0"/>
                  </a:moveTo>
                  <a:lnTo>
                    <a:pt x="12192000" y="0"/>
                  </a:lnTo>
                  <a:lnTo>
                    <a:pt x="12192000" y="13716001"/>
                  </a:lnTo>
                  <a:lnTo>
                    <a:pt x="0" y="13716001"/>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4" name="Freeform 7"/>
            <p:cNvSpPr/>
            <p:nvPr/>
          </p:nvSpPr>
          <p:spPr>
            <a:xfrm>
              <a:off x="9137520" y="-6480"/>
              <a:ext cx="9156240" cy="10296000"/>
            </a:xfrm>
            <a:custGeom>
              <a:avLst/>
              <a:gdLst>
                <a:gd name="textAreaLeft" fmla="*/ 0 w 9156240"/>
                <a:gd name="textAreaRight" fmla="*/ 9156600 w 9156240"/>
                <a:gd name="textAreaTop" fmla="*/ 0 h 10296000"/>
                <a:gd name="textAreaBottom" fmla="*/ 10296360 h 10296000"/>
              </a:gdLst>
              <a:ahLst/>
              <a:rect l="textAreaLeft" t="textAreaTop" r="textAreaRight" b="textAreaBottom"/>
              <a:pathLst>
                <a:path w="12208891" h="1372844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423400" y="0"/>
                  </a:lnTo>
                  <a:lnTo>
                    <a:pt x="9423400" y="16891"/>
                  </a:lnTo>
                  <a:lnTo>
                    <a:pt x="9372600" y="16891"/>
                  </a:lnTo>
                  <a:close/>
                  <a:moveTo>
                    <a:pt x="9491091" y="16891"/>
                  </a:moveTo>
                  <a:lnTo>
                    <a:pt x="9541891" y="16891"/>
                  </a:lnTo>
                  <a:lnTo>
                    <a:pt x="9491091" y="16891"/>
                  </a:lnTo>
                  <a:close/>
                  <a:moveTo>
                    <a:pt x="9609582" y="16891"/>
                  </a:moveTo>
                  <a:lnTo>
                    <a:pt x="9660382" y="16891"/>
                  </a:lnTo>
                  <a:lnTo>
                    <a:pt x="9609582" y="16891"/>
                  </a:lnTo>
                  <a:close/>
                  <a:moveTo>
                    <a:pt x="9728200" y="0"/>
                  </a:moveTo>
                  <a:lnTo>
                    <a:pt x="9779000" y="0"/>
                  </a:lnTo>
                  <a:lnTo>
                    <a:pt x="9779000" y="16891"/>
                  </a:lnTo>
                  <a:lnTo>
                    <a:pt x="9728200" y="16891"/>
                  </a:lnTo>
                  <a:close/>
                  <a:moveTo>
                    <a:pt x="9846691" y="16891"/>
                  </a:moveTo>
                  <a:lnTo>
                    <a:pt x="9897491" y="16891"/>
                  </a:lnTo>
                  <a:lnTo>
                    <a:pt x="9846691" y="16891"/>
                  </a:lnTo>
                  <a:close/>
                  <a:moveTo>
                    <a:pt x="9965182" y="16891"/>
                  </a:moveTo>
                  <a:lnTo>
                    <a:pt x="10015982" y="16891"/>
                  </a:lnTo>
                  <a:lnTo>
                    <a:pt x="9965182" y="16891"/>
                  </a:lnTo>
                  <a:close/>
                  <a:moveTo>
                    <a:pt x="10083800" y="0"/>
                  </a:moveTo>
                  <a:lnTo>
                    <a:pt x="10134600" y="0"/>
                  </a:lnTo>
                  <a:lnTo>
                    <a:pt x="10134600" y="16891"/>
                  </a:lnTo>
                  <a:lnTo>
                    <a:pt x="10083800" y="16891"/>
                  </a:lnTo>
                  <a:close/>
                  <a:moveTo>
                    <a:pt x="10202291" y="16891"/>
                  </a:moveTo>
                  <a:lnTo>
                    <a:pt x="10253091" y="16891"/>
                  </a:lnTo>
                  <a:lnTo>
                    <a:pt x="10202291" y="16891"/>
                  </a:lnTo>
                  <a:close/>
                  <a:moveTo>
                    <a:pt x="10320782" y="16891"/>
                  </a:moveTo>
                  <a:lnTo>
                    <a:pt x="10371582" y="16891"/>
                  </a:lnTo>
                  <a:lnTo>
                    <a:pt x="10320782" y="16891"/>
                  </a:lnTo>
                  <a:close/>
                  <a:moveTo>
                    <a:pt x="10439400" y="0"/>
                  </a:moveTo>
                  <a:lnTo>
                    <a:pt x="10490200" y="0"/>
                  </a:lnTo>
                  <a:lnTo>
                    <a:pt x="10490200" y="16891"/>
                  </a:lnTo>
                  <a:lnTo>
                    <a:pt x="10439400" y="16891"/>
                  </a:lnTo>
                  <a:close/>
                  <a:moveTo>
                    <a:pt x="10557891" y="16891"/>
                  </a:moveTo>
                  <a:lnTo>
                    <a:pt x="10608691" y="16891"/>
                  </a:lnTo>
                  <a:lnTo>
                    <a:pt x="10557891" y="16891"/>
                  </a:lnTo>
                  <a:close/>
                  <a:moveTo>
                    <a:pt x="10676382" y="16891"/>
                  </a:moveTo>
                  <a:lnTo>
                    <a:pt x="10727182" y="16891"/>
                  </a:lnTo>
                  <a:lnTo>
                    <a:pt x="10676382" y="16891"/>
                  </a:lnTo>
                  <a:close/>
                  <a:moveTo>
                    <a:pt x="10795000" y="0"/>
                  </a:moveTo>
                  <a:lnTo>
                    <a:pt x="10845800" y="0"/>
                  </a:lnTo>
                  <a:lnTo>
                    <a:pt x="10845800" y="16891"/>
                  </a:lnTo>
                  <a:lnTo>
                    <a:pt x="10795000" y="16891"/>
                  </a:lnTo>
                  <a:close/>
                  <a:moveTo>
                    <a:pt x="10913491" y="16891"/>
                  </a:moveTo>
                  <a:lnTo>
                    <a:pt x="10964291" y="16891"/>
                  </a:lnTo>
                  <a:lnTo>
                    <a:pt x="10913491" y="16891"/>
                  </a:lnTo>
                  <a:close/>
                  <a:moveTo>
                    <a:pt x="11031982" y="16891"/>
                  </a:moveTo>
                  <a:lnTo>
                    <a:pt x="11082782" y="16891"/>
                  </a:lnTo>
                  <a:lnTo>
                    <a:pt x="11031982" y="16891"/>
                  </a:lnTo>
                  <a:close/>
                  <a:moveTo>
                    <a:pt x="11150600" y="0"/>
                  </a:moveTo>
                  <a:lnTo>
                    <a:pt x="11201400" y="0"/>
                  </a:lnTo>
                  <a:lnTo>
                    <a:pt x="11201400" y="16891"/>
                  </a:lnTo>
                  <a:lnTo>
                    <a:pt x="11150600" y="16891"/>
                  </a:lnTo>
                  <a:close/>
                  <a:moveTo>
                    <a:pt x="11269091" y="16891"/>
                  </a:moveTo>
                  <a:lnTo>
                    <a:pt x="11319891" y="16891"/>
                  </a:lnTo>
                  <a:lnTo>
                    <a:pt x="11269091" y="16891"/>
                  </a:lnTo>
                  <a:close/>
                  <a:moveTo>
                    <a:pt x="11387582" y="16891"/>
                  </a:moveTo>
                  <a:lnTo>
                    <a:pt x="11438382" y="16891"/>
                  </a:lnTo>
                  <a:lnTo>
                    <a:pt x="11387582" y="16891"/>
                  </a:lnTo>
                  <a:close/>
                  <a:moveTo>
                    <a:pt x="11506200" y="0"/>
                  </a:moveTo>
                  <a:lnTo>
                    <a:pt x="11557000" y="0"/>
                  </a:lnTo>
                  <a:lnTo>
                    <a:pt x="11557000" y="16891"/>
                  </a:lnTo>
                  <a:lnTo>
                    <a:pt x="11506200" y="16891"/>
                  </a:lnTo>
                  <a:close/>
                  <a:moveTo>
                    <a:pt x="11624691" y="16891"/>
                  </a:moveTo>
                  <a:lnTo>
                    <a:pt x="11675491" y="16891"/>
                  </a:lnTo>
                  <a:lnTo>
                    <a:pt x="11624691" y="16891"/>
                  </a:lnTo>
                  <a:close/>
                  <a:moveTo>
                    <a:pt x="11743182" y="16891"/>
                  </a:moveTo>
                  <a:lnTo>
                    <a:pt x="11793982" y="16891"/>
                  </a:lnTo>
                  <a:lnTo>
                    <a:pt x="11743182" y="16891"/>
                  </a:lnTo>
                  <a:close/>
                  <a:moveTo>
                    <a:pt x="11861800" y="0"/>
                  </a:moveTo>
                  <a:lnTo>
                    <a:pt x="11912600" y="0"/>
                  </a:lnTo>
                  <a:lnTo>
                    <a:pt x="11912600" y="16891"/>
                  </a:lnTo>
                  <a:lnTo>
                    <a:pt x="11861800" y="16891"/>
                  </a:lnTo>
                  <a:close/>
                  <a:moveTo>
                    <a:pt x="11980291" y="16891"/>
                  </a:moveTo>
                  <a:lnTo>
                    <a:pt x="12031091" y="16891"/>
                  </a:lnTo>
                  <a:lnTo>
                    <a:pt x="11980291" y="16891"/>
                  </a:lnTo>
                  <a:close/>
                  <a:moveTo>
                    <a:pt x="12098782" y="16891"/>
                  </a:moveTo>
                  <a:lnTo>
                    <a:pt x="12149582" y="16891"/>
                  </a:lnTo>
                  <a:lnTo>
                    <a:pt x="12098782" y="16891"/>
                  </a:lnTo>
                  <a:close/>
                  <a:moveTo>
                    <a:pt x="12208891" y="42291"/>
                  </a:moveTo>
                  <a:lnTo>
                    <a:pt x="12208891" y="76200"/>
                  </a:lnTo>
                  <a:lnTo>
                    <a:pt x="12192000" y="76200"/>
                  </a:lnTo>
                  <a:lnTo>
                    <a:pt x="12192000" y="25400"/>
                  </a:lnTo>
                  <a:close/>
                  <a:moveTo>
                    <a:pt x="12192000" y="143891"/>
                  </a:moveTo>
                  <a:lnTo>
                    <a:pt x="12192000" y="194691"/>
                  </a:lnTo>
                  <a:lnTo>
                    <a:pt x="12192000" y="143891"/>
                  </a:lnTo>
                  <a:close/>
                  <a:moveTo>
                    <a:pt x="12192000" y="262382"/>
                  </a:moveTo>
                  <a:lnTo>
                    <a:pt x="12192000" y="313182"/>
                  </a:lnTo>
                  <a:lnTo>
                    <a:pt x="12192000" y="262382"/>
                  </a:lnTo>
                  <a:close/>
                  <a:moveTo>
                    <a:pt x="12192000" y="380873"/>
                  </a:moveTo>
                  <a:lnTo>
                    <a:pt x="12192000" y="431673"/>
                  </a:lnTo>
                  <a:lnTo>
                    <a:pt x="12192000" y="381000"/>
                  </a:lnTo>
                  <a:close/>
                  <a:moveTo>
                    <a:pt x="12192000" y="499491"/>
                  </a:moveTo>
                  <a:lnTo>
                    <a:pt x="12192000" y="550291"/>
                  </a:lnTo>
                  <a:lnTo>
                    <a:pt x="12192000" y="499491"/>
                  </a:lnTo>
                  <a:close/>
                  <a:moveTo>
                    <a:pt x="12192000" y="617982"/>
                  </a:moveTo>
                  <a:lnTo>
                    <a:pt x="12192000" y="668782"/>
                  </a:lnTo>
                  <a:lnTo>
                    <a:pt x="12192000" y="617982"/>
                  </a:lnTo>
                  <a:close/>
                  <a:moveTo>
                    <a:pt x="12192000" y="736473"/>
                  </a:moveTo>
                  <a:lnTo>
                    <a:pt x="12192000" y="787273"/>
                  </a:lnTo>
                  <a:lnTo>
                    <a:pt x="12192000" y="736600"/>
                  </a:lnTo>
                  <a:close/>
                  <a:moveTo>
                    <a:pt x="12192000" y="855091"/>
                  </a:moveTo>
                  <a:lnTo>
                    <a:pt x="12192000" y="905891"/>
                  </a:lnTo>
                  <a:lnTo>
                    <a:pt x="12192000" y="855091"/>
                  </a:lnTo>
                  <a:close/>
                  <a:moveTo>
                    <a:pt x="12192000" y="973582"/>
                  </a:moveTo>
                  <a:lnTo>
                    <a:pt x="12192000" y="1024382"/>
                  </a:lnTo>
                  <a:lnTo>
                    <a:pt x="12192000" y="973582"/>
                  </a:lnTo>
                  <a:close/>
                  <a:moveTo>
                    <a:pt x="12192000" y="1092073"/>
                  </a:moveTo>
                  <a:lnTo>
                    <a:pt x="12192000" y="1142873"/>
                  </a:lnTo>
                  <a:lnTo>
                    <a:pt x="12192000" y="1092200"/>
                  </a:lnTo>
                  <a:close/>
                  <a:moveTo>
                    <a:pt x="12192000" y="1210691"/>
                  </a:moveTo>
                  <a:lnTo>
                    <a:pt x="12192000" y="1261491"/>
                  </a:lnTo>
                  <a:lnTo>
                    <a:pt x="12192000" y="1210691"/>
                  </a:lnTo>
                  <a:close/>
                  <a:moveTo>
                    <a:pt x="12192000" y="1329182"/>
                  </a:moveTo>
                  <a:lnTo>
                    <a:pt x="12192000" y="1379982"/>
                  </a:lnTo>
                  <a:lnTo>
                    <a:pt x="12192000" y="1329182"/>
                  </a:lnTo>
                  <a:close/>
                  <a:moveTo>
                    <a:pt x="12192000" y="1447673"/>
                  </a:moveTo>
                  <a:lnTo>
                    <a:pt x="12192000" y="1498473"/>
                  </a:lnTo>
                  <a:lnTo>
                    <a:pt x="12192000" y="1447673"/>
                  </a:lnTo>
                  <a:close/>
                  <a:moveTo>
                    <a:pt x="12192000" y="1566164"/>
                  </a:moveTo>
                  <a:lnTo>
                    <a:pt x="12192000" y="1616964"/>
                  </a:lnTo>
                  <a:lnTo>
                    <a:pt x="12192000" y="1566164"/>
                  </a:lnTo>
                  <a:close/>
                  <a:moveTo>
                    <a:pt x="12192000" y="1684655"/>
                  </a:moveTo>
                  <a:lnTo>
                    <a:pt x="12192000" y="1735455"/>
                  </a:lnTo>
                  <a:lnTo>
                    <a:pt x="12192000" y="1684655"/>
                  </a:lnTo>
                  <a:close/>
                  <a:moveTo>
                    <a:pt x="12192000" y="1803146"/>
                  </a:moveTo>
                  <a:lnTo>
                    <a:pt x="12192000" y="1853946"/>
                  </a:lnTo>
                  <a:lnTo>
                    <a:pt x="12192000" y="1803146"/>
                  </a:lnTo>
                  <a:close/>
                  <a:moveTo>
                    <a:pt x="12192000" y="1921637"/>
                  </a:moveTo>
                  <a:lnTo>
                    <a:pt x="12192000" y="1972437"/>
                  </a:lnTo>
                  <a:lnTo>
                    <a:pt x="12192000" y="1921637"/>
                  </a:lnTo>
                  <a:close/>
                  <a:moveTo>
                    <a:pt x="12192000" y="2040128"/>
                  </a:moveTo>
                  <a:lnTo>
                    <a:pt x="12192000" y="2090928"/>
                  </a:lnTo>
                  <a:lnTo>
                    <a:pt x="12192000" y="2040128"/>
                  </a:lnTo>
                  <a:close/>
                  <a:moveTo>
                    <a:pt x="12192000" y="2158619"/>
                  </a:moveTo>
                  <a:lnTo>
                    <a:pt x="12192000" y="2209419"/>
                  </a:lnTo>
                  <a:lnTo>
                    <a:pt x="12192000" y="2158619"/>
                  </a:lnTo>
                  <a:close/>
                  <a:moveTo>
                    <a:pt x="12192000" y="2277110"/>
                  </a:moveTo>
                  <a:lnTo>
                    <a:pt x="12192000" y="2327910"/>
                  </a:lnTo>
                  <a:lnTo>
                    <a:pt x="12192000" y="2277110"/>
                  </a:lnTo>
                  <a:close/>
                  <a:moveTo>
                    <a:pt x="12192000" y="2395601"/>
                  </a:moveTo>
                  <a:lnTo>
                    <a:pt x="12192000" y="2446401"/>
                  </a:lnTo>
                  <a:lnTo>
                    <a:pt x="12192000" y="2395601"/>
                  </a:lnTo>
                  <a:close/>
                  <a:moveTo>
                    <a:pt x="12192000" y="2514092"/>
                  </a:moveTo>
                  <a:lnTo>
                    <a:pt x="12192000" y="2564892"/>
                  </a:lnTo>
                  <a:lnTo>
                    <a:pt x="12192000" y="2514092"/>
                  </a:lnTo>
                  <a:close/>
                  <a:moveTo>
                    <a:pt x="12192000" y="2632583"/>
                  </a:moveTo>
                  <a:lnTo>
                    <a:pt x="12192000" y="2683383"/>
                  </a:lnTo>
                  <a:lnTo>
                    <a:pt x="12192000" y="2632583"/>
                  </a:lnTo>
                  <a:close/>
                  <a:moveTo>
                    <a:pt x="12192000" y="2751074"/>
                  </a:moveTo>
                  <a:lnTo>
                    <a:pt x="12192000" y="2801874"/>
                  </a:lnTo>
                  <a:lnTo>
                    <a:pt x="12192000" y="2751074"/>
                  </a:lnTo>
                  <a:close/>
                  <a:moveTo>
                    <a:pt x="12192000" y="2869565"/>
                  </a:moveTo>
                  <a:lnTo>
                    <a:pt x="12192000" y="2920365"/>
                  </a:lnTo>
                  <a:lnTo>
                    <a:pt x="12192000" y="2869565"/>
                  </a:lnTo>
                  <a:close/>
                  <a:moveTo>
                    <a:pt x="12192000" y="2988056"/>
                  </a:moveTo>
                  <a:lnTo>
                    <a:pt x="12192000" y="3038856"/>
                  </a:lnTo>
                  <a:lnTo>
                    <a:pt x="12192000" y="2988056"/>
                  </a:lnTo>
                  <a:close/>
                  <a:moveTo>
                    <a:pt x="12192000" y="3106547"/>
                  </a:moveTo>
                  <a:lnTo>
                    <a:pt x="12192000" y="3157347"/>
                  </a:lnTo>
                  <a:lnTo>
                    <a:pt x="12192000" y="3106547"/>
                  </a:lnTo>
                  <a:close/>
                  <a:moveTo>
                    <a:pt x="12192000" y="3225038"/>
                  </a:moveTo>
                  <a:lnTo>
                    <a:pt x="12192000" y="3275838"/>
                  </a:lnTo>
                  <a:lnTo>
                    <a:pt x="12192000" y="3225038"/>
                  </a:lnTo>
                  <a:close/>
                  <a:moveTo>
                    <a:pt x="12192000" y="3343529"/>
                  </a:moveTo>
                  <a:lnTo>
                    <a:pt x="12192000" y="3394329"/>
                  </a:lnTo>
                  <a:lnTo>
                    <a:pt x="12192000" y="3343529"/>
                  </a:lnTo>
                  <a:close/>
                  <a:moveTo>
                    <a:pt x="12192000" y="3462020"/>
                  </a:moveTo>
                  <a:lnTo>
                    <a:pt x="12192000" y="3512820"/>
                  </a:lnTo>
                  <a:lnTo>
                    <a:pt x="12192000" y="3462020"/>
                  </a:lnTo>
                  <a:close/>
                  <a:moveTo>
                    <a:pt x="12192000" y="3580511"/>
                  </a:moveTo>
                  <a:lnTo>
                    <a:pt x="12192000" y="3631311"/>
                  </a:lnTo>
                  <a:lnTo>
                    <a:pt x="12192000" y="3580511"/>
                  </a:lnTo>
                  <a:close/>
                  <a:moveTo>
                    <a:pt x="12192000" y="3699002"/>
                  </a:moveTo>
                  <a:lnTo>
                    <a:pt x="12192000" y="3749802"/>
                  </a:lnTo>
                  <a:lnTo>
                    <a:pt x="12192000" y="3699002"/>
                  </a:lnTo>
                  <a:close/>
                  <a:moveTo>
                    <a:pt x="12192000" y="3817493"/>
                  </a:moveTo>
                  <a:lnTo>
                    <a:pt x="12192000" y="3868293"/>
                  </a:lnTo>
                  <a:lnTo>
                    <a:pt x="12192000" y="3817493"/>
                  </a:lnTo>
                  <a:close/>
                  <a:moveTo>
                    <a:pt x="12192000" y="3935984"/>
                  </a:moveTo>
                  <a:lnTo>
                    <a:pt x="12192000" y="3986784"/>
                  </a:lnTo>
                  <a:lnTo>
                    <a:pt x="12192000" y="3935984"/>
                  </a:lnTo>
                  <a:close/>
                  <a:moveTo>
                    <a:pt x="12192000" y="4054475"/>
                  </a:moveTo>
                  <a:lnTo>
                    <a:pt x="12192000" y="4105275"/>
                  </a:lnTo>
                  <a:lnTo>
                    <a:pt x="12192000" y="4054475"/>
                  </a:lnTo>
                  <a:close/>
                  <a:moveTo>
                    <a:pt x="12192000" y="4172966"/>
                  </a:moveTo>
                  <a:lnTo>
                    <a:pt x="12192000" y="4223766"/>
                  </a:lnTo>
                  <a:lnTo>
                    <a:pt x="12192000" y="4172966"/>
                  </a:lnTo>
                  <a:close/>
                  <a:moveTo>
                    <a:pt x="12192000" y="4291457"/>
                  </a:moveTo>
                  <a:lnTo>
                    <a:pt x="12192000" y="4342257"/>
                  </a:lnTo>
                  <a:lnTo>
                    <a:pt x="12192000" y="4291457"/>
                  </a:lnTo>
                  <a:close/>
                  <a:moveTo>
                    <a:pt x="12192000" y="4409948"/>
                  </a:moveTo>
                  <a:lnTo>
                    <a:pt x="12192000" y="4460748"/>
                  </a:lnTo>
                  <a:lnTo>
                    <a:pt x="12192000" y="4409948"/>
                  </a:lnTo>
                  <a:close/>
                  <a:moveTo>
                    <a:pt x="12192000" y="4528439"/>
                  </a:moveTo>
                  <a:lnTo>
                    <a:pt x="12192000" y="4579239"/>
                  </a:lnTo>
                  <a:lnTo>
                    <a:pt x="12192000" y="4528439"/>
                  </a:lnTo>
                  <a:close/>
                  <a:moveTo>
                    <a:pt x="12192000" y="4646930"/>
                  </a:moveTo>
                  <a:lnTo>
                    <a:pt x="12192000" y="4697730"/>
                  </a:lnTo>
                  <a:lnTo>
                    <a:pt x="12192000" y="4646930"/>
                  </a:lnTo>
                  <a:close/>
                  <a:moveTo>
                    <a:pt x="12192000" y="4765421"/>
                  </a:moveTo>
                  <a:lnTo>
                    <a:pt x="12192000" y="4816221"/>
                  </a:lnTo>
                  <a:lnTo>
                    <a:pt x="12192000" y="4765421"/>
                  </a:lnTo>
                  <a:close/>
                  <a:moveTo>
                    <a:pt x="12192000" y="4883912"/>
                  </a:moveTo>
                  <a:lnTo>
                    <a:pt x="12192000" y="4934712"/>
                  </a:lnTo>
                  <a:lnTo>
                    <a:pt x="12192000" y="4883912"/>
                  </a:lnTo>
                  <a:close/>
                  <a:moveTo>
                    <a:pt x="12192000" y="5002403"/>
                  </a:moveTo>
                  <a:lnTo>
                    <a:pt x="12192000" y="5053203"/>
                  </a:lnTo>
                  <a:lnTo>
                    <a:pt x="12192000" y="5002403"/>
                  </a:lnTo>
                  <a:close/>
                  <a:moveTo>
                    <a:pt x="12192000" y="5120894"/>
                  </a:moveTo>
                  <a:lnTo>
                    <a:pt x="12192000" y="5171694"/>
                  </a:lnTo>
                  <a:lnTo>
                    <a:pt x="12192000" y="5120894"/>
                  </a:lnTo>
                  <a:close/>
                  <a:moveTo>
                    <a:pt x="12192000" y="5239385"/>
                  </a:moveTo>
                  <a:lnTo>
                    <a:pt x="12192000" y="5290185"/>
                  </a:lnTo>
                  <a:lnTo>
                    <a:pt x="12192000" y="5239385"/>
                  </a:lnTo>
                  <a:close/>
                  <a:moveTo>
                    <a:pt x="12192000" y="5357876"/>
                  </a:moveTo>
                  <a:lnTo>
                    <a:pt x="12192000" y="5408676"/>
                  </a:lnTo>
                  <a:lnTo>
                    <a:pt x="12192000" y="5357876"/>
                  </a:lnTo>
                  <a:close/>
                  <a:moveTo>
                    <a:pt x="12192000" y="5476367"/>
                  </a:moveTo>
                  <a:lnTo>
                    <a:pt x="12192000" y="5527167"/>
                  </a:lnTo>
                  <a:lnTo>
                    <a:pt x="12192000" y="5476367"/>
                  </a:lnTo>
                  <a:close/>
                  <a:moveTo>
                    <a:pt x="12192000" y="5594858"/>
                  </a:moveTo>
                  <a:lnTo>
                    <a:pt x="12192000" y="5645658"/>
                  </a:lnTo>
                  <a:lnTo>
                    <a:pt x="12192000" y="5594858"/>
                  </a:lnTo>
                  <a:close/>
                  <a:moveTo>
                    <a:pt x="12192000" y="5713349"/>
                  </a:moveTo>
                  <a:lnTo>
                    <a:pt x="12192000" y="5764149"/>
                  </a:lnTo>
                  <a:lnTo>
                    <a:pt x="12192000" y="5713349"/>
                  </a:lnTo>
                  <a:close/>
                  <a:moveTo>
                    <a:pt x="12192000" y="5831840"/>
                  </a:moveTo>
                  <a:lnTo>
                    <a:pt x="12192000" y="5882640"/>
                  </a:lnTo>
                  <a:lnTo>
                    <a:pt x="12192000" y="5831840"/>
                  </a:lnTo>
                  <a:close/>
                  <a:moveTo>
                    <a:pt x="12192000" y="5950331"/>
                  </a:moveTo>
                  <a:lnTo>
                    <a:pt x="12192000" y="6001131"/>
                  </a:lnTo>
                  <a:lnTo>
                    <a:pt x="12192000" y="5950331"/>
                  </a:lnTo>
                  <a:close/>
                  <a:moveTo>
                    <a:pt x="12192000" y="6068822"/>
                  </a:moveTo>
                  <a:lnTo>
                    <a:pt x="12192000" y="6119622"/>
                  </a:lnTo>
                  <a:lnTo>
                    <a:pt x="12192000" y="6068822"/>
                  </a:lnTo>
                  <a:close/>
                  <a:moveTo>
                    <a:pt x="12192000" y="6187313"/>
                  </a:moveTo>
                  <a:lnTo>
                    <a:pt x="12192000" y="6238113"/>
                  </a:lnTo>
                  <a:lnTo>
                    <a:pt x="12192000" y="6187313"/>
                  </a:lnTo>
                  <a:close/>
                  <a:moveTo>
                    <a:pt x="12192000" y="6305804"/>
                  </a:moveTo>
                  <a:lnTo>
                    <a:pt x="12192000" y="6356604"/>
                  </a:lnTo>
                  <a:lnTo>
                    <a:pt x="12192000" y="6305804"/>
                  </a:lnTo>
                  <a:close/>
                  <a:moveTo>
                    <a:pt x="12192000" y="6424295"/>
                  </a:moveTo>
                  <a:lnTo>
                    <a:pt x="12192000" y="6475095"/>
                  </a:lnTo>
                  <a:lnTo>
                    <a:pt x="12192000" y="6424295"/>
                  </a:lnTo>
                  <a:close/>
                  <a:moveTo>
                    <a:pt x="12192000" y="6542786"/>
                  </a:moveTo>
                  <a:lnTo>
                    <a:pt x="12192000" y="6593586"/>
                  </a:lnTo>
                  <a:lnTo>
                    <a:pt x="12192000" y="6542786"/>
                  </a:lnTo>
                  <a:close/>
                  <a:moveTo>
                    <a:pt x="12192000" y="6661277"/>
                  </a:moveTo>
                  <a:lnTo>
                    <a:pt x="12192000" y="6712077"/>
                  </a:lnTo>
                  <a:lnTo>
                    <a:pt x="12192000" y="6661277"/>
                  </a:lnTo>
                  <a:close/>
                  <a:moveTo>
                    <a:pt x="12192000" y="6779768"/>
                  </a:moveTo>
                  <a:lnTo>
                    <a:pt x="12192000" y="6830568"/>
                  </a:lnTo>
                  <a:lnTo>
                    <a:pt x="12192000" y="6779768"/>
                  </a:lnTo>
                  <a:close/>
                  <a:moveTo>
                    <a:pt x="12192000" y="6898259"/>
                  </a:moveTo>
                  <a:lnTo>
                    <a:pt x="12192000" y="6949059"/>
                  </a:lnTo>
                  <a:lnTo>
                    <a:pt x="12192000" y="6898259"/>
                  </a:lnTo>
                  <a:close/>
                  <a:moveTo>
                    <a:pt x="12192000" y="7016750"/>
                  </a:moveTo>
                  <a:lnTo>
                    <a:pt x="12192000" y="7067550"/>
                  </a:lnTo>
                  <a:lnTo>
                    <a:pt x="12192000" y="7016750"/>
                  </a:lnTo>
                  <a:close/>
                  <a:moveTo>
                    <a:pt x="12192000" y="7135241"/>
                  </a:moveTo>
                  <a:lnTo>
                    <a:pt x="12192000" y="7186041"/>
                  </a:lnTo>
                  <a:lnTo>
                    <a:pt x="12192000" y="7135241"/>
                  </a:lnTo>
                  <a:close/>
                  <a:moveTo>
                    <a:pt x="12192000" y="7253732"/>
                  </a:moveTo>
                  <a:lnTo>
                    <a:pt x="12192000" y="7304532"/>
                  </a:lnTo>
                  <a:lnTo>
                    <a:pt x="12192000" y="7253732"/>
                  </a:lnTo>
                  <a:close/>
                  <a:moveTo>
                    <a:pt x="12192000" y="7372223"/>
                  </a:moveTo>
                  <a:lnTo>
                    <a:pt x="12192000" y="7423023"/>
                  </a:lnTo>
                  <a:lnTo>
                    <a:pt x="12192000" y="7372223"/>
                  </a:lnTo>
                  <a:close/>
                  <a:moveTo>
                    <a:pt x="12192000" y="7490714"/>
                  </a:moveTo>
                  <a:lnTo>
                    <a:pt x="12192000" y="7541514"/>
                  </a:lnTo>
                  <a:lnTo>
                    <a:pt x="12192000" y="7490714"/>
                  </a:lnTo>
                  <a:close/>
                  <a:moveTo>
                    <a:pt x="12192000" y="7609205"/>
                  </a:moveTo>
                  <a:lnTo>
                    <a:pt x="12192000" y="7660005"/>
                  </a:lnTo>
                  <a:lnTo>
                    <a:pt x="12192000" y="7609205"/>
                  </a:lnTo>
                  <a:close/>
                  <a:moveTo>
                    <a:pt x="12192000" y="7727696"/>
                  </a:moveTo>
                  <a:lnTo>
                    <a:pt x="12192000" y="7778496"/>
                  </a:lnTo>
                  <a:lnTo>
                    <a:pt x="12192000" y="7727696"/>
                  </a:lnTo>
                  <a:close/>
                  <a:moveTo>
                    <a:pt x="12192000" y="7846187"/>
                  </a:moveTo>
                  <a:lnTo>
                    <a:pt x="12192000" y="7896987"/>
                  </a:lnTo>
                  <a:lnTo>
                    <a:pt x="12192000" y="7846187"/>
                  </a:lnTo>
                  <a:close/>
                  <a:moveTo>
                    <a:pt x="12192000" y="7964678"/>
                  </a:moveTo>
                  <a:lnTo>
                    <a:pt x="12192000" y="8015478"/>
                  </a:lnTo>
                  <a:lnTo>
                    <a:pt x="12192000" y="7964678"/>
                  </a:lnTo>
                  <a:close/>
                  <a:moveTo>
                    <a:pt x="12192000" y="8083169"/>
                  </a:moveTo>
                  <a:lnTo>
                    <a:pt x="12192000" y="8133969"/>
                  </a:lnTo>
                  <a:lnTo>
                    <a:pt x="12192000" y="8083169"/>
                  </a:lnTo>
                  <a:close/>
                  <a:moveTo>
                    <a:pt x="12192000" y="8201660"/>
                  </a:moveTo>
                  <a:lnTo>
                    <a:pt x="12192000" y="8252460"/>
                  </a:lnTo>
                  <a:lnTo>
                    <a:pt x="12192000" y="8201660"/>
                  </a:lnTo>
                  <a:close/>
                  <a:moveTo>
                    <a:pt x="12192000" y="8320151"/>
                  </a:moveTo>
                  <a:lnTo>
                    <a:pt x="12192000" y="8370951"/>
                  </a:lnTo>
                  <a:lnTo>
                    <a:pt x="12192000" y="8320151"/>
                  </a:lnTo>
                  <a:close/>
                  <a:moveTo>
                    <a:pt x="12192000" y="8438642"/>
                  </a:moveTo>
                  <a:lnTo>
                    <a:pt x="12192000" y="8489442"/>
                  </a:lnTo>
                  <a:lnTo>
                    <a:pt x="12192000" y="8438642"/>
                  </a:lnTo>
                  <a:close/>
                  <a:moveTo>
                    <a:pt x="12192000" y="8557133"/>
                  </a:moveTo>
                  <a:lnTo>
                    <a:pt x="12192000" y="8607933"/>
                  </a:lnTo>
                  <a:lnTo>
                    <a:pt x="12192000" y="8557133"/>
                  </a:lnTo>
                  <a:close/>
                  <a:moveTo>
                    <a:pt x="12192000" y="8675624"/>
                  </a:moveTo>
                  <a:lnTo>
                    <a:pt x="12192000" y="8726424"/>
                  </a:lnTo>
                  <a:lnTo>
                    <a:pt x="12192000" y="8675624"/>
                  </a:lnTo>
                  <a:close/>
                  <a:moveTo>
                    <a:pt x="12192000" y="8794115"/>
                  </a:moveTo>
                  <a:lnTo>
                    <a:pt x="12192000" y="8844915"/>
                  </a:lnTo>
                  <a:lnTo>
                    <a:pt x="12192000" y="8794115"/>
                  </a:lnTo>
                  <a:close/>
                  <a:moveTo>
                    <a:pt x="12192000" y="8912606"/>
                  </a:moveTo>
                  <a:lnTo>
                    <a:pt x="12192000" y="8963406"/>
                  </a:lnTo>
                  <a:lnTo>
                    <a:pt x="12192000" y="8912606"/>
                  </a:lnTo>
                  <a:close/>
                  <a:moveTo>
                    <a:pt x="12192000" y="9031097"/>
                  </a:moveTo>
                  <a:lnTo>
                    <a:pt x="12192000" y="9081897"/>
                  </a:lnTo>
                  <a:lnTo>
                    <a:pt x="12192000" y="9031097"/>
                  </a:lnTo>
                  <a:close/>
                  <a:moveTo>
                    <a:pt x="12192000" y="9149588"/>
                  </a:moveTo>
                  <a:lnTo>
                    <a:pt x="12192000" y="9200388"/>
                  </a:lnTo>
                  <a:lnTo>
                    <a:pt x="12192000" y="9149588"/>
                  </a:lnTo>
                  <a:close/>
                  <a:moveTo>
                    <a:pt x="12192000" y="9268079"/>
                  </a:moveTo>
                  <a:lnTo>
                    <a:pt x="12192000" y="9318879"/>
                  </a:lnTo>
                  <a:lnTo>
                    <a:pt x="12192000" y="9268079"/>
                  </a:lnTo>
                  <a:close/>
                  <a:moveTo>
                    <a:pt x="12192000" y="9386570"/>
                  </a:moveTo>
                  <a:lnTo>
                    <a:pt x="12192000" y="9437370"/>
                  </a:lnTo>
                  <a:lnTo>
                    <a:pt x="12192000" y="9386570"/>
                  </a:lnTo>
                  <a:close/>
                  <a:moveTo>
                    <a:pt x="12192000" y="9505061"/>
                  </a:moveTo>
                  <a:lnTo>
                    <a:pt x="12192000" y="9555861"/>
                  </a:lnTo>
                  <a:lnTo>
                    <a:pt x="12192000" y="9505061"/>
                  </a:lnTo>
                  <a:close/>
                  <a:moveTo>
                    <a:pt x="12192000" y="9623552"/>
                  </a:moveTo>
                  <a:lnTo>
                    <a:pt x="12192000" y="9674352"/>
                  </a:lnTo>
                  <a:lnTo>
                    <a:pt x="12192000" y="9623552"/>
                  </a:lnTo>
                  <a:close/>
                  <a:moveTo>
                    <a:pt x="12192000" y="9742043"/>
                  </a:moveTo>
                  <a:lnTo>
                    <a:pt x="12192000" y="9792843"/>
                  </a:lnTo>
                  <a:lnTo>
                    <a:pt x="12192000" y="9742043"/>
                  </a:lnTo>
                  <a:close/>
                  <a:moveTo>
                    <a:pt x="12192000" y="9860534"/>
                  </a:moveTo>
                  <a:lnTo>
                    <a:pt x="12192000" y="9911334"/>
                  </a:lnTo>
                  <a:lnTo>
                    <a:pt x="12192000" y="9860534"/>
                  </a:lnTo>
                  <a:close/>
                  <a:moveTo>
                    <a:pt x="12192000" y="9979025"/>
                  </a:moveTo>
                  <a:lnTo>
                    <a:pt x="12192000" y="10029825"/>
                  </a:lnTo>
                  <a:lnTo>
                    <a:pt x="12192000" y="9979025"/>
                  </a:lnTo>
                  <a:close/>
                  <a:moveTo>
                    <a:pt x="12192000" y="10097516"/>
                  </a:moveTo>
                  <a:lnTo>
                    <a:pt x="12192000" y="10148316"/>
                  </a:lnTo>
                  <a:lnTo>
                    <a:pt x="12192000" y="10097516"/>
                  </a:lnTo>
                  <a:close/>
                  <a:moveTo>
                    <a:pt x="12192000" y="10216007"/>
                  </a:moveTo>
                  <a:lnTo>
                    <a:pt x="12192000" y="10266807"/>
                  </a:lnTo>
                  <a:lnTo>
                    <a:pt x="12192000" y="10216007"/>
                  </a:lnTo>
                  <a:close/>
                  <a:moveTo>
                    <a:pt x="12192000" y="10334498"/>
                  </a:moveTo>
                  <a:lnTo>
                    <a:pt x="12192000" y="10385298"/>
                  </a:lnTo>
                  <a:lnTo>
                    <a:pt x="12192000" y="10334498"/>
                  </a:lnTo>
                  <a:close/>
                  <a:moveTo>
                    <a:pt x="12192000" y="10452989"/>
                  </a:moveTo>
                  <a:lnTo>
                    <a:pt x="12192000" y="10503789"/>
                  </a:lnTo>
                  <a:lnTo>
                    <a:pt x="12192000" y="10452989"/>
                  </a:lnTo>
                  <a:close/>
                  <a:moveTo>
                    <a:pt x="12192000" y="10571480"/>
                  </a:moveTo>
                  <a:lnTo>
                    <a:pt x="12192000" y="10622280"/>
                  </a:lnTo>
                  <a:lnTo>
                    <a:pt x="12192000" y="10571480"/>
                  </a:lnTo>
                  <a:close/>
                  <a:moveTo>
                    <a:pt x="12192000" y="10689971"/>
                  </a:moveTo>
                  <a:lnTo>
                    <a:pt x="12192000" y="10740771"/>
                  </a:lnTo>
                  <a:lnTo>
                    <a:pt x="12192000" y="10689971"/>
                  </a:lnTo>
                  <a:close/>
                  <a:moveTo>
                    <a:pt x="12192000" y="10808462"/>
                  </a:moveTo>
                  <a:lnTo>
                    <a:pt x="12192000" y="10859262"/>
                  </a:lnTo>
                  <a:lnTo>
                    <a:pt x="12192000" y="10808462"/>
                  </a:lnTo>
                  <a:close/>
                  <a:moveTo>
                    <a:pt x="12192000" y="10926953"/>
                  </a:moveTo>
                  <a:lnTo>
                    <a:pt x="12192000" y="10977753"/>
                  </a:lnTo>
                  <a:lnTo>
                    <a:pt x="12192000" y="10926953"/>
                  </a:lnTo>
                  <a:close/>
                  <a:moveTo>
                    <a:pt x="12192000" y="11045444"/>
                  </a:moveTo>
                  <a:lnTo>
                    <a:pt x="12192000" y="11096244"/>
                  </a:lnTo>
                  <a:lnTo>
                    <a:pt x="12192000" y="11045444"/>
                  </a:lnTo>
                  <a:close/>
                  <a:moveTo>
                    <a:pt x="12192000" y="11163935"/>
                  </a:moveTo>
                  <a:lnTo>
                    <a:pt x="12192000" y="11214735"/>
                  </a:lnTo>
                  <a:lnTo>
                    <a:pt x="12192000" y="11163935"/>
                  </a:lnTo>
                  <a:close/>
                  <a:moveTo>
                    <a:pt x="12192000" y="11282426"/>
                  </a:moveTo>
                  <a:lnTo>
                    <a:pt x="12192000" y="11333226"/>
                  </a:lnTo>
                  <a:lnTo>
                    <a:pt x="12192000" y="11282426"/>
                  </a:lnTo>
                  <a:close/>
                  <a:moveTo>
                    <a:pt x="12192000" y="11400917"/>
                  </a:moveTo>
                  <a:lnTo>
                    <a:pt x="12192000" y="11451717"/>
                  </a:lnTo>
                  <a:lnTo>
                    <a:pt x="12192000" y="11400917"/>
                  </a:lnTo>
                  <a:close/>
                  <a:moveTo>
                    <a:pt x="12192000" y="11519408"/>
                  </a:moveTo>
                  <a:lnTo>
                    <a:pt x="12192000" y="11570208"/>
                  </a:lnTo>
                  <a:lnTo>
                    <a:pt x="12192000" y="11519408"/>
                  </a:lnTo>
                  <a:close/>
                  <a:moveTo>
                    <a:pt x="12192000" y="11637899"/>
                  </a:moveTo>
                  <a:lnTo>
                    <a:pt x="12192000" y="11688699"/>
                  </a:lnTo>
                  <a:lnTo>
                    <a:pt x="12192000" y="11637899"/>
                  </a:lnTo>
                  <a:close/>
                  <a:moveTo>
                    <a:pt x="12192000" y="11756390"/>
                  </a:moveTo>
                  <a:lnTo>
                    <a:pt x="12192000" y="11807190"/>
                  </a:lnTo>
                  <a:lnTo>
                    <a:pt x="12192000" y="11756390"/>
                  </a:lnTo>
                  <a:close/>
                  <a:moveTo>
                    <a:pt x="12192000" y="11874881"/>
                  </a:moveTo>
                  <a:lnTo>
                    <a:pt x="12192000" y="11925681"/>
                  </a:lnTo>
                  <a:lnTo>
                    <a:pt x="12192000" y="11874881"/>
                  </a:lnTo>
                  <a:close/>
                  <a:moveTo>
                    <a:pt x="12192000" y="11993372"/>
                  </a:moveTo>
                  <a:lnTo>
                    <a:pt x="12192000" y="12044172"/>
                  </a:lnTo>
                  <a:lnTo>
                    <a:pt x="12192000" y="11993372"/>
                  </a:lnTo>
                  <a:close/>
                  <a:moveTo>
                    <a:pt x="12192000" y="12111863"/>
                  </a:moveTo>
                  <a:lnTo>
                    <a:pt x="12192000" y="12162663"/>
                  </a:lnTo>
                  <a:lnTo>
                    <a:pt x="12192000" y="12111863"/>
                  </a:lnTo>
                  <a:close/>
                  <a:moveTo>
                    <a:pt x="12192000" y="12230354"/>
                  </a:moveTo>
                  <a:lnTo>
                    <a:pt x="12192000" y="12281154"/>
                  </a:lnTo>
                  <a:lnTo>
                    <a:pt x="12192000" y="12230354"/>
                  </a:lnTo>
                  <a:close/>
                  <a:moveTo>
                    <a:pt x="12192000" y="12348845"/>
                  </a:moveTo>
                  <a:lnTo>
                    <a:pt x="12192000" y="12399645"/>
                  </a:lnTo>
                  <a:lnTo>
                    <a:pt x="12192000" y="12348845"/>
                  </a:lnTo>
                  <a:close/>
                  <a:moveTo>
                    <a:pt x="12192000" y="12467336"/>
                  </a:moveTo>
                  <a:lnTo>
                    <a:pt x="12192000" y="12518136"/>
                  </a:lnTo>
                  <a:lnTo>
                    <a:pt x="12192000" y="12467336"/>
                  </a:lnTo>
                  <a:close/>
                  <a:moveTo>
                    <a:pt x="12192000" y="12585827"/>
                  </a:moveTo>
                  <a:lnTo>
                    <a:pt x="12192000" y="12636627"/>
                  </a:lnTo>
                  <a:lnTo>
                    <a:pt x="12192000" y="12585827"/>
                  </a:lnTo>
                  <a:close/>
                  <a:moveTo>
                    <a:pt x="12192000" y="12704318"/>
                  </a:moveTo>
                  <a:lnTo>
                    <a:pt x="12192000" y="12755118"/>
                  </a:lnTo>
                  <a:lnTo>
                    <a:pt x="12192000" y="12704318"/>
                  </a:lnTo>
                  <a:close/>
                  <a:moveTo>
                    <a:pt x="12192000" y="12822809"/>
                  </a:moveTo>
                  <a:lnTo>
                    <a:pt x="12192000" y="12873609"/>
                  </a:lnTo>
                  <a:lnTo>
                    <a:pt x="12192000" y="12822809"/>
                  </a:lnTo>
                  <a:close/>
                  <a:moveTo>
                    <a:pt x="12192000" y="12941300"/>
                  </a:moveTo>
                  <a:lnTo>
                    <a:pt x="12192000" y="12992100"/>
                  </a:lnTo>
                  <a:lnTo>
                    <a:pt x="12192000" y="12941300"/>
                  </a:lnTo>
                  <a:close/>
                  <a:moveTo>
                    <a:pt x="12192000" y="13059790"/>
                  </a:moveTo>
                  <a:lnTo>
                    <a:pt x="12192000" y="13110590"/>
                  </a:lnTo>
                  <a:lnTo>
                    <a:pt x="12192000" y="13059790"/>
                  </a:lnTo>
                  <a:close/>
                  <a:moveTo>
                    <a:pt x="12192000" y="13178282"/>
                  </a:moveTo>
                  <a:lnTo>
                    <a:pt x="12192000" y="13229082"/>
                  </a:lnTo>
                  <a:lnTo>
                    <a:pt x="12192000" y="13178282"/>
                  </a:lnTo>
                  <a:close/>
                  <a:moveTo>
                    <a:pt x="12192000" y="13296773"/>
                  </a:moveTo>
                  <a:lnTo>
                    <a:pt x="12192000" y="13347573"/>
                  </a:lnTo>
                  <a:lnTo>
                    <a:pt x="12192000" y="13296773"/>
                  </a:lnTo>
                  <a:close/>
                  <a:moveTo>
                    <a:pt x="12192000" y="13415263"/>
                  </a:moveTo>
                  <a:lnTo>
                    <a:pt x="12192000" y="13466063"/>
                  </a:lnTo>
                  <a:lnTo>
                    <a:pt x="12192000" y="13415263"/>
                  </a:lnTo>
                  <a:close/>
                  <a:moveTo>
                    <a:pt x="12192000" y="13533755"/>
                  </a:moveTo>
                  <a:lnTo>
                    <a:pt x="12192000" y="13584555"/>
                  </a:lnTo>
                  <a:lnTo>
                    <a:pt x="12192000" y="13533755"/>
                  </a:lnTo>
                  <a:close/>
                  <a:moveTo>
                    <a:pt x="12192000" y="13652246"/>
                  </a:moveTo>
                  <a:lnTo>
                    <a:pt x="12192000" y="13703046"/>
                  </a:lnTo>
                  <a:lnTo>
                    <a:pt x="12192000" y="13652246"/>
                  </a:lnTo>
                  <a:close/>
                  <a:moveTo>
                    <a:pt x="12132691" y="13728446"/>
                  </a:moveTo>
                  <a:lnTo>
                    <a:pt x="12081891" y="13728446"/>
                  </a:lnTo>
                  <a:lnTo>
                    <a:pt x="12081891" y="13716000"/>
                  </a:lnTo>
                  <a:lnTo>
                    <a:pt x="12132691" y="13716000"/>
                  </a:lnTo>
                  <a:close/>
                  <a:moveTo>
                    <a:pt x="12014200" y="13716000"/>
                  </a:moveTo>
                  <a:lnTo>
                    <a:pt x="11963400" y="13716000"/>
                  </a:lnTo>
                  <a:lnTo>
                    <a:pt x="12014200" y="13716000"/>
                  </a:lnTo>
                  <a:close/>
                  <a:moveTo>
                    <a:pt x="11895709" y="13716000"/>
                  </a:moveTo>
                  <a:lnTo>
                    <a:pt x="11844909" y="13716000"/>
                  </a:lnTo>
                  <a:lnTo>
                    <a:pt x="11895709" y="13716000"/>
                  </a:lnTo>
                  <a:close/>
                  <a:moveTo>
                    <a:pt x="11777218" y="13716000"/>
                  </a:moveTo>
                  <a:lnTo>
                    <a:pt x="11726418" y="13716000"/>
                  </a:lnTo>
                  <a:lnTo>
                    <a:pt x="11777218" y="13716000"/>
                  </a:lnTo>
                  <a:close/>
                  <a:moveTo>
                    <a:pt x="11658727" y="13716000"/>
                  </a:moveTo>
                  <a:lnTo>
                    <a:pt x="11607927" y="13716000"/>
                  </a:lnTo>
                  <a:lnTo>
                    <a:pt x="11658727" y="13716000"/>
                  </a:lnTo>
                  <a:close/>
                  <a:moveTo>
                    <a:pt x="11540236" y="13716000"/>
                  </a:moveTo>
                  <a:lnTo>
                    <a:pt x="11489436" y="13716000"/>
                  </a:lnTo>
                  <a:lnTo>
                    <a:pt x="11540236" y="13716000"/>
                  </a:lnTo>
                  <a:close/>
                  <a:moveTo>
                    <a:pt x="11421745" y="13716000"/>
                  </a:moveTo>
                  <a:lnTo>
                    <a:pt x="11370945" y="13716000"/>
                  </a:lnTo>
                  <a:lnTo>
                    <a:pt x="11421745" y="13716000"/>
                  </a:lnTo>
                  <a:close/>
                  <a:moveTo>
                    <a:pt x="11303254" y="13716000"/>
                  </a:moveTo>
                  <a:lnTo>
                    <a:pt x="11252454" y="13716000"/>
                  </a:lnTo>
                  <a:lnTo>
                    <a:pt x="11303254" y="13716000"/>
                  </a:lnTo>
                  <a:close/>
                  <a:moveTo>
                    <a:pt x="11184763" y="13716000"/>
                  </a:moveTo>
                  <a:lnTo>
                    <a:pt x="11133963" y="13716000"/>
                  </a:lnTo>
                  <a:lnTo>
                    <a:pt x="11184763" y="13716000"/>
                  </a:lnTo>
                  <a:close/>
                  <a:moveTo>
                    <a:pt x="11066272" y="13716000"/>
                  </a:moveTo>
                  <a:lnTo>
                    <a:pt x="11015472" y="13716000"/>
                  </a:lnTo>
                  <a:lnTo>
                    <a:pt x="11066272" y="13716000"/>
                  </a:lnTo>
                  <a:close/>
                  <a:moveTo>
                    <a:pt x="10947781" y="13716000"/>
                  </a:moveTo>
                  <a:lnTo>
                    <a:pt x="10896981" y="13716000"/>
                  </a:lnTo>
                  <a:lnTo>
                    <a:pt x="10947781" y="13716000"/>
                  </a:lnTo>
                  <a:close/>
                  <a:moveTo>
                    <a:pt x="10829290" y="13716000"/>
                  </a:moveTo>
                  <a:lnTo>
                    <a:pt x="10778490" y="13716000"/>
                  </a:lnTo>
                  <a:lnTo>
                    <a:pt x="10829290" y="13716000"/>
                  </a:lnTo>
                  <a:close/>
                  <a:moveTo>
                    <a:pt x="10710799" y="13716000"/>
                  </a:moveTo>
                  <a:lnTo>
                    <a:pt x="10659999" y="13716000"/>
                  </a:lnTo>
                  <a:lnTo>
                    <a:pt x="10710799" y="13716000"/>
                  </a:lnTo>
                  <a:close/>
                  <a:moveTo>
                    <a:pt x="10592308" y="13716000"/>
                  </a:moveTo>
                  <a:lnTo>
                    <a:pt x="10541508" y="13716000"/>
                  </a:lnTo>
                  <a:lnTo>
                    <a:pt x="10592308" y="13716000"/>
                  </a:lnTo>
                  <a:close/>
                  <a:moveTo>
                    <a:pt x="10473817" y="13716000"/>
                  </a:moveTo>
                  <a:lnTo>
                    <a:pt x="10423017" y="13716000"/>
                  </a:lnTo>
                  <a:lnTo>
                    <a:pt x="10473817" y="13716000"/>
                  </a:lnTo>
                  <a:close/>
                  <a:moveTo>
                    <a:pt x="10355326" y="13716000"/>
                  </a:moveTo>
                  <a:lnTo>
                    <a:pt x="10304526" y="13716000"/>
                  </a:lnTo>
                  <a:lnTo>
                    <a:pt x="10355326" y="13716000"/>
                  </a:lnTo>
                  <a:close/>
                  <a:moveTo>
                    <a:pt x="10236835" y="13716000"/>
                  </a:moveTo>
                  <a:lnTo>
                    <a:pt x="10186035" y="13716000"/>
                  </a:lnTo>
                  <a:lnTo>
                    <a:pt x="10236835" y="13716000"/>
                  </a:lnTo>
                  <a:close/>
                  <a:moveTo>
                    <a:pt x="10118344" y="13716000"/>
                  </a:moveTo>
                  <a:lnTo>
                    <a:pt x="10067544" y="13716000"/>
                  </a:lnTo>
                  <a:lnTo>
                    <a:pt x="10118344" y="13716000"/>
                  </a:lnTo>
                  <a:close/>
                  <a:moveTo>
                    <a:pt x="9999853" y="13716000"/>
                  </a:moveTo>
                  <a:lnTo>
                    <a:pt x="9949053" y="13716000"/>
                  </a:lnTo>
                  <a:lnTo>
                    <a:pt x="9999853" y="13716000"/>
                  </a:lnTo>
                  <a:close/>
                  <a:moveTo>
                    <a:pt x="9881362" y="13716000"/>
                  </a:moveTo>
                  <a:lnTo>
                    <a:pt x="9830562" y="13716000"/>
                  </a:lnTo>
                  <a:lnTo>
                    <a:pt x="9881362" y="13716000"/>
                  </a:lnTo>
                  <a:close/>
                  <a:moveTo>
                    <a:pt x="9762871" y="13716000"/>
                  </a:moveTo>
                  <a:lnTo>
                    <a:pt x="9712071" y="13716000"/>
                  </a:lnTo>
                  <a:lnTo>
                    <a:pt x="9762871" y="13716000"/>
                  </a:lnTo>
                  <a:close/>
                  <a:moveTo>
                    <a:pt x="9644380" y="13716000"/>
                  </a:moveTo>
                  <a:lnTo>
                    <a:pt x="9593580" y="13716000"/>
                  </a:lnTo>
                  <a:lnTo>
                    <a:pt x="9644380" y="13716000"/>
                  </a:lnTo>
                  <a:close/>
                  <a:moveTo>
                    <a:pt x="9525889" y="13716000"/>
                  </a:moveTo>
                  <a:lnTo>
                    <a:pt x="9475089" y="13716000"/>
                  </a:lnTo>
                  <a:lnTo>
                    <a:pt x="9525889" y="13716000"/>
                  </a:lnTo>
                  <a:close/>
                  <a:moveTo>
                    <a:pt x="9407398" y="13716000"/>
                  </a:moveTo>
                  <a:lnTo>
                    <a:pt x="9356598" y="13716000"/>
                  </a:lnTo>
                  <a:lnTo>
                    <a:pt x="9407398" y="13716000"/>
                  </a:lnTo>
                  <a:close/>
                  <a:moveTo>
                    <a:pt x="9288907" y="13716000"/>
                  </a:moveTo>
                  <a:lnTo>
                    <a:pt x="9238107" y="13716000"/>
                  </a:lnTo>
                  <a:lnTo>
                    <a:pt x="9288907" y="13716000"/>
                  </a:lnTo>
                  <a:close/>
                  <a:moveTo>
                    <a:pt x="9170416" y="13716000"/>
                  </a:moveTo>
                  <a:lnTo>
                    <a:pt x="9119616" y="13716000"/>
                  </a:lnTo>
                  <a:lnTo>
                    <a:pt x="9170416" y="13716000"/>
                  </a:lnTo>
                  <a:close/>
                  <a:moveTo>
                    <a:pt x="9051925" y="13716000"/>
                  </a:moveTo>
                  <a:lnTo>
                    <a:pt x="9001125" y="13716000"/>
                  </a:lnTo>
                  <a:lnTo>
                    <a:pt x="9051925" y="13716000"/>
                  </a:lnTo>
                  <a:close/>
                  <a:moveTo>
                    <a:pt x="8933434" y="13716000"/>
                  </a:moveTo>
                  <a:lnTo>
                    <a:pt x="8882634" y="13716000"/>
                  </a:lnTo>
                  <a:lnTo>
                    <a:pt x="8933434" y="13716000"/>
                  </a:lnTo>
                  <a:close/>
                  <a:moveTo>
                    <a:pt x="8814943" y="13716000"/>
                  </a:moveTo>
                  <a:lnTo>
                    <a:pt x="8764143" y="13716000"/>
                  </a:lnTo>
                  <a:lnTo>
                    <a:pt x="8814943" y="13716000"/>
                  </a:lnTo>
                  <a:close/>
                  <a:moveTo>
                    <a:pt x="8696452" y="13716000"/>
                  </a:moveTo>
                  <a:lnTo>
                    <a:pt x="8645652" y="13716000"/>
                  </a:lnTo>
                  <a:lnTo>
                    <a:pt x="8696452" y="13716000"/>
                  </a:lnTo>
                  <a:close/>
                  <a:moveTo>
                    <a:pt x="8577961" y="13716000"/>
                  </a:moveTo>
                  <a:lnTo>
                    <a:pt x="8527161" y="13716000"/>
                  </a:lnTo>
                  <a:lnTo>
                    <a:pt x="8577961" y="13716000"/>
                  </a:lnTo>
                  <a:close/>
                  <a:moveTo>
                    <a:pt x="8459470" y="13716000"/>
                  </a:moveTo>
                  <a:lnTo>
                    <a:pt x="8408670" y="13716000"/>
                  </a:lnTo>
                  <a:lnTo>
                    <a:pt x="8459470" y="13716000"/>
                  </a:lnTo>
                  <a:close/>
                  <a:moveTo>
                    <a:pt x="8340979" y="13716000"/>
                  </a:moveTo>
                  <a:lnTo>
                    <a:pt x="8290179" y="13716000"/>
                  </a:lnTo>
                  <a:lnTo>
                    <a:pt x="8340979" y="13716000"/>
                  </a:lnTo>
                  <a:close/>
                  <a:moveTo>
                    <a:pt x="8222488" y="13716000"/>
                  </a:moveTo>
                  <a:lnTo>
                    <a:pt x="8171688" y="13716000"/>
                  </a:lnTo>
                  <a:lnTo>
                    <a:pt x="8222488" y="13716000"/>
                  </a:lnTo>
                  <a:close/>
                  <a:moveTo>
                    <a:pt x="8103997" y="13716000"/>
                  </a:moveTo>
                  <a:lnTo>
                    <a:pt x="8053197" y="13716000"/>
                  </a:lnTo>
                  <a:lnTo>
                    <a:pt x="8103997" y="13716000"/>
                  </a:lnTo>
                  <a:close/>
                  <a:moveTo>
                    <a:pt x="7985506" y="13716000"/>
                  </a:moveTo>
                  <a:lnTo>
                    <a:pt x="7934706" y="13716000"/>
                  </a:lnTo>
                  <a:lnTo>
                    <a:pt x="7985506" y="13716000"/>
                  </a:lnTo>
                  <a:close/>
                  <a:moveTo>
                    <a:pt x="7867015" y="13716000"/>
                  </a:moveTo>
                  <a:lnTo>
                    <a:pt x="7816215" y="13716000"/>
                  </a:lnTo>
                  <a:lnTo>
                    <a:pt x="7867015" y="13716000"/>
                  </a:lnTo>
                  <a:close/>
                  <a:moveTo>
                    <a:pt x="7748524" y="13716000"/>
                  </a:moveTo>
                  <a:lnTo>
                    <a:pt x="7697724" y="13716000"/>
                  </a:lnTo>
                  <a:lnTo>
                    <a:pt x="7748524" y="13716000"/>
                  </a:lnTo>
                  <a:close/>
                  <a:moveTo>
                    <a:pt x="7630033" y="13716000"/>
                  </a:moveTo>
                  <a:lnTo>
                    <a:pt x="7579233" y="13716000"/>
                  </a:lnTo>
                  <a:lnTo>
                    <a:pt x="7630033" y="13716000"/>
                  </a:lnTo>
                  <a:close/>
                  <a:moveTo>
                    <a:pt x="7511542" y="13716000"/>
                  </a:moveTo>
                  <a:lnTo>
                    <a:pt x="7460742" y="13716000"/>
                  </a:lnTo>
                  <a:lnTo>
                    <a:pt x="7511542" y="13716000"/>
                  </a:lnTo>
                  <a:close/>
                  <a:moveTo>
                    <a:pt x="7393051" y="13716000"/>
                  </a:moveTo>
                  <a:lnTo>
                    <a:pt x="7342251" y="13716000"/>
                  </a:lnTo>
                  <a:lnTo>
                    <a:pt x="7393051" y="13716000"/>
                  </a:lnTo>
                  <a:close/>
                  <a:moveTo>
                    <a:pt x="7274560" y="13716000"/>
                  </a:moveTo>
                  <a:lnTo>
                    <a:pt x="7223760" y="13716000"/>
                  </a:lnTo>
                  <a:lnTo>
                    <a:pt x="7274560" y="13716000"/>
                  </a:lnTo>
                  <a:close/>
                  <a:moveTo>
                    <a:pt x="7156069" y="13716000"/>
                  </a:moveTo>
                  <a:lnTo>
                    <a:pt x="7105269" y="13716000"/>
                  </a:lnTo>
                  <a:lnTo>
                    <a:pt x="7156069" y="13716000"/>
                  </a:lnTo>
                  <a:close/>
                  <a:moveTo>
                    <a:pt x="7037578" y="13716000"/>
                  </a:moveTo>
                  <a:lnTo>
                    <a:pt x="6986778" y="13716000"/>
                  </a:lnTo>
                  <a:lnTo>
                    <a:pt x="7037578" y="13716000"/>
                  </a:lnTo>
                  <a:close/>
                  <a:moveTo>
                    <a:pt x="6919087" y="13716000"/>
                  </a:moveTo>
                  <a:lnTo>
                    <a:pt x="6868287" y="13716000"/>
                  </a:lnTo>
                  <a:lnTo>
                    <a:pt x="6919087" y="13716000"/>
                  </a:lnTo>
                  <a:close/>
                  <a:moveTo>
                    <a:pt x="6800596" y="13716000"/>
                  </a:moveTo>
                  <a:lnTo>
                    <a:pt x="6749796" y="13716000"/>
                  </a:lnTo>
                  <a:lnTo>
                    <a:pt x="6800596" y="13716000"/>
                  </a:lnTo>
                  <a:close/>
                  <a:moveTo>
                    <a:pt x="6682105" y="13716000"/>
                  </a:moveTo>
                  <a:lnTo>
                    <a:pt x="6631305" y="13716000"/>
                  </a:lnTo>
                  <a:lnTo>
                    <a:pt x="6682105" y="13716000"/>
                  </a:lnTo>
                  <a:close/>
                  <a:moveTo>
                    <a:pt x="6563614" y="13716000"/>
                  </a:moveTo>
                  <a:lnTo>
                    <a:pt x="6512814" y="13716000"/>
                  </a:lnTo>
                  <a:lnTo>
                    <a:pt x="6563614" y="13716000"/>
                  </a:lnTo>
                  <a:close/>
                  <a:moveTo>
                    <a:pt x="6445123" y="13716000"/>
                  </a:moveTo>
                  <a:lnTo>
                    <a:pt x="6394323" y="13716000"/>
                  </a:lnTo>
                  <a:lnTo>
                    <a:pt x="6445123" y="13716000"/>
                  </a:lnTo>
                  <a:close/>
                  <a:moveTo>
                    <a:pt x="6326632" y="13716000"/>
                  </a:moveTo>
                  <a:lnTo>
                    <a:pt x="6275832" y="13716000"/>
                  </a:lnTo>
                  <a:lnTo>
                    <a:pt x="6326632" y="13716000"/>
                  </a:lnTo>
                  <a:close/>
                  <a:moveTo>
                    <a:pt x="6208141" y="13716000"/>
                  </a:moveTo>
                  <a:lnTo>
                    <a:pt x="6157341" y="13716000"/>
                  </a:lnTo>
                  <a:lnTo>
                    <a:pt x="6208141" y="13716000"/>
                  </a:lnTo>
                  <a:close/>
                  <a:moveTo>
                    <a:pt x="6089650" y="13716000"/>
                  </a:moveTo>
                  <a:lnTo>
                    <a:pt x="6038850" y="13716000"/>
                  </a:lnTo>
                  <a:lnTo>
                    <a:pt x="6089650" y="13716000"/>
                  </a:lnTo>
                  <a:close/>
                  <a:moveTo>
                    <a:pt x="5971159" y="13716000"/>
                  </a:moveTo>
                  <a:lnTo>
                    <a:pt x="5920359" y="13716000"/>
                  </a:lnTo>
                  <a:lnTo>
                    <a:pt x="5971159" y="13716000"/>
                  </a:lnTo>
                  <a:close/>
                  <a:moveTo>
                    <a:pt x="5852668" y="13716000"/>
                  </a:moveTo>
                  <a:lnTo>
                    <a:pt x="5801868" y="13716000"/>
                  </a:lnTo>
                  <a:lnTo>
                    <a:pt x="5852668" y="13716000"/>
                  </a:lnTo>
                  <a:close/>
                  <a:moveTo>
                    <a:pt x="5734177" y="13716000"/>
                  </a:moveTo>
                  <a:lnTo>
                    <a:pt x="5683377" y="13716000"/>
                  </a:lnTo>
                  <a:lnTo>
                    <a:pt x="5734177" y="13716000"/>
                  </a:lnTo>
                  <a:close/>
                  <a:moveTo>
                    <a:pt x="5615686" y="13716000"/>
                  </a:moveTo>
                  <a:lnTo>
                    <a:pt x="5564886" y="13716000"/>
                  </a:lnTo>
                  <a:lnTo>
                    <a:pt x="5615686" y="13716000"/>
                  </a:lnTo>
                  <a:close/>
                  <a:moveTo>
                    <a:pt x="5497195" y="13716000"/>
                  </a:moveTo>
                  <a:lnTo>
                    <a:pt x="5446395" y="13716000"/>
                  </a:lnTo>
                  <a:lnTo>
                    <a:pt x="5497195" y="13716000"/>
                  </a:lnTo>
                  <a:close/>
                  <a:moveTo>
                    <a:pt x="5378704" y="13716000"/>
                  </a:moveTo>
                  <a:lnTo>
                    <a:pt x="5327904" y="13716000"/>
                  </a:lnTo>
                  <a:lnTo>
                    <a:pt x="5378704" y="13716000"/>
                  </a:lnTo>
                  <a:close/>
                  <a:moveTo>
                    <a:pt x="5260213" y="13716000"/>
                  </a:moveTo>
                  <a:lnTo>
                    <a:pt x="5209413" y="13716000"/>
                  </a:lnTo>
                  <a:lnTo>
                    <a:pt x="5260213" y="13716000"/>
                  </a:lnTo>
                  <a:close/>
                  <a:moveTo>
                    <a:pt x="5141722" y="13716000"/>
                  </a:moveTo>
                  <a:lnTo>
                    <a:pt x="5090922" y="13716000"/>
                  </a:lnTo>
                  <a:lnTo>
                    <a:pt x="5141722" y="13716000"/>
                  </a:lnTo>
                  <a:close/>
                  <a:moveTo>
                    <a:pt x="5023231" y="13716000"/>
                  </a:moveTo>
                  <a:lnTo>
                    <a:pt x="4972431" y="13716000"/>
                  </a:lnTo>
                  <a:lnTo>
                    <a:pt x="5023231" y="13716000"/>
                  </a:lnTo>
                  <a:close/>
                  <a:moveTo>
                    <a:pt x="4904740" y="13716000"/>
                  </a:moveTo>
                  <a:lnTo>
                    <a:pt x="4853940" y="13716000"/>
                  </a:lnTo>
                  <a:lnTo>
                    <a:pt x="4904740" y="13716000"/>
                  </a:lnTo>
                  <a:close/>
                  <a:moveTo>
                    <a:pt x="4786249" y="13716000"/>
                  </a:moveTo>
                  <a:lnTo>
                    <a:pt x="4735449" y="13716000"/>
                  </a:lnTo>
                  <a:lnTo>
                    <a:pt x="4786249" y="13716000"/>
                  </a:lnTo>
                  <a:close/>
                  <a:moveTo>
                    <a:pt x="4667758" y="13716000"/>
                  </a:moveTo>
                  <a:lnTo>
                    <a:pt x="4616958" y="13716000"/>
                  </a:lnTo>
                  <a:lnTo>
                    <a:pt x="4667758" y="13716000"/>
                  </a:lnTo>
                  <a:close/>
                  <a:moveTo>
                    <a:pt x="4549267" y="13716000"/>
                  </a:moveTo>
                  <a:lnTo>
                    <a:pt x="4498467" y="13716000"/>
                  </a:lnTo>
                  <a:lnTo>
                    <a:pt x="4549267" y="13716000"/>
                  </a:lnTo>
                  <a:close/>
                  <a:moveTo>
                    <a:pt x="4430776" y="13716000"/>
                  </a:moveTo>
                  <a:lnTo>
                    <a:pt x="4379976" y="13716000"/>
                  </a:lnTo>
                  <a:lnTo>
                    <a:pt x="4430776" y="13716000"/>
                  </a:lnTo>
                  <a:close/>
                  <a:moveTo>
                    <a:pt x="4312285" y="13716000"/>
                  </a:moveTo>
                  <a:lnTo>
                    <a:pt x="4261485" y="13716000"/>
                  </a:lnTo>
                  <a:lnTo>
                    <a:pt x="4312285" y="13716000"/>
                  </a:lnTo>
                  <a:close/>
                  <a:moveTo>
                    <a:pt x="4193794" y="13716000"/>
                  </a:moveTo>
                  <a:lnTo>
                    <a:pt x="4142994" y="13716000"/>
                  </a:lnTo>
                  <a:lnTo>
                    <a:pt x="4193794" y="13716000"/>
                  </a:lnTo>
                  <a:close/>
                  <a:moveTo>
                    <a:pt x="4075303" y="13716000"/>
                  </a:moveTo>
                  <a:lnTo>
                    <a:pt x="4024503" y="13716000"/>
                  </a:lnTo>
                  <a:lnTo>
                    <a:pt x="4075303" y="13716000"/>
                  </a:lnTo>
                  <a:close/>
                  <a:moveTo>
                    <a:pt x="3956812" y="13716000"/>
                  </a:moveTo>
                  <a:lnTo>
                    <a:pt x="3906012" y="13716000"/>
                  </a:lnTo>
                  <a:lnTo>
                    <a:pt x="3956812" y="13716000"/>
                  </a:lnTo>
                  <a:close/>
                  <a:moveTo>
                    <a:pt x="3838321" y="13716000"/>
                  </a:moveTo>
                  <a:lnTo>
                    <a:pt x="3787521" y="13716000"/>
                  </a:lnTo>
                  <a:lnTo>
                    <a:pt x="3838321" y="13716000"/>
                  </a:lnTo>
                  <a:close/>
                  <a:moveTo>
                    <a:pt x="3719830" y="13716000"/>
                  </a:moveTo>
                  <a:lnTo>
                    <a:pt x="3669030" y="13716000"/>
                  </a:lnTo>
                  <a:lnTo>
                    <a:pt x="3719830" y="13716000"/>
                  </a:lnTo>
                  <a:close/>
                  <a:moveTo>
                    <a:pt x="3601339" y="13716000"/>
                  </a:moveTo>
                  <a:lnTo>
                    <a:pt x="3550539" y="13716000"/>
                  </a:lnTo>
                  <a:lnTo>
                    <a:pt x="3601339" y="13716000"/>
                  </a:lnTo>
                  <a:close/>
                  <a:moveTo>
                    <a:pt x="3482848" y="13716000"/>
                  </a:moveTo>
                  <a:lnTo>
                    <a:pt x="3432048" y="13716000"/>
                  </a:lnTo>
                  <a:lnTo>
                    <a:pt x="3482848" y="13716000"/>
                  </a:lnTo>
                  <a:close/>
                  <a:moveTo>
                    <a:pt x="3364357" y="13716000"/>
                  </a:moveTo>
                  <a:lnTo>
                    <a:pt x="3313557" y="13716000"/>
                  </a:lnTo>
                  <a:lnTo>
                    <a:pt x="3364357" y="13716000"/>
                  </a:lnTo>
                  <a:close/>
                  <a:moveTo>
                    <a:pt x="3245866" y="13716000"/>
                  </a:moveTo>
                  <a:lnTo>
                    <a:pt x="3195066" y="13716000"/>
                  </a:lnTo>
                  <a:lnTo>
                    <a:pt x="3245866" y="13716000"/>
                  </a:lnTo>
                  <a:close/>
                  <a:moveTo>
                    <a:pt x="3127375" y="13716000"/>
                  </a:moveTo>
                  <a:lnTo>
                    <a:pt x="3076575" y="13716000"/>
                  </a:lnTo>
                  <a:lnTo>
                    <a:pt x="3127375" y="13716000"/>
                  </a:lnTo>
                  <a:close/>
                  <a:moveTo>
                    <a:pt x="3008884" y="13716000"/>
                  </a:moveTo>
                  <a:lnTo>
                    <a:pt x="2958084" y="13716000"/>
                  </a:lnTo>
                  <a:lnTo>
                    <a:pt x="3008884" y="13716000"/>
                  </a:lnTo>
                  <a:close/>
                  <a:moveTo>
                    <a:pt x="2890393" y="13716000"/>
                  </a:moveTo>
                  <a:lnTo>
                    <a:pt x="2839593" y="13716000"/>
                  </a:lnTo>
                  <a:lnTo>
                    <a:pt x="2890393" y="13716000"/>
                  </a:lnTo>
                  <a:close/>
                  <a:moveTo>
                    <a:pt x="2771902" y="13716000"/>
                  </a:moveTo>
                  <a:lnTo>
                    <a:pt x="2721102" y="13716000"/>
                  </a:lnTo>
                  <a:lnTo>
                    <a:pt x="2771902" y="13716000"/>
                  </a:lnTo>
                  <a:close/>
                  <a:moveTo>
                    <a:pt x="2653411" y="13716000"/>
                  </a:moveTo>
                  <a:lnTo>
                    <a:pt x="2602611" y="13716000"/>
                  </a:lnTo>
                  <a:lnTo>
                    <a:pt x="2653411" y="13716000"/>
                  </a:lnTo>
                  <a:close/>
                  <a:moveTo>
                    <a:pt x="2534920" y="13716000"/>
                  </a:moveTo>
                  <a:lnTo>
                    <a:pt x="2484120" y="13716000"/>
                  </a:lnTo>
                  <a:lnTo>
                    <a:pt x="2534920" y="13716000"/>
                  </a:lnTo>
                  <a:close/>
                  <a:moveTo>
                    <a:pt x="2416429" y="13716000"/>
                  </a:moveTo>
                  <a:lnTo>
                    <a:pt x="2365629" y="13716000"/>
                  </a:lnTo>
                  <a:lnTo>
                    <a:pt x="2416429" y="13716000"/>
                  </a:lnTo>
                  <a:close/>
                  <a:moveTo>
                    <a:pt x="2297938" y="13716000"/>
                  </a:moveTo>
                  <a:lnTo>
                    <a:pt x="2247138" y="13716000"/>
                  </a:lnTo>
                  <a:lnTo>
                    <a:pt x="2297938" y="13716000"/>
                  </a:lnTo>
                  <a:close/>
                  <a:moveTo>
                    <a:pt x="2179447" y="13716000"/>
                  </a:moveTo>
                  <a:lnTo>
                    <a:pt x="2128647" y="13716000"/>
                  </a:lnTo>
                  <a:lnTo>
                    <a:pt x="2179447" y="13716000"/>
                  </a:lnTo>
                  <a:close/>
                  <a:moveTo>
                    <a:pt x="2060956" y="13716000"/>
                  </a:moveTo>
                  <a:lnTo>
                    <a:pt x="2010156" y="13716000"/>
                  </a:lnTo>
                  <a:lnTo>
                    <a:pt x="2060956" y="13716000"/>
                  </a:lnTo>
                  <a:close/>
                  <a:moveTo>
                    <a:pt x="1942465" y="13716000"/>
                  </a:moveTo>
                  <a:lnTo>
                    <a:pt x="1891665" y="13716000"/>
                  </a:lnTo>
                  <a:lnTo>
                    <a:pt x="1942465" y="13716000"/>
                  </a:lnTo>
                  <a:close/>
                  <a:moveTo>
                    <a:pt x="1823974" y="13716000"/>
                  </a:moveTo>
                  <a:lnTo>
                    <a:pt x="1773174" y="13716000"/>
                  </a:lnTo>
                  <a:lnTo>
                    <a:pt x="1823974" y="13716000"/>
                  </a:lnTo>
                  <a:close/>
                  <a:moveTo>
                    <a:pt x="1705483" y="13716000"/>
                  </a:moveTo>
                  <a:lnTo>
                    <a:pt x="1654683" y="13716000"/>
                  </a:lnTo>
                  <a:lnTo>
                    <a:pt x="1705483" y="13716000"/>
                  </a:lnTo>
                  <a:close/>
                  <a:moveTo>
                    <a:pt x="1586992" y="13716000"/>
                  </a:moveTo>
                  <a:lnTo>
                    <a:pt x="1536192" y="13716000"/>
                  </a:lnTo>
                  <a:lnTo>
                    <a:pt x="1586992" y="13716000"/>
                  </a:lnTo>
                  <a:close/>
                  <a:moveTo>
                    <a:pt x="1468501" y="13716000"/>
                  </a:moveTo>
                  <a:lnTo>
                    <a:pt x="1417701" y="13716000"/>
                  </a:lnTo>
                  <a:lnTo>
                    <a:pt x="1468501" y="13716000"/>
                  </a:lnTo>
                  <a:close/>
                  <a:moveTo>
                    <a:pt x="1350010" y="13716000"/>
                  </a:moveTo>
                  <a:lnTo>
                    <a:pt x="1299210" y="13716000"/>
                  </a:lnTo>
                  <a:lnTo>
                    <a:pt x="1350010" y="13716000"/>
                  </a:lnTo>
                  <a:close/>
                  <a:moveTo>
                    <a:pt x="1231519" y="13716000"/>
                  </a:moveTo>
                  <a:lnTo>
                    <a:pt x="1193800" y="13716000"/>
                  </a:lnTo>
                  <a:lnTo>
                    <a:pt x="1244600" y="13716000"/>
                  </a:lnTo>
                  <a:close/>
                  <a:moveTo>
                    <a:pt x="1126109" y="13716000"/>
                  </a:moveTo>
                  <a:lnTo>
                    <a:pt x="1075309" y="13716000"/>
                  </a:lnTo>
                  <a:lnTo>
                    <a:pt x="1126109" y="13716000"/>
                  </a:lnTo>
                  <a:close/>
                  <a:moveTo>
                    <a:pt x="1007618" y="13716000"/>
                  </a:moveTo>
                  <a:lnTo>
                    <a:pt x="956818" y="13716000"/>
                  </a:lnTo>
                  <a:lnTo>
                    <a:pt x="1007618" y="13716000"/>
                  </a:lnTo>
                  <a:close/>
                  <a:moveTo>
                    <a:pt x="889127" y="13716000"/>
                  </a:moveTo>
                  <a:lnTo>
                    <a:pt x="838200" y="13716000"/>
                  </a:lnTo>
                  <a:lnTo>
                    <a:pt x="889000" y="13716000"/>
                  </a:lnTo>
                  <a:close/>
                  <a:moveTo>
                    <a:pt x="770509" y="13716000"/>
                  </a:moveTo>
                  <a:lnTo>
                    <a:pt x="719709" y="13716000"/>
                  </a:lnTo>
                  <a:lnTo>
                    <a:pt x="770509" y="13716000"/>
                  </a:lnTo>
                  <a:close/>
                  <a:moveTo>
                    <a:pt x="652018" y="13716000"/>
                  </a:moveTo>
                  <a:lnTo>
                    <a:pt x="601218" y="13716000"/>
                  </a:lnTo>
                  <a:lnTo>
                    <a:pt x="652018" y="13716000"/>
                  </a:lnTo>
                  <a:close/>
                  <a:moveTo>
                    <a:pt x="533527" y="13716000"/>
                  </a:moveTo>
                  <a:lnTo>
                    <a:pt x="482600" y="13716000"/>
                  </a:lnTo>
                  <a:lnTo>
                    <a:pt x="533400" y="13716000"/>
                  </a:lnTo>
                  <a:close/>
                  <a:moveTo>
                    <a:pt x="414909" y="13716000"/>
                  </a:moveTo>
                  <a:lnTo>
                    <a:pt x="364109" y="13716000"/>
                  </a:lnTo>
                  <a:lnTo>
                    <a:pt x="414909" y="13716000"/>
                  </a:lnTo>
                  <a:close/>
                  <a:moveTo>
                    <a:pt x="296418" y="13716000"/>
                  </a:moveTo>
                  <a:lnTo>
                    <a:pt x="245618" y="13716000"/>
                  </a:lnTo>
                  <a:lnTo>
                    <a:pt x="296418" y="13716000"/>
                  </a:lnTo>
                  <a:close/>
                  <a:moveTo>
                    <a:pt x="177927" y="13716000"/>
                  </a:moveTo>
                  <a:lnTo>
                    <a:pt x="127000" y="13716000"/>
                  </a:lnTo>
                  <a:lnTo>
                    <a:pt x="177800" y="13716000"/>
                  </a:lnTo>
                  <a:close/>
                  <a:moveTo>
                    <a:pt x="59309" y="13716000"/>
                  </a:moveTo>
                  <a:lnTo>
                    <a:pt x="8509" y="13716000"/>
                  </a:lnTo>
                  <a:cubicBezTo>
                    <a:pt x="3810" y="13716000"/>
                    <a:pt x="0" y="13712189"/>
                    <a:pt x="0" y="13707490"/>
                  </a:cubicBezTo>
                  <a:lnTo>
                    <a:pt x="16891" y="13707490"/>
                  </a:lnTo>
                  <a:lnTo>
                    <a:pt x="8509" y="13707490"/>
                  </a:lnTo>
                  <a:lnTo>
                    <a:pt x="8509" y="13716000"/>
                  </a:lnTo>
                  <a:lnTo>
                    <a:pt x="59309" y="13716000"/>
                  </a:lnTo>
                  <a:close/>
                  <a:moveTo>
                    <a:pt x="0" y="13639800"/>
                  </a:moveTo>
                  <a:lnTo>
                    <a:pt x="0" y="13589000"/>
                  </a:lnTo>
                  <a:lnTo>
                    <a:pt x="16891" y="13589000"/>
                  </a:lnTo>
                  <a:lnTo>
                    <a:pt x="16891" y="13639800"/>
                  </a:lnTo>
                  <a:close/>
                  <a:moveTo>
                    <a:pt x="0" y="13538200"/>
                  </a:moveTo>
                  <a:lnTo>
                    <a:pt x="0" y="13487400"/>
                  </a:lnTo>
                  <a:lnTo>
                    <a:pt x="16891" y="13487400"/>
                  </a:lnTo>
                  <a:lnTo>
                    <a:pt x="16891" y="13538200"/>
                  </a:lnTo>
                  <a:close/>
                  <a:moveTo>
                    <a:pt x="16891" y="13419710"/>
                  </a:moveTo>
                  <a:lnTo>
                    <a:pt x="16891" y="13368910"/>
                  </a:lnTo>
                  <a:lnTo>
                    <a:pt x="16891" y="13419710"/>
                  </a:lnTo>
                  <a:close/>
                  <a:moveTo>
                    <a:pt x="16891" y="13301218"/>
                  </a:moveTo>
                  <a:lnTo>
                    <a:pt x="16891" y="13250418"/>
                  </a:lnTo>
                  <a:lnTo>
                    <a:pt x="16891" y="13301218"/>
                  </a:lnTo>
                  <a:close/>
                  <a:moveTo>
                    <a:pt x="0" y="13182600"/>
                  </a:moveTo>
                  <a:lnTo>
                    <a:pt x="0" y="13131800"/>
                  </a:lnTo>
                  <a:lnTo>
                    <a:pt x="16891" y="13131800"/>
                  </a:lnTo>
                  <a:lnTo>
                    <a:pt x="16891" y="13182600"/>
                  </a:lnTo>
                  <a:close/>
                  <a:moveTo>
                    <a:pt x="16891" y="13064110"/>
                  </a:moveTo>
                  <a:lnTo>
                    <a:pt x="16891" y="13013310"/>
                  </a:lnTo>
                  <a:lnTo>
                    <a:pt x="16891" y="13064110"/>
                  </a:lnTo>
                  <a:close/>
                  <a:moveTo>
                    <a:pt x="16891" y="12945618"/>
                  </a:moveTo>
                  <a:lnTo>
                    <a:pt x="16891" y="12894818"/>
                  </a:lnTo>
                  <a:lnTo>
                    <a:pt x="16891" y="12945618"/>
                  </a:lnTo>
                  <a:close/>
                  <a:moveTo>
                    <a:pt x="0" y="12827000"/>
                  </a:moveTo>
                  <a:lnTo>
                    <a:pt x="0" y="12776200"/>
                  </a:lnTo>
                  <a:lnTo>
                    <a:pt x="16891" y="12776200"/>
                  </a:lnTo>
                  <a:lnTo>
                    <a:pt x="16891" y="12827000"/>
                  </a:lnTo>
                  <a:close/>
                  <a:moveTo>
                    <a:pt x="16891" y="12708509"/>
                  </a:moveTo>
                  <a:lnTo>
                    <a:pt x="16891" y="12657709"/>
                  </a:lnTo>
                  <a:lnTo>
                    <a:pt x="16891" y="12708509"/>
                  </a:lnTo>
                  <a:close/>
                  <a:moveTo>
                    <a:pt x="16891" y="12590018"/>
                  </a:moveTo>
                  <a:lnTo>
                    <a:pt x="16891" y="12539218"/>
                  </a:lnTo>
                  <a:lnTo>
                    <a:pt x="16891" y="12590018"/>
                  </a:lnTo>
                  <a:close/>
                  <a:moveTo>
                    <a:pt x="0" y="12471400"/>
                  </a:moveTo>
                  <a:lnTo>
                    <a:pt x="0" y="12420600"/>
                  </a:lnTo>
                  <a:lnTo>
                    <a:pt x="16891" y="12420600"/>
                  </a:lnTo>
                  <a:lnTo>
                    <a:pt x="16891" y="12471400"/>
                  </a:lnTo>
                  <a:close/>
                  <a:moveTo>
                    <a:pt x="16891" y="12352909"/>
                  </a:moveTo>
                  <a:lnTo>
                    <a:pt x="16891" y="12302109"/>
                  </a:lnTo>
                  <a:lnTo>
                    <a:pt x="16891" y="12352909"/>
                  </a:lnTo>
                  <a:close/>
                  <a:moveTo>
                    <a:pt x="16891" y="12234418"/>
                  </a:moveTo>
                  <a:lnTo>
                    <a:pt x="16891" y="12183618"/>
                  </a:lnTo>
                  <a:lnTo>
                    <a:pt x="16891" y="12234418"/>
                  </a:lnTo>
                  <a:close/>
                  <a:moveTo>
                    <a:pt x="0" y="12115800"/>
                  </a:moveTo>
                  <a:lnTo>
                    <a:pt x="0" y="12065000"/>
                  </a:lnTo>
                  <a:lnTo>
                    <a:pt x="16891" y="12065000"/>
                  </a:lnTo>
                  <a:lnTo>
                    <a:pt x="16891" y="12115800"/>
                  </a:lnTo>
                  <a:close/>
                  <a:moveTo>
                    <a:pt x="16891" y="11997309"/>
                  </a:moveTo>
                  <a:lnTo>
                    <a:pt x="16891" y="11946509"/>
                  </a:lnTo>
                  <a:lnTo>
                    <a:pt x="16891" y="11997309"/>
                  </a:lnTo>
                  <a:close/>
                  <a:moveTo>
                    <a:pt x="16891" y="11878818"/>
                  </a:moveTo>
                  <a:lnTo>
                    <a:pt x="16891" y="11828018"/>
                  </a:lnTo>
                  <a:lnTo>
                    <a:pt x="16891" y="11878818"/>
                  </a:lnTo>
                  <a:close/>
                  <a:moveTo>
                    <a:pt x="0" y="11760200"/>
                  </a:moveTo>
                  <a:lnTo>
                    <a:pt x="0" y="11709400"/>
                  </a:lnTo>
                  <a:lnTo>
                    <a:pt x="16891" y="11709400"/>
                  </a:lnTo>
                  <a:lnTo>
                    <a:pt x="16891" y="11760200"/>
                  </a:lnTo>
                  <a:close/>
                  <a:moveTo>
                    <a:pt x="16891" y="11641709"/>
                  </a:moveTo>
                  <a:lnTo>
                    <a:pt x="16891" y="11590909"/>
                  </a:lnTo>
                  <a:lnTo>
                    <a:pt x="16891" y="11641709"/>
                  </a:lnTo>
                  <a:close/>
                  <a:moveTo>
                    <a:pt x="16891" y="11523218"/>
                  </a:moveTo>
                  <a:lnTo>
                    <a:pt x="16891" y="11472418"/>
                  </a:lnTo>
                  <a:lnTo>
                    <a:pt x="16891" y="11523218"/>
                  </a:lnTo>
                  <a:close/>
                  <a:moveTo>
                    <a:pt x="0" y="11404600"/>
                  </a:moveTo>
                  <a:lnTo>
                    <a:pt x="0" y="11353800"/>
                  </a:lnTo>
                  <a:lnTo>
                    <a:pt x="16891" y="11353800"/>
                  </a:lnTo>
                  <a:lnTo>
                    <a:pt x="16891" y="11404600"/>
                  </a:lnTo>
                  <a:close/>
                  <a:moveTo>
                    <a:pt x="16891" y="11286109"/>
                  </a:moveTo>
                  <a:lnTo>
                    <a:pt x="16891" y="11235309"/>
                  </a:lnTo>
                  <a:lnTo>
                    <a:pt x="16891" y="11286109"/>
                  </a:lnTo>
                  <a:close/>
                  <a:moveTo>
                    <a:pt x="16891" y="11167618"/>
                  </a:moveTo>
                  <a:lnTo>
                    <a:pt x="16891" y="11116818"/>
                  </a:lnTo>
                  <a:lnTo>
                    <a:pt x="16891" y="11167618"/>
                  </a:lnTo>
                  <a:close/>
                  <a:moveTo>
                    <a:pt x="0" y="11049000"/>
                  </a:moveTo>
                  <a:lnTo>
                    <a:pt x="0" y="10998200"/>
                  </a:lnTo>
                  <a:lnTo>
                    <a:pt x="16891" y="10998200"/>
                  </a:lnTo>
                  <a:lnTo>
                    <a:pt x="16891" y="11049000"/>
                  </a:lnTo>
                  <a:close/>
                  <a:moveTo>
                    <a:pt x="16891" y="10930509"/>
                  </a:moveTo>
                  <a:lnTo>
                    <a:pt x="16891" y="10879709"/>
                  </a:lnTo>
                  <a:lnTo>
                    <a:pt x="16891" y="10930509"/>
                  </a:lnTo>
                  <a:close/>
                  <a:moveTo>
                    <a:pt x="16891" y="10812018"/>
                  </a:moveTo>
                  <a:lnTo>
                    <a:pt x="16891" y="10761218"/>
                  </a:lnTo>
                  <a:lnTo>
                    <a:pt x="16891" y="10812018"/>
                  </a:lnTo>
                  <a:close/>
                  <a:moveTo>
                    <a:pt x="0" y="10693400"/>
                  </a:moveTo>
                  <a:lnTo>
                    <a:pt x="0" y="10642600"/>
                  </a:lnTo>
                  <a:lnTo>
                    <a:pt x="16891" y="10642600"/>
                  </a:lnTo>
                  <a:lnTo>
                    <a:pt x="16891" y="10693400"/>
                  </a:lnTo>
                  <a:close/>
                  <a:moveTo>
                    <a:pt x="16891" y="10574909"/>
                  </a:moveTo>
                  <a:lnTo>
                    <a:pt x="16891" y="10524109"/>
                  </a:lnTo>
                  <a:lnTo>
                    <a:pt x="16891" y="10574909"/>
                  </a:lnTo>
                  <a:close/>
                  <a:moveTo>
                    <a:pt x="16891" y="10456418"/>
                  </a:moveTo>
                  <a:lnTo>
                    <a:pt x="16891" y="10405618"/>
                  </a:lnTo>
                  <a:lnTo>
                    <a:pt x="16891" y="10456418"/>
                  </a:lnTo>
                  <a:close/>
                  <a:moveTo>
                    <a:pt x="0" y="10337800"/>
                  </a:moveTo>
                  <a:lnTo>
                    <a:pt x="0" y="10287000"/>
                  </a:lnTo>
                  <a:lnTo>
                    <a:pt x="16891" y="10287000"/>
                  </a:lnTo>
                  <a:lnTo>
                    <a:pt x="16891" y="10337800"/>
                  </a:lnTo>
                  <a:close/>
                  <a:moveTo>
                    <a:pt x="16891" y="10219309"/>
                  </a:moveTo>
                  <a:lnTo>
                    <a:pt x="16891" y="10168509"/>
                  </a:lnTo>
                  <a:lnTo>
                    <a:pt x="16891" y="10219309"/>
                  </a:lnTo>
                  <a:close/>
                  <a:moveTo>
                    <a:pt x="16891" y="10100818"/>
                  </a:moveTo>
                  <a:lnTo>
                    <a:pt x="16891" y="10050018"/>
                  </a:lnTo>
                  <a:lnTo>
                    <a:pt x="16891" y="10100818"/>
                  </a:lnTo>
                  <a:close/>
                  <a:moveTo>
                    <a:pt x="0" y="9982200"/>
                  </a:moveTo>
                  <a:lnTo>
                    <a:pt x="0" y="9931400"/>
                  </a:lnTo>
                  <a:lnTo>
                    <a:pt x="16891" y="9931400"/>
                  </a:lnTo>
                  <a:lnTo>
                    <a:pt x="16891" y="9982200"/>
                  </a:lnTo>
                  <a:close/>
                  <a:moveTo>
                    <a:pt x="16891" y="9863709"/>
                  </a:moveTo>
                  <a:lnTo>
                    <a:pt x="16891" y="9812909"/>
                  </a:lnTo>
                  <a:lnTo>
                    <a:pt x="16891" y="9863709"/>
                  </a:lnTo>
                  <a:close/>
                  <a:moveTo>
                    <a:pt x="16891" y="9745218"/>
                  </a:moveTo>
                  <a:lnTo>
                    <a:pt x="16891" y="9694418"/>
                  </a:lnTo>
                  <a:lnTo>
                    <a:pt x="16891" y="9745218"/>
                  </a:lnTo>
                  <a:close/>
                  <a:moveTo>
                    <a:pt x="0" y="9626600"/>
                  </a:moveTo>
                  <a:lnTo>
                    <a:pt x="0" y="9575800"/>
                  </a:lnTo>
                  <a:lnTo>
                    <a:pt x="16891" y="9575800"/>
                  </a:lnTo>
                  <a:lnTo>
                    <a:pt x="16891" y="9626600"/>
                  </a:lnTo>
                  <a:close/>
                  <a:moveTo>
                    <a:pt x="16891" y="9508109"/>
                  </a:moveTo>
                  <a:lnTo>
                    <a:pt x="16891" y="9457309"/>
                  </a:lnTo>
                  <a:lnTo>
                    <a:pt x="16891" y="9508109"/>
                  </a:lnTo>
                  <a:close/>
                  <a:moveTo>
                    <a:pt x="16891" y="9389618"/>
                  </a:moveTo>
                  <a:lnTo>
                    <a:pt x="16891" y="9338818"/>
                  </a:lnTo>
                  <a:lnTo>
                    <a:pt x="16891" y="9389618"/>
                  </a:lnTo>
                  <a:close/>
                  <a:moveTo>
                    <a:pt x="0" y="9271000"/>
                  </a:moveTo>
                  <a:lnTo>
                    <a:pt x="0" y="9220200"/>
                  </a:lnTo>
                  <a:lnTo>
                    <a:pt x="16891" y="9220200"/>
                  </a:lnTo>
                  <a:lnTo>
                    <a:pt x="16891" y="9271000"/>
                  </a:lnTo>
                  <a:close/>
                  <a:moveTo>
                    <a:pt x="16891" y="9152509"/>
                  </a:moveTo>
                  <a:lnTo>
                    <a:pt x="16891" y="9101709"/>
                  </a:lnTo>
                  <a:lnTo>
                    <a:pt x="16891" y="9152509"/>
                  </a:lnTo>
                  <a:close/>
                  <a:moveTo>
                    <a:pt x="16891" y="9034018"/>
                  </a:moveTo>
                  <a:lnTo>
                    <a:pt x="16891" y="8983218"/>
                  </a:lnTo>
                  <a:lnTo>
                    <a:pt x="16891" y="9034018"/>
                  </a:lnTo>
                  <a:close/>
                  <a:moveTo>
                    <a:pt x="0" y="8915400"/>
                  </a:moveTo>
                  <a:lnTo>
                    <a:pt x="0" y="8864600"/>
                  </a:lnTo>
                  <a:lnTo>
                    <a:pt x="16891" y="8864600"/>
                  </a:lnTo>
                  <a:lnTo>
                    <a:pt x="16891" y="8915400"/>
                  </a:lnTo>
                  <a:close/>
                  <a:moveTo>
                    <a:pt x="16891" y="8796909"/>
                  </a:moveTo>
                  <a:lnTo>
                    <a:pt x="16891" y="8746109"/>
                  </a:lnTo>
                  <a:lnTo>
                    <a:pt x="16891" y="8796909"/>
                  </a:lnTo>
                  <a:close/>
                  <a:moveTo>
                    <a:pt x="16891" y="8678418"/>
                  </a:moveTo>
                  <a:lnTo>
                    <a:pt x="16891" y="8627618"/>
                  </a:lnTo>
                  <a:lnTo>
                    <a:pt x="16891" y="8678418"/>
                  </a:lnTo>
                  <a:close/>
                  <a:moveTo>
                    <a:pt x="0" y="8559800"/>
                  </a:moveTo>
                  <a:lnTo>
                    <a:pt x="0" y="8509000"/>
                  </a:lnTo>
                  <a:lnTo>
                    <a:pt x="16891" y="8509000"/>
                  </a:lnTo>
                  <a:lnTo>
                    <a:pt x="16891" y="8559800"/>
                  </a:lnTo>
                  <a:close/>
                  <a:moveTo>
                    <a:pt x="16891" y="8441309"/>
                  </a:moveTo>
                  <a:lnTo>
                    <a:pt x="16891" y="8390509"/>
                  </a:lnTo>
                  <a:lnTo>
                    <a:pt x="16891" y="8441309"/>
                  </a:lnTo>
                  <a:close/>
                  <a:moveTo>
                    <a:pt x="16891" y="8322818"/>
                  </a:moveTo>
                  <a:lnTo>
                    <a:pt x="16891" y="8272018"/>
                  </a:lnTo>
                  <a:lnTo>
                    <a:pt x="16891" y="8322818"/>
                  </a:lnTo>
                  <a:close/>
                  <a:moveTo>
                    <a:pt x="0" y="8204200"/>
                  </a:moveTo>
                  <a:lnTo>
                    <a:pt x="0" y="8153400"/>
                  </a:lnTo>
                  <a:lnTo>
                    <a:pt x="16891" y="8153400"/>
                  </a:lnTo>
                  <a:lnTo>
                    <a:pt x="16891" y="8204200"/>
                  </a:lnTo>
                  <a:close/>
                  <a:moveTo>
                    <a:pt x="16891" y="8085709"/>
                  </a:moveTo>
                  <a:lnTo>
                    <a:pt x="16891" y="8034909"/>
                  </a:lnTo>
                  <a:lnTo>
                    <a:pt x="16891" y="8085709"/>
                  </a:lnTo>
                  <a:close/>
                  <a:moveTo>
                    <a:pt x="16891" y="7967218"/>
                  </a:moveTo>
                  <a:lnTo>
                    <a:pt x="16891" y="7916418"/>
                  </a:lnTo>
                  <a:lnTo>
                    <a:pt x="16891" y="7967218"/>
                  </a:lnTo>
                  <a:close/>
                  <a:moveTo>
                    <a:pt x="0" y="7848600"/>
                  </a:moveTo>
                  <a:lnTo>
                    <a:pt x="0" y="7797800"/>
                  </a:lnTo>
                  <a:lnTo>
                    <a:pt x="16891" y="7797800"/>
                  </a:lnTo>
                  <a:lnTo>
                    <a:pt x="16891" y="7848600"/>
                  </a:lnTo>
                  <a:close/>
                  <a:moveTo>
                    <a:pt x="16891" y="7730109"/>
                  </a:moveTo>
                  <a:lnTo>
                    <a:pt x="16891" y="7679309"/>
                  </a:lnTo>
                  <a:lnTo>
                    <a:pt x="16891" y="7730109"/>
                  </a:lnTo>
                  <a:close/>
                  <a:moveTo>
                    <a:pt x="16891" y="7611618"/>
                  </a:moveTo>
                  <a:lnTo>
                    <a:pt x="16891" y="7560818"/>
                  </a:lnTo>
                  <a:lnTo>
                    <a:pt x="16891" y="7611618"/>
                  </a:lnTo>
                  <a:close/>
                  <a:moveTo>
                    <a:pt x="0" y="7493000"/>
                  </a:moveTo>
                  <a:lnTo>
                    <a:pt x="0" y="7442200"/>
                  </a:lnTo>
                  <a:lnTo>
                    <a:pt x="16891" y="7442200"/>
                  </a:lnTo>
                  <a:lnTo>
                    <a:pt x="16891" y="7493000"/>
                  </a:lnTo>
                  <a:close/>
                  <a:moveTo>
                    <a:pt x="16891" y="7374509"/>
                  </a:moveTo>
                  <a:lnTo>
                    <a:pt x="16891" y="7323709"/>
                  </a:lnTo>
                  <a:lnTo>
                    <a:pt x="16891" y="7374509"/>
                  </a:lnTo>
                  <a:close/>
                  <a:moveTo>
                    <a:pt x="16891" y="7256018"/>
                  </a:moveTo>
                  <a:lnTo>
                    <a:pt x="16891" y="7205218"/>
                  </a:lnTo>
                  <a:lnTo>
                    <a:pt x="16891" y="7256018"/>
                  </a:lnTo>
                  <a:close/>
                  <a:moveTo>
                    <a:pt x="0" y="7137400"/>
                  </a:moveTo>
                  <a:lnTo>
                    <a:pt x="0" y="7086600"/>
                  </a:lnTo>
                  <a:lnTo>
                    <a:pt x="16891" y="7086600"/>
                  </a:lnTo>
                  <a:lnTo>
                    <a:pt x="16891" y="7137400"/>
                  </a:lnTo>
                  <a:close/>
                  <a:moveTo>
                    <a:pt x="16891" y="7018909"/>
                  </a:moveTo>
                  <a:lnTo>
                    <a:pt x="16891" y="6968109"/>
                  </a:lnTo>
                  <a:lnTo>
                    <a:pt x="16891" y="7018909"/>
                  </a:lnTo>
                  <a:close/>
                  <a:moveTo>
                    <a:pt x="16891" y="6900418"/>
                  </a:moveTo>
                  <a:lnTo>
                    <a:pt x="16891" y="6849618"/>
                  </a:lnTo>
                  <a:lnTo>
                    <a:pt x="16891" y="6900418"/>
                  </a:lnTo>
                  <a:close/>
                  <a:moveTo>
                    <a:pt x="0" y="6781800"/>
                  </a:moveTo>
                  <a:lnTo>
                    <a:pt x="0" y="6731000"/>
                  </a:lnTo>
                  <a:lnTo>
                    <a:pt x="16891" y="6731000"/>
                  </a:lnTo>
                  <a:lnTo>
                    <a:pt x="16891" y="6781800"/>
                  </a:lnTo>
                  <a:close/>
                  <a:moveTo>
                    <a:pt x="16891" y="6663309"/>
                  </a:moveTo>
                  <a:lnTo>
                    <a:pt x="16891" y="6612509"/>
                  </a:lnTo>
                  <a:lnTo>
                    <a:pt x="16891" y="6663309"/>
                  </a:lnTo>
                  <a:close/>
                  <a:moveTo>
                    <a:pt x="16891" y="6544818"/>
                  </a:moveTo>
                  <a:lnTo>
                    <a:pt x="16891" y="6494018"/>
                  </a:lnTo>
                  <a:lnTo>
                    <a:pt x="16891" y="6544818"/>
                  </a:lnTo>
                  <a:close/>
                  <a:moveTo>
                    <a:pt x="0" y="6426200"/>
                  </a:moveTo>
                  <a:lnTo>
                    <a:pt x="0" y="6375400"/>
                  </a:lnTo>
                  <a:lnTo>
                    <a:pt x="16891" y="6375400"/>
                  </a:lnTo>
                  <a:lnTo>
                    <a:pt x="16891" y="6426200"/>
                  </a:lnTo>
                  <a:close/>
                  <a:moveTo>
                    <a:pt x="16891" y="6307709"/>
                  </a:moveTo>
                  <a:lnTo>
                    <a:pt x="16891" y="6256909"/>
                  </a:lnTo>
                  <a:lnTo>
                    <a:pt x="16891" y="6307709"/>
                  </a:lnTo>
                  <a:close/>
                  <a:moveTo>
                    <a:pt x="16891" y="6189218"/>
                  </a:moveTo>
                  <a:lnTo>
                    <a:pt x="16891" y="6138418"/>
                  </a:lnTo>
                  <a:lnTo>
                    <a:pt x="16891" y="6189218"/>
                  </a:lnTo>
                  <a:close/>
                  <a:moveTo>
                    <a:pt x="0" y="6070600"/>
                  </a:moveTo>
                  <a:lnTo>
                    <a:pt x="0" y="6019800"/>
                  </a:lnTo>
                  <a:lnTo>
                    <a:pt x="16891" y="6019800"/>
                  </a:lnTo>
                  <a:lnTo>
                    <a:pt x="16891" y="6070600"/>
                  </a:lnTo>
                  <a:close/>
                  <a:moveTo>
                    <a:pt x="16891" y="5952109"/>
                  </a:moveTo>
                  <a:lnTo>
                    <a:pt x="16891" y="5901309"/>
                  </a:lnTo>
                  <a:lnTo>
                    <a:pt x="16891" y="5952109"/>
                  </a:lnTo>
                  <a:close/>
                  <a:moveTo>
                    <a:pt x="16891" y="5833618"/>
                  </a:moveTo>
                  <a:lnTo>
                    <a:pt x="16891" y="5782818"/>
                  </a:lnTo>
                  <a:lnTo>
                    <a:pt x="16891" y="5833618"/>
                  </a:lnTo>
                  <a:close/>
                  <a:moveTo>
                    <a:pt x="0" y="5715000"/>
                  </a:moveTo>
                  <a:lnTo>
                    <a:pt x="0" y="5664200"/>
                  </a:lnTo>
                  <a:lnTo>
                    <a:pt x="16891" y="5664200"/>
                  </a:lnTo>
                  <a:lnTo>
                    <a:pt x="16891" y="5715000"/>
                  </a:lnTo>
                  <a:close/>
                  <a:moveTo>
                    <a:pt x="16891" y="5596509"/>
                  </a:moveTo>
                  <a:lnTo>
                    <a:pt x="16891" y="5545709"/>
                  </a:lnTo>
                  <a:lnTo>
                    <a:pt x="16891" y="5596509"/>
                  </a:lnTo>
                  <a:close/>
                  <a:moveTo>
                    <a:pt x="16891" y="5478018"/>
                  </a:moveTo>
                  <a:lnTo>
                    <a:pt x="16891" y="5427218"/>
                  </a:lnTo>
                  <a:lnTo>
                    <a:pt x="16891" y="5478018"/>
                  </a:lnTo>
                  <a:close/>
                  <a:moveTo>
                    <a:pt x="0" y="5359400"/>
                  </a:moveTo>
                  <a:lnTo>
                    <a:pt x="0" y="5308600"/>
                  </a:lnTo>
                  <a:lnTo>
                    <a:pt x="16891" y="5308600"/>
                  </a:lnTo>
                  <a:lnTo>
                    <a:pt x="16891" y="5359400"/>
                  </a:lnTo>
                  <a:close/>
                  <a:moveTo>
                    <a:pt x="16891" y="5240909"/>
                  </a:moveTo>
                  <a:lnTo>
                    <a:pt x="16891" y="5190109"/>
                  </a:lnTo>
                  <a:lnTo>
                    <a:pt x="16891" y="5240909"/>
                  </a:lnTo>
                  <a:close/>
                  <a:moveTo>
                    <a:pt x="16891" y="5122418"/>
                  </a:moveTo>
                  <a:lnTo>
                    <a:pt x="16891" y="5071618"/>
                  </a:lnTo>
                  <a:lnTo>
                    <a:pt x="16891" y="5122418"/>
                  </a:lnTo>
                  <a:close/>
                  <a:moveTo>
                    <a:pt x="0" y="5003800"/>
                  </a:moveTo>
                  <a:lnTo>
                    <a:pt x="0" y="4953000"/>
                  </a:lnTo>
                  <a:lnTo>
                    <a:pt x="16891" y="4953000"/>
                  </a:lnTo>
                  <a:lnTo>
                    <a:pt x="16891" y="5003800"/>
                  </a:lnTo>
                  <a:close/>
                  <a:moveTo>
                    <a:pt x="16891" y="4885309"/>
                  </a:moveTo>
                  <a:lnTo>
                    <a:pt x="16891" y="4834509"/>
                  </a:lnTo>
                  <a:lnTo>
                    <a:pt x="16891" y="4885309"/>
                  </a:lnTo>
                  <a:close/>
                  <a:moveTo>
                    <a:pt x="16891" y="4766818"/>
                  </a:moveTo>
                  <a:lnTo>
                    <a:pt x="16891" y="4716018"/>
                  </a:lnTo>
                  <a:lnTo>
                    <a:pt x="16891" y="4766818"/>
                  </a:lnTo>
                  <a:close/>
                  <a:moveTo>
                    <a:pt x="0" y="4648200"/>
                  </a:moveTo>
                  <a:lnTo>
                    <a:pt x="0" y="4597400"/>
                  </a:lnTo>
                  <a:lnTo>
                    <a:pt x="16891" y="4597400"/>
                  </a:lnTo>
                  <a:lnTo>
                    <a:pt x="16891" y="4648200"/>
                  </a:lnTo>
                  <a:close/>
                  <a:moveTo>
                    <a:pt x="16891" y="4529709"/>
                  </a:moveTo>
                  <a:lnTo>
                    <a:pt x="16891" y="4478909"/>
                  </a:lnTo>
                  <a:lnTo>
                    <a:pt x="16891" y="4529709"/>
                  </a:lnTo>
                  <a:close/>
                  <a:moveTo>
                    <a:pt x="16891" y="4411218"/>
                  </a:moveTo>
                  <a:lnTo>
                    <a:pt x="16891" y="4360418"/>
                  </a:lnTo>
                  <a:lnTo>
                    <a:pt x="16891" y="4411218"/>
                  </a:lnTo>
                  <a:close/>
                  <a:moveTo>
                    <a:pt x="0" y="4292600"/>
                  </a:moveTo>
                  <a:lnTo>
                    <a:pt x="0" y="4241800"/>
                  </a:lnTo>
                  <a:lnTo>
                    <a:pt x="16891" y="4241800"/>
                  </a:lnTo>
                  <a:lnTo>
                    <a:pt x="16891" y="4292600"/>
                  </a:lnTo>
                  <a:close/>
                  <a:moveTo>
                    <a:pt x="16891" y="4174109"/>
                  </a:moveTo>
                  <a:lnTo>
                    <a:pt x="16891" y="4123309"/>
                  </a:lnTo>
                  <a:lnTo>
                    <a:pt x="16891" y="4174109"/>
                  </a:lnTo>
                  <a:close/>
                  <a:moveTo>
                    <a:pt x="16891" y="4055618"/>
                  </a:moveTo>
                  <a:lnTo>
                    <a:pt x="16891" y="4004818"/>
                  </a:lnTo>
                  <a:lnTo>
                    <a:pt x="16891" y="4055618"/>
                  </a:lnTo>
                  <a:close/>
                  <a:moveTo>
                    <a:pt x="0" y="3937000"/>
                  </a:moveTo>
                  <a:lnTo>
                    <a:pt x="0" y="3886200"/>
                  </a:lnTo>
                  <a:lnTo>
                    <a:pt x="16891" y="3886200"/>
                  </a:lnTo>
                  <a:lnTo>
                    <a:pt x="16891" y="3937000"/>
                  </a:lnTo>
                  <a:close/>
                  <a:moveTo>
                    <a:pt x="16891" y="3818509"/>
                  </a:moveTo>
                  <a:lnTo>
                    <a:pt x="16891" y="3767709"/>
                  </a:lnTo>
                  <a:lnTo>
                    <a:pt x="16891" y="3818509"/>
                  </a:lnTo>
                  <a:close/>
                  <a:moveTo>
                    <a:pt x="16891" y="3700018"/>
                  </a:moveTo>
                  <a:lnTo>
                    <a:pt x="16891" y="3649218"/>
                  </a:lnTo>
                  <a:lnTo>
                    <a:pt x="16891" y="3700018"/>
                  </a:lnTo>
                  <a:close/>
                  <a:moveTo>
                    <a:pt x="0" y="3581400"/>
                  </a:moveTo>
                  <a:lnTo>
                    <a:pt x="0" y="3530600"/>
                  </a:lnTo>
                  <a:lnTo>
                    <a:pt x="16891" y="3530600"/>
                  </a:lnTo>
                  <a:lnTo>
                    <a:pt x="16891" y="3581400"/>
                  </a:lnTo>
                  <a:close/>
                  <a:moveTo>
                    <a:pt x="16891" y="3462909"/>
                  </a:moveTo>
                  <a:lnTo>
                    <a:pt x="16891" y="3412109"/>
                  </a:lnTo>
                  <a:lnTo>
                    <a:pt x="16891" y="3462909"/>
                  </a:lnTo>
                  <a:close/>
                  <a:moveTo>
                    <a:pt x="16891" y="3344418"/>
                  </a:moveTo>
                  <a:lnTo>
                    <a:pt x="16891" y="3293618"/>
                  </a:lnTo>
                  <a:lnTo>
                    <a:pt x="16891" y="3344418"/>
                  </a:lnTo>
                  <a:close/>
                  <a:moveTo>
                    <a:pt x="0" y="3225800"/>
                  </a:moveTo>
                  <a:lnTo>
                    <a:pt x="0" y="3175000"/>
                  </a:lnTo>
                  <a:lnTo>
                    <a:pt x="16891" y="3175000"/>
                  </a:lnTo>
                  <a:lnTo>
                    <a:pt x="16891" y="3225800"/>
                  </a:lnTo>
                  <a:close/>
                  <a:moveTo>
                    <a:pt x="16891" y="3107309"/>
                  </a:moveTo>
                  <a:lnTo>
                    <a:pt x="16891" y="3056509"/>
                  </a:lnTo>
                  <a:lnTo>
                    <a:pt x="16891" y="3107309"/>
                  </a:lnTo>
                  <a:close/>
                  <a:moveTo>
                    <a:pt x="16891" y="2988818"/>
                  </a:moveTo>
                  <a:lnTo>
                    <a:pt x="16891" y="2938018"/>
                  </a:lnTo>
                  <a:lnTo>
                    <a:pt x="16891" y="2988818"/>
                  </a:lnTo>
                  <a:close/>
                  <a:moveTo>
                    <a:pt x="0" y="2870200"/>
                  </a:moveTo>
                  <a:lnTo>
                    <a:pt x="0" y="2819400"/>
                  </a:lnTo>
                  <a:lnTo>
                    <a:pt x="16891" y="2819400"/>
                  </a:lnTo>
                  <a:lnTo>
                    <a:pt x="16891" y="2870200"/>
                  </a:lnTo>
                  <a:close/>
                  <a:moveTo>
                    <a:pt x="16891" y="2751709"/>
                  </a:moveTo>
                  <a:lnTo>
                    <a:pt x="16891" y="2700909"/>
                  </a:lnTo>
                  <a:lnTo>
                    <a:pt x="16891" y="2751709"/>
                  </a:lnTo>
                  <a:close/>
                  <a:moveTo>
                    <a:pt x="16891" y="2633218"/>
                  </a:moveTo>
                  <a:lnTo>
                    <a:pt x="16891" y="2582418"/>
                  </a:lnTo>
                  <a:lnTo>
                    <a:pt x="16891" y="2633218"/>
                  </a:lnTo>
                  <a:close/>
                  <a:moveTo>
                    <a:pt x="0" y="2514600"/>
                  </a:moveTo>
                  <a:lnTo>
                    <a:pt x="0" y="2463800"/>
                  </a:lnTo>
                  <a:lnTo>
                    <a:pt x="16891" y="2463800"/>
                  </a:lnTo>
                  <a:lnTo>
                    <a:pt x="16891" y="2514600"/>
                  </a:lnTo>
                  <a:close/>
                  <a:moveTo>
                    <a:pt x="16891" y="2396109"/>
                  </a:moveTo>
                  <a:lnTo>
                    <a:pt x="16891" y="2345309"/>
                  </a:lnTo>
                  <a:lnTo>
                    <a:pt x="16891" y="2396109"/>
                  </a:lnTo>
                  <a:close/>
                  <a:moveTo>
                    <a:pt x="16891" y="2277618"/>
                  </a:moveTo>
                  <a:lnTo>
                    <a:pt x="16891" y="2226818"/>
                  </a:lnTo>
                  <a:lnTo>
                    <a:pt x="16891" y="2277618"/>
                  </a:lnTo>
                  <a:close/>
                  <a:moveTo>
                    <a:pt x="0" y="2159000"/>
                  </a:moveTo>
                  <a:lnTo>
                    <a:pt x="0" y="2108200"/>
                  </a:lnTo>
                  <a:lnTo>
                    <a:pt x="16891" y="2108200"/>
                  </a:lnTo>
                  <a:lnTo>
                    <a:pt x="16891" y="2159000"/>
                  </a:lnTo>
                  <a:close/>
                  <a:moveTo>
                    <a:pt x="16891" y="2040509"/>
                  </a:moveTo>
                  <a:lnTo>
                    <a:pt x="16891" y="1989709"/>
                  </a:lnTo>
                  <a:lnTo>
                    <a:pt x="16891" y="2040509"/>
                  </a:lnTo>
                  <a:close/>
                  <a:moveTo>
                    <a:pt x="16891" y="1922018"/>
                  </a:moveTo>
                  <a:lnTo>
                    <a:pt x="16891" y="1871218"/>
                  </a:lnTo>
                  <a:lnTo>
                    <a:pt x="16891" y="1922018"/>
                  </a:lnTo>
                  <a:close/>
                  <a:moveTo>
                    <a:pt x="0" y="1803400"/>
                  </a:moveTo>
                  <a:lnTo>
                    <a:pt x="0" y="1752600"/>
                  </a:lnTo>
                  <a:lnTo>
                    <a:pt x="16891" y="1752600"/>
                  </a:lnTo>
                  <a:lnTo>
                    <a:pt x="16891" y="1803400"/>
                  </a:lnTo>
                  <a:close/>
                  <a:moveTo>
                    <a:pt x="16891" y="1684909"/>
                  </a:moveTo>
                  <a:lnTo>
                    <a:pt x="16891" y="1634109"/>
                  </a:lnTo>
                  <a:lnTo>
                    <a:pt x="16891" y="1684909"/>
                  </a:lnTo>
                  <a:close/>
                  <a:moveTo>
                    <a:pt x="16891" y="1566418"/>
                  </a:moveTo>
                  <a:lnTo>
                    <a:pt x="16891" y="1515618"/>
                  </a:lnTo>
                  <a:lnTo>
                    <a:pt x="16891" y="1566418"/>
                  </a:lnTo>
                  <a:close/>
                  <a:moveTo>
                    <a:pt x="0" y="1447800"/>
                  </a:moveTo>
                  <a:lnTo>
                    <a:pt x="0" y="1397000"/>
                  </a:lnTo>
                  <a:lnTo>
                    <a:pt x="16891" y="1397000"/>
                  </a:lnTo>
                  <a:lnTo>
                    <a:pt x="16891" y="1447800"/>
                  </a:lnTo>
                  <a:close/>
                  <a:moveTo>
                    <a:pt x="16891" y="1329309"/>
                  </a:moveTo>
                  <a:lnTo>
                    <a:pt x="16891" y="1278509"/>
                  </a:lnTo>
                  <a:lnTo>
                    <a:pt x="16891" y="1329309"/>
                  </a:lnTo>
                  <a:close/>
                  <a:moveTo>
                    <a:pt x="16891" y="1210818"/>
                  </a:moveTo>
                  <a:lnTo>
                    <a:pt x="16891" y="1160018"/>
                  </a:lnTo>
                  <a:lnTo>
                    <a:pt x="16891" y="1210818"/>
                  </a:lnTo>
                  <a:close/>
                  <a:moveTo>
                    <a:pt x="0" y="1092200"/>
                  </a:moveTo>
                  <a:lnTo>
                    <a:pt x="0" y="1041400"/>
                  </a:lnTo>
                  <a:lnTo>
                    <a:pt x="16891" y="1041400"/>
                  </a:lnTo>
                  <a:lnTo>
                    <a:pt x="16891" y="1092200"/>
                  </a:lnTo>
                  <a:close/>
                  <a:moveTo>
                    <a:pt x="16891" y="973709"/>
                  </a:moveTo>
                  <a:lnTo>
                    <a:pt x="16891" y="922909"/>
                  </a:lnTo>
                  <a:lnTo>
                    <a:pt x="16891" y="973709"/>
                  </a:lnTo>
                  <a:close/>
                  <a:moveTo>
                    <a:pt x="16891" y="855218"/>
                  </a:moveTo>
                  <a:lnTo>
                    <a:pt x="16891" y="804418"/>
                  </a:lnTo>
                  <a:lnTo>
                    <a:pt x="16891" y="855218"/>
                  </a:lnTo>
                  <a:close/>
                  <a:moveTo>
                    <a:pt x="0" y="736600"/>
                  </a:moveTo>
                  <a:lnTo>
                    <a:pt x="0" y="685800"/>
                  </a:lnTo>
                  <a:lnTo>
                    <a:pt x="16891" y="685800"/>
                  </a:lnTo>
                  <a:lnTo>
                    <a:pt x="16891" y="736600"/>
                  </a:lnTo>
                  <a:close/>
                  <a:moveTo>
                    <a:pt x="16891" y="618109"/>
                  </a:moveTo>
                  <a:lnTo>
                    <a:pt x="16891" y="567309"/>
                  </a:lnTo>
                  <a:lnTo>
                    <a:pt x="16891" y="618109"/>
                  </a:lnTo>
                  <a:close/>
                  <a:moveTo>
                    <a:pt x="16891" y="499618"/>
                  </a:moveTo>
                  <a:lnTo>
                    <a:pt x="16891" y="448818"/>
                  </a:lnTo>
                  <a:lnTo>
                    <a:pt x="16891" y="499618"/>
                  </a:lnTo>
                  <a:close/>
                  <a:moveTo>
                    <a:pt x="0" y="381000"/>
                  </a:moveTo>
                  <a:lnTo>
                    <a:pt x="0" y="330200"/>
                  </a:lnTo>
                  <a:lnTo>
                    <a:pt x="16891" y="330200"/>
                  </a:lnTo>
                  <a:lnTo>
                    <a:pt x="16891" y="381000"/>
                  </a:lnTo>
                  <a:close/>
                  <a:moveTo>
                    <a:pt x="16891" y="262509"/>
                  </a:moveTo>
                  <a:lnTo>
                    <a:pt x="16891" y="211709"/>
                  </a:lnTo>
                  <a:lnTo>
                    <a:pt x="16891" y="262509"/>
                  </a:lnTo>
                  <a:close/>
                  <a:moveTo>
                    <a:pt x="16891" y="144018"/>
                  </a:moveTo>
                  <a:lnTo>
                    <a:pt x="16891" y="93218"/>
                  </a:lnTo>
                  <a:lnTo>
                    <a:pt x="16891" y="144018"/>
                  </a:lnTo>
                  <a:close/>
                  <a:moveTo>
                    <a:pt x="0" y="25400"/>
                  </a:moveTo>
                  <a:lnTo>
                    <a:pt x="0" y="8509"/>
                  </a:lnTo>
                  <a:cubicBezTo>
                    <a:pt x="0" y="3810"/>
                    <a:pt x="3810" y="0"/>
                    <a:pt x="8509" y="0"/>
                  </a:cubicBezTo>
                  <a:lnTo>
                    <a:pt x="59309" y="0"/>
                  </a:lnTo>
                  <a:lnTo>
                    <a:pt x="59309" y="16891"/>
                  </a:lnTo>
                  <a:lnTo>
                    <a:pt x="8509" y="16891"/>
                  </a:lnTo>
                  <a:lnTo>
                    <a:pt x="8509" y="8509"/>
                  </a:lnTo>
                  <a:lnTo>
                    <a:pt x="17018" y="8509"/>
                  </a:lnTo>
                  <a:lnTo>
                    <a:pt x="17018" y="25400"/>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45" name="Group 8"/>
          <p:cNvGrpSpPr/>
          <p:nvPr/>
        </p:nvGrpSpPr>
        <p:grpSpPr>
          <a:xfrm>
            <a:off x="1645920" y="991440"/>
            <a:ext cx="6949080" cy="654120"/>
            <a:chOff x="1645920" y="991440"/>
            <a:chExt cx="6949080" cy="654120"/>
          </a:xfrm>
        </p:grpSpPr>
        <p:sp>
          <p:nvSpPr>
            <p:cNvPr id="146" name="Freeform 9"/>
            <p:cNvSpPr/>
            <p:nvPr/>
          </p:nvSpPr>
          <p:spPr>
            <a:xfrm>
              <a:off x="1645920" y="1005840"/>
              <a:ext cx="6949080" cy="639720"/>
            </a:xfrm>
            <a:custGeom>
              <a:avLst/>
              <a:gdLst>
                <a:gd name="textAreaLeft" fmla="*/ 0 w 6949080"/>
                <a:gd name="textAreaRight" fmla="*/ 6949440 w 6949080"/>
                <a:gd name="textAreaTop" fmla="*/ 0 h 639720"/>
                <a:gd name="textAreaBottom" fmla="*/ 640080 h 639720"/>
              </a:gdLst>
              <a:ahLst/>
              <a:rect l="textAreaLeft" t="textAreaTop" r="textAreaRight" b="textAreaBottom"/>
              <a:pathLst>
                <a:path w="9265920" h="853440">
                  <a:moveTo>
                    <a:pt x="0" y="0"/>
                  </a:moveTo>
                  <a:lnTo>
                    <a:pt x="9265920" y="0"/>
                  </a:lnTo>
                  <a:lnTo>
                    <a:pt x="9265920" y="853440"/>
                  </a:lnTo>
                  <a:lnTo>
                    <a:pt x="0" y="85344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7" name="TextBox 10"/>
            <p:cNvSpPr/>
            <p:nvPr/>
          </p:nvSpPr>
          <p:spPr>
            <a:xfrm>
              <a:off x="1645920" y="991440"/>
              <a:ext cx="6949080" cy="65412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599" strike="noStrike">
                  <a:solidFill>
                    <a:srgbClr val="f4a261"/>
                  </a:solidFill>
                  <a:latin typeface="Trebuchet MS Bold"/>
                  <a:ea typeface="Trebuchet MS Bold"/>
                </a:rPr>
                <a:t>Coined 1956, John McCarthy</a:t>
              </a:r>
              <a:endParaRPr b="0" lang="en-US" sz="2000" spc="-1" strike="noStrike">
                <a:solidFill>
                  <a:srgbClr val="ffffff"/>
                </a:solidFill>
                <a:latin typeface="Arial"/>
              </a:endParaRPr>
            </a:p>
          </p:txBody>
        </p:sp>
      </p:grpSp>
      <p:grpSp>
        <p:nvGrpSpPr>
          <p:cNvPr id="148" name="Group 11"/>
          <p:cNvGrpSpPr/>
          <p:nvPr/>
        </p:nvGrpSpPr>
        <p:grpSpPr>
          <a:xfrm>
            <a:off x="1645920" y="1675440"/>
            <a:ext cx="6949080" cy="3390120"/>
            <a:chOff x="1645920" y="1675440"/>
            <a:chExt cx="6949080" cy="3390120"/>
          </a:xfrm>
        </p:grpSpPr>
        <p:sp>
          <p:nvSpPr>
            <p:cNvPr id="149" name="Freeform 12"/>
            <p:cNvSpPr/>
            <p:nvPr/>
          </p:nvSpPr>
          <p:spPr>
            <a:xfrm>
              <a:off x="1645920" y="1682640"/>
              <a:ext cx="6949080" cy="3382920"/>
            </a:xfrm>
            <a:custGeom>
              <a:avLst/>
              <a:gdLst>
                <a:gd name="textAreaLeft" fmla="*/ 0 w 6949080"/>
                <a:gd name="textAreaRight" fmla="*/ 6949440 w 6949080"/>
                <a:gd name="textAreaTop" fmla="*/ 0 h 3382920"/>
                <a:gd name="textAreaBottom" fmla="*/ 3383280 h 3382920"/>
              </a:gdLst>
              <a:ahLst/>
              <a:rect l="textAreaLeft" t="textAreaTop" r="textAreaRight" b="textAreaBottom"/>
              <a:pathLst>
                <a:path w="9265920" h="4511040">
                  <a:moveTo>
                    <a:pt x="0" y="0"/>
                  </a:moveTo>
                  <a:lnTo>
                    <a:pt x="9265920" y="0"/>
                  </a:lnTo>
                  <a:lnTo>
                    <a:pt x="9265920" y="4511040"/>
                  </a:lnTo>
                  <a:lnTo>
                    <a:pt x="0" y="451104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0" name="TextBox 13"/>
            <p:cNvSpPr/>
            <p:nvPr/>
          </p:nvSpPr>
          <p:spPr>
            <a:xfrm>
              <a:off x="1645920" y="1675440"/>
              <a:ext cx="6949080" cy="3390120"/>
            </a:xfrm>
            <a:prstGeom prst="rect">
              <a:avLst/>
            </a:prstGeom>
            <a:noFill/>
            <a:ln w="0">
              <a:noFill/>
            </a:ln>
          </p:spPr>
          <p:style>
            <a:lnRef idx="0"/>
            <a:fillRef idx="0"/>
            <a:effectRef idx="0"/>
            <a:fontRef idx="minor"/>
          </p:style>
          <p:txBody>
            <a:bodyPr lIns="0" rIns="0" tIns="0" bIns="0" anchor="ctr">
              <a:noAutofit/>
            </a:bodyPr>
            <a:p>
              <a:pPr defTabSz="914400">
                <a:lnSpc>
                  <a:spcPts val="31201"/>
                </a:lnSpc>
              </a:pPr>
              <a:r>
                <a:rPr b="1" lang="en-US" sz="26000" spc="-1" strike="noStrike">
                  <a:solidFill>
                    <a:srgbClr val="ffffff"/>
                  </a:solidFill>
                  <a:latin typeface="Trebuchet MS Bold"/>
                  <a:ea typeface="Trebuchet MS Bold"/>
                </a:rPr>
                <a:t>AI</a:t>
              </a:r>
              <a:endParaRPr b="0" lang="en-US" sz="26000" spc="-1" strike="noStrike">
                <a:solidFill>
                  <a:srgbClr val="ffffff"/>
                </a:solidFill>
                <a:latin typeface="Arial"/>
              </a:endParaRPr>
            </a:p>
          </p:txBody>
        </p:sp>
      </p:grpSp>
      <p:grpSp>
        <p:nvGrpSpPr>
          <p:cNvPr id="151" name="Group 14"/>
          <p:cNvGrpSpPr/>
          <p:nvPr/>
        </p:nvGrpSpPr>
        <p:grpSpPr>
          <a:xfrm>
            <a:off x="1645920" y="5113440"/>
            <a:ext cx="6949080" cy="1012680"/>
            <a:chOff x="1645920" y="5113440"/>
            <a:chExt cx="6949080" cy="1012680"/>
          </a:xfrm>
        </p:grpSpPr>
        <p:sp>
          <p:nvSpPr>
            <p:cNvPr id="152" name="Freeform 15"/>
            <p:cNvSpPr/>
            <p:nvPr/>
          </p:nvSpPr>
          <p:spPr>
            <a:xfrm>
              <a:off x="1645920" y="5120640"/>
              <a:ext cx="6949080" cy="1005480"/>
            </a:xfrm>
            <a:custGeom>
              <a:avLst/>
              <a:gdLst>
                <a:gd name="textAreaLeft" fmla="*/ 0 w 6949080"/>
                <a:gd name="textAreaRight" fmla="*/ 6949440 w 6949080"/>
                <a:gd name="textAreaTop" fmla="*/ 0 h 1005480"/>
                <a:gd name="textAreaBottom" fmla="*/ 1005840 h 1005480"/>
              </a:gdLst>
              <a:ahLst/>
              <a:rect l="textAreaLeft" t="textAreaTop" r="textAreaRight" b="textAreaBottom"/>
              <a:pathLst>
                <a:path w="9265920" h="1341120">
                  <a:moveTo>
                    <a:pt x="0" y="0"/>
                  </a:moveTo>
                  <a:lnTo>
                    <a:pt x="9265920" y="0"/>
                  </a:lnTo>
                  <a:lnTo>
                    <a:pt x="9265920" y="1341120"/>
                  </a:lnTo>
                  <a:lnTo>
                    <a:pt x="0" y="134112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3" name="TextBox 16"/>
            <p:cNvSpPr/>
            <p:nvPr/>
          </p:nvSpPr>
          <p:spPr>
            <a:xfrm>
              <a:off x="1645920" y="5113440"/>
              <a:ext cx="6949080" cy="1012680"/>
            </a:xfrm>
            <a:prstGeom prst="rect">
              <a:avLst/>
            </a:prstGeom>
            <a:noFill/>
            <a:ln w="0">
              <a:noFill/>
            </a:ln>
          </p:spPr>
          <p:style>
            <a:lnRef idx="0"/>
            <a:fillRef idx="0"/>
            <a:effectRef idx="0"/>
            <a:fontRef idx="minor"/>
          </p:style>
          <p:txBody>
            <a:bodyPr lIns="0" rIns="0" tIns="0" bIns="0" anchor="ctr">
              <a:noAutofit/>
            </a:bodyPr>
            <a:p>
              <a:pPr defTabSz="914400">
                <a:lnSpc>
                  <a:spcPts val="3600"/>
                </a:lnSpc>
              </a:pPr>
              <a:r>
                <a:rPr b="1" lang="en-US" sz="3000" spc="-1" strike="noStrike">
                  <a:solidFill>
                    <a:srgbClr val="f4a261"/>
                  </a:solidFill>
                  <a:latin typeface="Trebuchet MS Bold"/>
                  <a:ea typeface="Trebuchet MS Bold"/>
                </a:rPr>
                <a:t>Machines that learn patterns from data.</a:t>
              </a:r>
              <a:endParaRPr b="0" lang="en-US" sz="3000" spc="-1" strike="noStrike">
                <a:solidFill>
                  <a:srgbClr val="ffffff"/>
                </a:solidFill>
                <a:latin typeface="Arial"/>
              </a:endParaRPr>
            </a:p>
          </p:txBody>
        </p:sp>
      </p:grpSp>
      <p:grpSp>
        <p:nvGrpSpPr>
          <p:cNvPr id="154" name="Group 17"/>
          <p:cNvGrpSpPr/>
          <p:nvPr/>
        </p:nvGrpSpPr>
        <p:grpSpPr>
          <a:xfrm>
            <a:off x="1633320" y="6241680"/>
            <a:ext cx="1670760" cy="116280"/>
            <a:chOff x="1633320" y="6241680"/>
            <a:chExt cx="1670760" cy="116280"/>
          </a:xfrm>
        </p:grpSpPr>
        <p:sp>
          <p:nvSpPr>
            <p:cNvPr id="155" name="Freeform 18"/>
            <p:cNvSpPr/>
            <p:nvPr/>
          </p:nvSpPr>
          <p:spPr>
            <a:xfrm>
              <a:off x="1645920" y="6254640"/>
              <a:ext cx="1645560" cy="91080"/>
            </a:xfrm>
            <a:custGeom>
              <a:avLst/>
              <a:gdLst>
                <a:gd name="textAreaLeft" fmla="*/ 0 w 1645560"/>
                <a:gd name="textAreaRight" fmla="*/ 1645920 w 1645560"/>
                <a:gd name="textAreaTop" fmla="*/ 0 h 91080"/>
                <a:gd name="textAreaBottom" fmla="*/ 91440 h 91080"/>
              </a:gdLst>
              <a:ahLst/>
              <a:rect l="textAreaLeft" t="textAreaTop" r="textAreaRight" b="textAreaBottom"/>
              <a:pathLst>
                <a:path w="2194560" h="121920">
                  <a:moveTo>
                    <a:pt x="0" y="0"/>
                  </a:moveTo>
                  <a:lnTo>
                    <a:pt x="2194560" y="0"/>
                  </a:lnTo>
                  <a:lnTo>
                    <a:pt x="219456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6" name="Freeform 19"/>
            <p:cNvSpPr/>
            <p:nvPr/>
          </p:nvSpPr>
          <p:spPr>
            <a:xfrm>
              <a:off x="1633320" y="6241680"/>
              <a:ext cx="1670760" cy="116280"/>
            </a:xfrm>
            <a:custGeom>
              <a:avLst/>
              <a:gdLst>
                <a:gd name="textAreaLeft" fmla="*/ 0 w 1670760"/>
                <a:gd name="textAreaRight" fmla="*/ 1671120 w 1670760"/>
                <a:gd name="textAreaTop" fmla="*/ 0 h 116280"/>
                <a:gd name="textAreaBottom" fmla="*/ 116640 h 116280"/>
              </a:gdLst>
              <a:ahLst/>
              <a:rect l="textAreaLeft" t="textAreaTop" r="textAreaRight" b="textAreaBottom"/>
              <a:pathLst>
                <a:path w="2228342" h="155704">
                  <a:moveTo>
                    <a:pt x="16891" y="0"/>
                  </a:moveTo>
                  <a:lnTo>
                    <a:pt x="2211451" y="0"/>
                  </a:lnTo>
                  <a:cubicBezTo>
                    <a:pt x="2220849" y="0"/>
                    <a:pt x="2228342" y="7620"/>
                    <a:pt x="2228342" y="16891"/>
                  </a:cubicBezTo>
                  <a:lnTo>
                    <a:pt x="2228342" y="138811"/>
                  </a:lnTo>
                  <a:cubicBezTo>
                    <a:pt x="2228342" y="148209"/>
                    <a:pt x="2220722" y="155702"/>
                    <a:pt x="22114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2211451" y="121920"/>
                  </a:lnTo>
                  <a:lnTo>
                    <a:pt x="2211451" y="138811"/>
                  </a:lnTo>
                  <a:lnTo>
                    <a:pt x="2194560" y="138811"/>
                  </a:lnTo>
                  <a:lnTo>
                    <a:pt x="2194560" y="16891"/>
                  </a:lnTo>
                  <a:lnTo>
                    <a:pt x="2211451" y="16891"/>
                  </a:lnTo>
                  <a:lnTo>
                    <a:pt x="221145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57" name="Group 20"/>
          <p:cNvGrpSpPr/>
          <p:nvPr/>
        </p:nvGrpSpPr>
        <p:grpSpPr>
          <a:xfrm>
            <a:off x="1645920" y="6719760"/>
            <a:ext cx="6949080" cy="3110040"/>
            <a:chOff x="1645920" y="6719760"/>
            <a:chExt cx="6949080" cy="3110040"/>
          </a:xfrm>
        </p:grpSpPr>
        <p:sp>
          <p:nvSpPr>
            <p:cNvPr id="158" name="Freeform 21"/>
            <p:cNvSpPr/>
            <p:nvPr/>
          </p:nvSpPr>
          <p:spPr>
            <a:xfrm>
              <a:off x="1645920" y="6812640"/>
              <a:ext cx="6949080" cy="3017160"/>
            </a:xfrm>
            <a:custGeom>
              <a:avLst/>
              <a:gdLst>
                <a:gd name="textAreaLeft" fmla="*/ 0 w 6949080"/>
                <a:gd name="textAreaRight" fmla="*/ 6949440 w 6949080"/>
                <a:gd name="textAreaTop" fmla="*/ 0 h 3017160"/>
                <a:gd name="textAreaBottom" fmla="*/ 3017520 h 3017160"/>
              </a:gdLst>
              <a:ahLst/>
              <a:rect l="textAreaLeft" t="textAreaTop" r="textAreaRight" b="textAreaBottom"/>
              <a:pathLst>
                <a:path w="9265920" h="4023360">
                  <a:moveTo>
                    <a:pt x="0" y="0"/>
                  </a:moveTo>
                  <a:lnTo>
                    <a:pt x="9265920" y="0"/>
                  </a:lnTo>
                  <a:lnTo>
                    <a:pt x="9265920" y="4023360"/>
                  </a:lnTo>
                  <a:lnTo>
                    <a:pt x="0" y="402336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9" name="TextBox 22"/>
            <p:cNvSpPr/>
            <p:nvPr/>
          </p:nvSpPr>
          <p:spPr>
            <a:xfrm>
              <a:off x="1645920" y="6719760"/>
              <a:ext cx="6949080" cy="3110040"/>
            </a:xfrm>
            <a:prstGeom prst="rect">
              <a:avLst/>
            </a:prstGeom>
            <a:noFill/>
            <a:ln w="0">
              <a:noFill/>
            </a:ln>
          </p:spPr>
          <p:style>
            <a:lnRef idx="0"/>
            <a:fillRef idx="0"/>
            <a:effectRef idx="0"/>
            <a:fontRef idx="minor"/>
          </p:style>
          <p:txBody>
            <a:bodyPr lIns="0" rIns="0" tIns="0" bIns="0" anchor="ctr">
              <a:noAutofit/>
            </a:bodyPr>
            <a:p>
              <a:pPr defTabSz="914400">
                <a:lnSpc>
                  <a:spcPts val="3745"/>
                </a:lnSpc>
                <a:spcBef>
                  <a:spcPts val="1191"/>
                </a:spcBef>
                <a:spcAft>
                  <a:spcPts val="992"/>
                </a:spcAft>
              </a:pPr>
              <a:r>
                <a:rPr b="0" lang="en-US" sz="2400" spc="-1" strike="noStrike">
                  <a:solidFill>
                    <a:srgbClr val="ffffff"/>
                  </a:solidFill>
                  <a:latin typeface="Calibri (MS)"/>
                  <a:ea typeface="Calibri (MS)"/>
                </a:rPr>
                <a:t>Systems that find patterns in large datasets</a:t>
              </a:r>
              <a:endParaRPr b="0" lang="en-US" sz="2400" spc="-1" strike="noStrike">
                <a:solidFill>
                  <a:srgbClr val="ffffff"/>
                </a:solidFill>
                <a:latin typeface="Arial"/>
              </a:endParaRPr>
            </a:p>
            <a:p>
              <a:pPr defTabSz="914400">
                <a:lnSpc>
                  <a:spcPts val="3745"/>
                </a:lnSpc>
                <a:spcBef>
                  <a:spcPts val="1191"/>
                </a:spcBef>
                <a:spcAft>
                  <a:spcPts val="992"/>
                </a:spcAft>
              </a:pPr>
              <a:r>
                <a:rPr b="0" lang="en-US" sz="2400" spc="-1" strike="noStrike">
                  <a:solidFill>
                    <a:srgbClr val="ffffff"/>
                  </a:solidFill>
                  <a:latin typeface="Calibri (MS)"/>
                  <a:ea typeface="Calibri (MS)"/>
                </a:rPr>
                <a:t>Use those patterns to predict, classify, or answer questions</a:t>
              </a:r>
              <a:endParaRPr b="0" lang="en-US" sz="2400" spc="-1" strike="noStrike">
                <a:solidFill>
                  <a:srgbClr val="ffffff"/>
                </a:solidFill>
                <a:latin typeface="Arial"/>
              </a:endParaRPr>
            </a:p>
            <a:p>
              <a:pPr defTabSz="914400">
                <a:lnSpc>
                  <a:spcPts val="3745"/>
                </a:lnSpc>
                <a:spcBef>
                  <a:spcPts val="1191"/>
                </a:spcBef>
                <a:spcAft>
                  <a:spcPts val="992"/>
                </a:spcAft>
              </a:pPr>
              <a:r>
                <a:rPr b="0" lang="en-US" sz="2400" spc="-1" strike="noStrike">
                  <a:solidFill>
                    <a:srgbClr val="ffffff"/>
                  </a:solidFill>
                  <a:latin typeface="Calibri (MS)"/>
                  <a:ea typeface="Calibri (MS)"/>
                </a:rPr>
                <a:t>Learns from examples, not explicit rules</a:t>
              </a:r>
              <a:endParaRPr b="0" lang="en-US" sz="2400" spc="-1" strike="noStrike">
                <a:solidFill>
                  <a:srgbClr val="ffffff"/>
                </a:solidFill>
                <a:latin typeface="Arial"/>
              </a:endParaRPr>
            </a:p>
            <a:p>
              <a:pPr defTabSz="914400">
                <a:lnSpc>
                  <a:spcPts val="3745"/>
                </a:lnSpc>
                <a:spcBef>
                  <a:spcPts val="1191"/>
                </a:spcBef>
                <a:spcAft>
                  <a:spcPts val="992"/>
                </a:spcAft>
              </a:pPr>
              <a:endParaRPr b="0" lang="en-US" sz="24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160" name="Group 2"/>
          <p:cNvGrpSpPr/>
          <p:nvPr/>
        </p:nvGrpSpPr>
        <p:grpSpPr>
          <a:xfrm>
            <a:off x="-12600" y="-12600"/>
            <a:ext cx="281160" cy="10311840"/>
            <a:chOff x="-12600" y="-12600"/>
            <a:chExt cx="281160" cy="10311840"/>
          </a:xfrm>
        </p:grpSpPr>
        <p:sp>
          <p:nvSpPr>
            <p:cNvPr id="161"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2"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63" name="Group 5"/>
          <p:cNvGrpSpPr/>
          <p:nvPr/>
        </p:nvGrpSpPr>
        <p:grpSpPr>
          <a:xfrm>
            <a:off x="2364840" y="1633320"/>
            <a:ext cx="4596840" cy="2585160"/>
            <a:chOff x="2364840" y="1633320"/>
            <a:chExt cx="4596840" cy="2585160"/>
          </a:xfrm>
        </p:grpSpPr>
        <p:sp>
          <p:nvSpPr>
            <p:cNvPr id="164" name="Freeform 6"/>
            <p:cNvSpPr/>
            <p:nvPr/>
          </p:nvSpPr>
          <p:spPr>
            <a:xfrm>
              <a:off x="2377440" y="1645920"/>
              <a:ext cx="4571640" cy="2559960"/>
            </a:xfrm>
            <a:custGeom>
              <a:avLst/>
              <a:gdLst>
                <a:gd name="textAreaLeft" fmla="*/ 0 w 4571640"/>
                <a:gd name="textAreaRight" fmla="*/ 4572000 w 4571640"/>
                <a:gd name="textAreaTop" fmla="*/ 0 h 2559960"/>
                <a:gd name="textAreaBottom" fmla="*/ 2560320 h 2559960"/>
              </a:gdLst>
              <a:ahLst/>
              <a:rect l="textAreaLeft" t="textAreaTop" r="textAreaRight" b="textAreaBottom"/>
              <a:pathLst>
                <a:path w="6096000" h="3413760">
                  <a:moveTo>
                    <a:pt x="0" y="0"/>
                  </a:moveTo>
                  <a:lnTo>
                    <a:pt x="6096000" y="0"/>
                  </a:lnTo>
                  <a:lnTo>
                    <a:pt x="6096000" y="3413760"/>
                  </a:lnTo>
                  <a:lnTo>
                    <a:pt x="0" y="3413760"/>
                  </a:lnTo>
                  <a:close/>
                </a:path>
              </a:pathLst>
            </a:custGeom>
            <a:solidFill>
              <a:srgbClr val="1a3d5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5" name="Freeform 7"/>
            <p:cNvSpPr/>
            <p:nvPr/>
          </p:nvSpPr>
          <p:spPr>
            <a:xfrm>
              <a:off x="2364840" y="1633320"/>
              <a:ext cx="4596840" cy="2585160"/>
            </a:xfrm>
            <a:custGeom>
              <a:avLst/>
              <a:gdLst>
                <a:gd name="textAreaLeft" fmla="*/ 0 w 4596840"/>
                <a:gd name="textAreaRight" fmla="*/ 4597200 w 4596840"/>
                <a:gd name="textAreaTop" fmla="*/ 0 h 2585160"/>
                <a:gd name="textAreaBottom" fmla="*/ 2585520 h 2585160"/>
              </a:gdLst>
              <a:ahLst/>
              <a:rect l="textAreaLeft" t="textAreaTop" r="textAreaRight" b="textAreaBottom"/>
              <a:pathLst>
                <a:path w="6129782" h="3447542">
                  <a:moveTo>
                    <a:pt x="16891" y="0"/>
                  </a:moveTo>
                  <a:lnTo>
                    <a:pt x="6112891" y="0"/>
                  </a:lnTo>
                  <a:cubicBezTo>
                    <a:pt x="6122289" y="0"/>
                    <a:pt x="6129782" y="7620"/>
                    <a:pt x="6129782" y="16891"/>
                  </a:cubicBezTo>
                  <a:lnTo>
                    <a:pt x="6129782" y="3430651"/>
                  </a:lnTo>
                  <a:cubicBezTo>
                    <a:pt x="6129782" y="3440049"/>
                    <a:pt x="6122162" y="3447542"/>
                    <a:pt x="6112891" y="3447542"/>
                  </a:cubicBezTo>
                  <a:lnTo>
                    <a:pt x="16891" y="3447542"/>
                  </a:lnTo>
                  <a:cubicBezTo>
                    <a:pt x="7493" y="3447542"/>
                    <a:pt x="0" y="3439922"/>
                    <a:pt x="0" y="3430651"/>
                  </a:cubicBezTo>
                  <a:lnTo>
                    <a:pt x="0" y="16891"/>
                  </a:lnTo>
                  <a:cubicBezTo>
                    <a:pt x="0" y="7620"/>
                    <a:pt x="7620" y="0"/>
                    <a:pt x="16891" y="0"/>
                  </a:cubicBezTo>
                  <a:moveTo>
                    <a:pt x="16891" y="33909"/>
                  </a:moveTo>
                  <a:lnTo>
                    <a:pt x="16891" y="16891"/>
                  </a:lnTo>
                  <a:lnTo>
                    <a:pt x="33909" y="16891"/>
                  </a:lnTo>
                  <a:lnTo>
                    <a:pt x="33909" y="3430651"/>
                  </a:lnTo>
                  <a:lnTo>
                    <a:pt x="16891" y="3430651"/>
                  </a:lnTo>
                  <a:lnTo>
                    <a:pt x="16891" y="3413760"/>
                  </a:lnTo>
                  <a:lnTo>
                    <a:pt x="6112891" y="3413760"/>
                  </a:lnTo>
                  <a:lnTo>
                    <a:pt x="6112891" y="3430651"/>
                  </a:lnTo>
                  <a:lnTo>
                    <a:pt x="6096000" y="3430651"/>
                  </a:lnTo>
                  <a:lnTo>
                    <a:pt x="6096000" y="16891"/>
                  </a:lnTo>
                  <a:lnTo>
                    <a:pt x="6112891" y="16891"/>
                  </a:lnTo>
                  <a:lnTo>
                    <a:pt x="6112891" y="33909"/>
                  </a:lnTo>
                  <a:lnTo>
                    <a:pt x="16891" y="33909"/>
                  </a:lnTo>
                  <a:close/>
                </a:path>
              </a:pathLst>
            </a:custGeom>
            <a:solidFill>
              <a:srgbClr val="2a608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66" name="Group 8"/>
          <p:cNvGrpSpPr/>
          <p:nvPr/>
        </p:nvGrpSpPr>
        <p:grpSpPr>
          <a:xfrm>
            <a:off x="2560320" y="1785240"/>
            <a:ext cx="4205880" cy="1433160"/>
            <a:chOff x="2560320" y="1785240"/>
            <a:chExt cx="4205880" cy="1433160"/>
          </a:xfrm>
        </p:grpSpPr>
        <p:sp>
          <p:nvSpPr>
            <p:cNvPr id="167" name="Freeform 9"/>
            <p:cNvSpPr/>
            <p:nvPr/>
          </p:nvSpPr>
          <p:spPr>
            <a:xfrm>
              <a:off x="2560320" y="1792080"/>
              <a:ext cx="4205880" cy="1425960"/>
            </a:xfrm>
            <a:custGeom>
              <a:avLst/>
              <a:gdLst>
                <a:gd name="textAreaLeft" fmla="*/ 0 w 4205880"/>
                <a:gd name="textAreaRight" fmla="*/ 4206240 w 4205880"/>
                <a:gd name="textAreaTop" fmla="*/ 0 h 1425960"/>
                <a:gd name="textAreaBottom" fmla="*/ 1426320 h 1425960"/>
              </a:gdLst>
              <a:ahLst/>
              <a:rect l="textAreaLeft" t="textAreaTop" r="textAreaRight" b="textAreaBottom"/>
              <a:pathLst>
                <a:path w="5608320" h="1901952">
                  <a:moveTo>
                    <a:pt x="0" y="0"/>
                  </a:moveTo>
                  <a:lnTo>
                    <a:pt x="5608320" y="0"/>
                  </a:lnTo>
                  <a:lnTo>
                    <a:pt x="5608320" y="1901952"/>
                  </a:lnTo>
                  <a:lnTo>
                    <a:pt x="0" y="1901952"/>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8" name="TextBox 10"/>
            <p:cNvSpPr/>
            <p:nvPr/>
          </p:nvSpPr>
          <p:spPr>
            <a:xfrm>
              <a:off x="2560320" y="1785240"/>
              <a:ext cx="4205880" cy="1433160"/>
            </a:xfrm>
            <a:prstGeom prst="rect">
              <a:avLst/>
            </a:prstGeom>
            <a:noFill/>
            <a:ln w="0">
              <a:noFill/>
            </a:ln>
          </p:spPr>
          <p:style>
            <a:lnRef idx="0"/>
            <a:fillRef idx="0"/>
            <a:effectRef idx="0"/>
            <a:fontRef idx="minor"/>
          </p:style>
          <p:txBody>
            <a:bodyPr lIns="0" rIns="0" tIns="0" bIns="0" anchor="ctr">
              <a:noAutofit/>
            </a:bodyPr>
            <a:p>
              <a:pPr algn="ctr" defTabSz="914400">
                <a:lnSpc>
                  <a:spcPts val="8158"/>
                </a:lnSpc>
              </a:pPr>
              <a:r>
                <a:rPr b="1" lang="en-US" sz="6800" spc="-1" strike="noStrike">
                  <a:solidFill>
                    <a:srgbClr val="ffffff"/>
                  </a:solidFill>
                  <a:latin typeface="Trebuchet MS Bold"/>
                  <a:ea typeface="Trebuchet MS Bold"/>
                </a:rPr>
                <a:t>GEO</a:t>
              </a:r>
              <a:endParaRPr b="0" lang="en-US" sz="6800" spc="-1" strike="noStrike">
                <a:solidFill>
                  <a:srgbClr val="ffffff"/>
                </a:solidFill>
                <a:latin typeface="Arial"/>
              </a:endParaRPr>
            </a:p>
          </p:txBody>
        </p:sp>
      </p:grpSp>
      <p:grpSp>
        <p:nvGrpSpPr>
          <p:cNvPr id="169" name="Group 11"/>
          <p:cNvGrpSpPr/>
          <p:nvPr/>
        </p:nvGrpSpPr>
        <p:grpSpPr>
          <a:xfrm>
            <a:off x="2560320" y="3241080"/>
            <a:ext cx="4205880" cy="745560"/>
            <a:chOff x="2560320" y="3241080"/>
            <a:chExt cx="4205880" cy="745560"/>
          </a:xfrm>
        </p:grpSpPr>
        <p:sp>
          <p:nvSpPr>
            <p:cNvPr id="170" name="Freeform 12"/>
            <p:cNvSpPr/>
            <p:nvPr/>
          </p:nvSpPr>
          <p:spPr>
            <a:xfrm>
              <a:off x="2560320" y="3255120"/>
              <a:ext cx="4205880" cy="731160"/>
            </a:xfrm>
            <a:custGeom>
              <a:avLst/>
              <a:gdLst>
                <a:gd name="textAreaLeft" fmla="*/ 0 w 4205880"/>
                <a:gd name="textAreaRight" fmla="*/ 4206240 w 4205880"/>
                <a:gd name="textAreaTop" fmla="*/ 0 h 731160"/>
                <a:gd name="textAreaBottom" fmla="*/ 731520 h 731160"/>
              </a:gdLst>
              <a:ahLst/>
              <a:rect l="textAreaLeft" t="textAreaTop" r="textAreaRight" b="textAreaBottom"/>
              <a:pathLst>
                <a:path w="5608320" h="975360">
                  <a:moveTo>
                    <a:pt x="0" y="0"/>
                  </a:moveTo>
                  <a:lnTo>
                    <a:pt x="5608320" y="0"/>
                  </a:lnTo>
                  <a:lnTo>
                    <a:pt x="5608320" y="975360"/>
                  </a:lnTo>
                  <a:lnTo>
                    <a:pt x="0" y="97536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TextBox 13"/>
            <p:cNvSpPr/>
            <p:nvPr/>
          </p:nvSpPr>
          <p:spPr>
            <a:xfrm>
              <a:off x="2560320" y="3241080"/>
              <a:ext cx="4205880" cy="745560"/>
            </a:xfrm>
            <a:prstGeom prst="rect">
              <a:avLst/>
            </a:prstGeom>
            <a:noFill/>
            <a:ln w="0">
              <a:noFill/>
            </a:ln>
          </p:spPr>
          <p:style>
            <a:lnRef idx="0"/>
            <a:fillRef idx="0"/>
            <a:effectRef idx="0"/>
            <a:fontRef idx="minor"/>
          </p:style>
          <p:txBody>
            <a:bodyPr lIns="0" rIns="0" tIns="0" bIns="0" anchor="ctr">
              <a:noAutofit/>
            </a:bodyPr>
            <a:p>
              <a:pPr algn="ctr" defTabSz="914400">
                <a:lnSpc>
                  <a:spcPts val="2401"/>
                </a:lnSpc>
              </a:pPr>
              <a:r>
                <a:rPr b="1" lang="en-US" sz="2000" spc="-1" strike="noStrike">
                  <a:solidFill>
                    <a:srgbClr val="f4a261"/>
                  </a:solidFill>
                  <a:latin typeface="Trebuchet MS Bold"/>
                  <a:ea typeface="Trebuchet MS Bold"/>
                </a:rPr>
                <a:t>Earth / Place</a:t>
              </a:r>
              <a:endParaRPr b="0" lang="en-US" sz="2000" spc="-1" strike="noStrike">
                <a:solidFill>
                  <a:srgbClr val="ffffff"/>
                </a:solidFill>
                <a:latin typeface="Arial"/>
              </a:endParaRPr>
            </a:p>
          </p:txBody>
        </p:sp>
      </p:grpSp>
      <p:grpSp>
        <p:nvGrpSpPr>
          <p:cNvPr id="172" name="Group 14"/>
          <p:cNvGrpSpPr/>
          <p:nvPr/>
        </p:nvGrpSpPr>
        <p:grpSpPr>
          <a:xfrm>
            <a:off x="6694200" y="2004480"/>
            <a:ext cx="1096920" cy="1652760"/>
            <a:chOff x="6694200" y="2004480"/>
            <a:chExt cx="1096920" cy="1652760"/>
          </a:xfrm>
        </p:grpSpPr>
        <p:sp>
          <p:nvSpPr>
            <p:cNvPr id="173" name="Freeform 15"/>
            <p:cNvSpPr/>
            <p:nvPr/>
          </p:nvSpPr>
          <p:spPr>
            <a:xfrm>
              <a:off x="6694200" y="2011680"/>
              <a:ext cx="1096920" cy="1645560"/>
            </a:xfrm>
            <a:custGeom>
              <a:avLst/>
              <a:gdLst>
                <a:gd name="textAreaLeft" fmla="*/ 0 w 1096920"/>
                <a:gd name="textAreaRight" fmla="*/ 1097280 w 1096920"/>
                <a:gd name="textAreaTop" fmla="*/ 0 h 1645560"/>
                <a:gd name="textAreaBottom" fmla="*/ 1645920 h 1645560"/>
              </a:gdLst>
              <a:ahLst/>
              <a:rect l="textAreaLeft" t="textAreaTop" r="textAreaRight" b="textAreaBottom"/>
              <a:pathLst>
                <a:path w="1463040" h="2194560">
                  <a:moveTo>
                    <a:pt x="0" y="0"/>
                  </a:moveTo>
                  <a:lnTo>
                    <a:pt x="1463040" y="0"/>
                  </a:lnTo>
                  <a:lnTo>
                    <a:pt x="1463040" y="2194560"/>
                  </a:lnTo>
                  <a:lnTo>
                    <a:pt x="0" y="219456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4" name="TextBox 16"/>
            <p:cNvSpPr/>
            <p:nvPr/>
          </p:nvSpPr>
          <p:spPr>
            <a:xfrm>
              <a:off x="6694200" y="2004480"/>
              <a:ext cx="1096920" cy="1652760"/>
            </a:xfrm>
            <a:prstGeom prst="rect">
              <a:avLst/>
            </a:prstGeom>
            <a:noFill/>
            <a:ln w="0">
              <a:noFill/>
            </a:ln>
          </p:spPr>
          <p:style>
            <a:lnRef idx="0"/>
            <a:fillRef idx="0"/>
            <a:effectRef idx="0"/>
            <a:fontRef idx="minor"/>
          </p:style>
          <p:txBody>
            <a:bodyPr lIns="0" rIns="0" tIns="0" bIns="0" anchor="ctr">
              <a:noAutofit/>
            </a:bodyPr>
            <a:p>
              <a:pPr algn="ctr" defTabSz="914400">
                <a:lnSpc>
                  <a:spcPts val="6239"/>
                </a:lnSpc>
              </a:pPr>
              <a:r>
                <a:rPr b="1" lang="en-US" sz="5200" spc="-1" strike="noStrike">
                  <a:solidFill>
                    <a:srgbClr val="f4a261"/>
                  </a:solidFill>
                  <a:latin typeface="Trebuchet MS Bold"/>
                  <a:ea typeface="Trebuchet MS Bold"/>
                </a:rPr>
                <a:t>+</a:t>
              </a:r>
              <a:endParaRPr b="0" lang="en-US" sz="5200" spc="-1" strike="noStrike">
                <a:solidFill>
                  <a:srgbClr val="ffffff"/>
                </a:solidFill>
                <a:latin typeface="Arial"/>
              </a:endParaRPr>
            </a:p>
          </p:txBody>
        </p:sp>
      </p:grpSp>
      <p:grpSp>
        <p:nvGrpSpPr>
          <p:cNvPr id="175" name="Group 17"/>
          <p:cNvGrpSpPr/>
          <p:nvPr/>
        </p:nvGrpSpPr>
        <p:grpSpPr>
          <a:xfrm>
            <a:off x="7485480" y="1633320"/>
            <a:ext cx="4596840" cy="2585160"/>
            <a:chOff x="7485480" y="1633320"/>
            <a:chExt cx="4596840" cy="2585160"/>
          </a:xfrm>
        </p:grpSpPr>
        <p:sp>
          <p:nvSpPr>
            <p:cNvPr id="176" name="Freeform 18"/>
            <p:cNvSpPr/>
            <p:nvPr/>
          </p:nvSpPr>
          <p:spPr>
            <a:xfrm>
              <a:off x="7498080" y="1645920"/>
              <a:ext cx="4571640" cy="2559960"/>
            </a:xfrm>
            <a:custGeom>
              <a:avLst/>
              <a:gdLst>
                <a:gd name="textAreaLeft" fmla="*/ 0 w 4571640"/>
                <a:gd name="textAreaRight" fmla="*/ 4572000 w 4571640"/>
                <a:gd name="textAreaTop" fmla="*/ 0 h 2559960"/>
                <a:gd name="textAreaBottom" fmla="*/ 2560320 h 2559960"/>
              </a:gdLst>
              <a:ahLst/>
              <a:rect l="textAreaLeft" t="textAreaTop" r="textAreaRight" b="textAreaBottom"/>
              <a:pathLst>
                <a:path w="6096000" h="3413760">
                  <a:moveTo>
                    <a:pt x="0" y="0"/>
                  </a:moveTo>
                  <a:lnTo>
                    <a:pt x="6096000" y="0"/>
                  </a:lnTo>
                  <a:lnTo>
                    <a:pt x="6096000" y="3413760"/>
                  </a:lnTo>
                  <a:lnTo>
                    <a:pt x="0" y="3413760"/>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7" name="Freeform 19"/>
            <p:cNvSpPr/>
            <p:nvPr/>
          </p:nvSpPr>
          <p:spPr>
            <a:xfrm>
              <a:off x="7485480" y="1633320"/>
              <a:ext cx="4596840" cy="2585160"/>
            </a:xfrm>
            <a:custGeom>
              <a:avLst/>
              <a:gdLst>
                <a:gd name="textAreaLeft" fmla="*/ 0 w 4596840"/>
                <a:gd name="textAreaRight" fmla="*/ 4597200 w 4596840"/>
                <a:gd name="textAreaTop" fmla="*/ 0 h 2585160"/>
                <a:gd name="textAreaBottom" fmla="*/ 2585520 h 2585160"/>
              </a:gdLst>
              <a:ahLst/>
              <a:rect l="textAreaLeft" t="textAreaTop" r="textAreaRight" b="textAreaBottom"/>
              <a:pathLst>
                <a:path w="6129782" h="3447542">
                  <a:moveTo>
                    <a:pt x="16891" y="0"/>
                  </a:moveTo>
                  <a:lnTo>
                    <a:pt x="6112891" y="0"/>
                  </a:lnTo>
                  <a:cubicBezTo>
                    <a:pt x="6122289" y="0"/>
                    <a:pt x="6129782" y="7620"/>
                    <a:pt x="6129782" y="16891"/>
                  </a:cubicBezTo>
                  <a:lnTo>
                    <a:pt x="6129782" y="3430651"/>
                  </a:lnTo>
                  <a:cubicBezTo>
                    <a:pt x="6129782" y="3440049"/>
                    <a:pt x="6122162" y="3447542"/>
                    <a:pt x="6112891" y="3447542"/>
                  </a:cubicBezTo>
                  <a:lnTo>
                    <a:pt x="16891" y="3447542"/>
                  </a:lnTo>
                  <a:cubicBezTo>
                    <a:pt x="7493" y="3447542"/>
                    <a:pt x="0" y="3439922"/>
                    <a:pt x="0" y="3430651"/>
                  </a:cubicBezTo>
                  <a:lnTo>
                    <a:pt x="0" y="16891"/>
                  </a:lnTo>
                  <a:cubicBezTo>
                    <a:pt x="0" y="7620"/>
                    <a:pt x="7620" y="0"/>
                    <a:pt x="16891" y="0"/>
                  </a:cubicBezTo>
                  <a:moveTo>
                    <a:pt x="16891" y="33909"/>
                  </a:moveTo>
                  <a:lnTo>
                    <a:pt x="16891" y="16891"/>
                  </a:lnTo>
                  <a:lnTo>
                    <a:pt x="33909" y="16891"/>
                  </a:lnTo>
                  <a:lnTo>
                    <a:pt x="33909" y="3430651"/>
                  </a:lnTo>
                  <a:lnTo>
                    <a:pt x="16891" y="3430651"/>
                  </a:lnTo>
                  <a:lnTo>
                    <a:pt x="16891" y="3413760"/>
                  </a:lnTo>
                  <a:lnTo>
                    <a:pt x="6112891" y="3413760"/>
                  </a:lnTo>
                  <a:lnTo>
                    <a:pt x="6112891" y="3430651"/>
                  </a:lnTo>
                  <a:lnTo>
                    <a:pt x="6096000" y="3430651"/>
                  </a:lnTo>
                  <a:lnTo>
                    <a:pt x="6096000" y="16891"/>
                  </a:lnTo>
                  <a:lnTo>
                    <a:pt x="6112891" y="16891"/>
                  </a:lnTo>
                  <a:lnTo>
                    <a:pt x="6112891" y="33909"/>
                  </a:lnTo>
                  <a:lnTo>
                    <a:pt x="16891" y="33909"/>
                  </a:lnTo>
                  <a:close/>
                </a:path>
              </a:pathLst>
            </a:custGeom>
            <a:solidFill>
              <a:srgbClr val="2a7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78" name="Group 20"/>
          <p:cNvGrpSpPr/>
          <p:nvPr/>
        </p:nvGrpSpPr>
        <p:grpSpPr>
          <a:xfrm>
            <a:off x="7680960" y="1785240"/>
            <a:ext cx="4205880" cy="1433160"/>
            <a:chOff x="7680960" y="1785240"/>
            <a:chExt cx="4205880" cy="1433160"/>
          </a:xfrm>
        </p:grpSpPr>
        <p:sp>
          <p:nvSpPr>
            <p:cNvPr id="179" name="Freeform 21"/>
            <p:cNvSpPr/>
            <p:nvPr/>
          </p:nvSpPr>
          <p:spPr>
            <a:xfrm>
              <a:off x="7680960" y="1792080"/>
              <a:ext cx="4205880" cy="1425960"/>
            </a:xfrm>
            <a:custGeom>
              <a:avLst/>
              <a:gdLst>
                <a:gd name="textAreaLeft" fmla="*/ 0 w 4205880"/>
                <a:gd name="textAreaRight" fmla="*/ 4206240 w 4205880"/>
                <a:gd name="textAreaTop" fmla="*/ 0 h 1425960"/>
                <a:gd name="textAreaBottom" fmla="*/ 1426320 h 1425960"/>
              </a:gdLst>
              <a:ahLst/>
              <a:rect l="textAreaLeft" t="textAreaTop" r="textAreaRight" b="textAreaBottom"/>
              <a:pathLst>
                <a:path w="5608320" h="1901952">
                  <a:moveTo>
                    <a:pt x="0" y="0"/>
                  </a:moveTo>
                  <a:lnTo>
                    <a:pt x="5608320" y="0"/>
                  </a:lnTo>
                  <a:lnTo>
                    <a:pt x="5608320" y="1901952"/>
                  </a:lnTo>
                  <a:lnTo>
                    <a:pt x="0" y="1901952"/>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0" name="TextBox 22"/>
            <p:cNvSpPr/>
            <p:nvPr/>
          </p:nvSpPr>
          <p:spPr>
            <a:xfrm>
              <a:off x="7680960" y="1785240"/>
              <a:ext cx="4205880" cy="1433160"/>
            </a:xfrm>
            <a:prstGeom prst="rect">
              <a:avLst/>
            </a:prstGeom>
            <a:noFill/>
            <a:ln w="0">
              <a:noFill/>
            </a:ln>
          </p:spPr>
          <p:style>
            <a:lnRef idx="0"/>
            <a:fillRef idx="0"/>
            <a:effectRef idx="0"/>
            <a:fontRef idx="minor"/>
          </p:style>
          <p:txBody>
            <a:bodyPr lIns="0" rIns="0" tIns="0" bIns="0" anchor="ctr">
              <a:noAutofit/>
            </a:bodyPr>
            <a:p>
              <a:pPr algn="ctr" defTabSz="914400">
                <a:lnSpc>
                  <a:spcPts val="8158"/>
                </a:lnSpc>
              </a:pPr>
              <a:r>
                <a:rPr b="1" lang="en-US" sz="6800" spc="-1" strike="noStrike">
                  <a:solidFill>
                    <a:srgbClr val="ffffff"/>
                  </a:solidFill>
                  <a:latin typeface="Trebuchet MS Bold"/>
                  <a:ea typeface="Trebuchet MS Bold"/>
                </a:rPr>
                <a:t>SPATIAL</a:t>
              </a:r>
              <a:endParaRPr b="0" lang="en-US" sz="6800" spc="-1" strike="noStrike">
                <a:solidFill>
                  <a:srgbClr val="ffffff"/>
                </a:solidFill>
                <a:latin typeface="Arial"/>
              </a:endParaRPr>
            </a:p>
          </p:txBody>
        </p:sp>
      </p:grpSp>
      <p:grpSp>
        <p:nvGrpSpPr>
          <p:cNvPr id="181" name="Group 23"/>
          <p:cNvGrpSpPr/>
          <p:nvPr/>
        </p:nvGrpSpPr>
        <p:grpSpPr>
          <a:xfrm>
            <a:off x="7680960" y="3241080"/>
            <a:ext cx="4205880" cy="745560"/>
            <a:chOff x="7680960" y="3241080"/>
            <a:chExt cx="4205880" cy="745560"/>
          </a:xfrm>
        </p:grpSpPr>
        <p:sp>
          <p:nvSpPr>
            <p:cNvPr id="182" name="Freeform 24"/>
            <p:cNvSpPr/>
            <p:nvPr/>
          </p:nvSpPr>
          <p:spPr>
            <a:xfrm>
              <a:off x="7680960" y="3255120"/>
              <a:ext cx="4205880" cy="731160"/>
            </a:xfrm>
            <a:custGeom>
              <a:avLst/>
              <a:gdLst>
                <a:gd name="textAreaLeft" fmla="*/ 0 w 4205880"/>
                <a:gd name="textAreaRight" fmla="*/ 4206240 w 4205880"/>
                <a:gd name="textAreaTop" fmla="*/ 0 h 731160"/>
                <a:gd name="textAreaBottom" fmla="*/ 731520 h 731160"/>
              </a:gdLst>
              <a:ahLst/>
              <a:rect l="textAreaLeft" t="textAreaTop" r="textAreaRight" b="textAreaBottom"/>
              <a:pathLst>
                <a:path w="5608320" h="975360">
                  <a:moveTo>
                    <a:pt x="0" y="0"/>
                  </a:moveTo>
                  <a:lnTo>
                    <a:pt x="5608320" y="0"/>
                  </a:lnTo>
                  <a:lnTo>
                    <a:pt x="5608320" y="975360"/>
                  </a:lnTo>
                  <a:lnTo>
                    <a:pt x="0" y="97536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3" name="TextBox 25"/>
            <p:cNvSpPr/>
            <p:nvPr/>
          </p:nvSpPr>
          <p:spPr>
            <a:xfrm>
              <a:off x="7680960" y="3241080"/>
              <a:ext cx="4205880" cy="745560"/>
            </a:xfrm>
            <a:prstGeom prst="rect">
              <a:avLst/>
            </a:prstGeom>
            <a:noFill/>
            <a:ln w="0">
              <a:noFill/>
            </a:ln>
          </p:spPr>
          <p:style>
            <a:lnRef idx="0"/>
            <a:fillRef idx="0"/>
            <a:effectRef idx="0"/>
            <a:fontRef idx="minor"/>
          </p:style>
          <p:txBody>
            <a:bodyPr lIns="0" rIns="0" tIns="0" bIns="0" anchor="ctr">
              <a:noAutofit/>
            </a:bodyPr>
            <a:p>
              <a:pPr algn="ctr" defTabSz="914400">
                <a:lnSpc>
                  <a:spcPts val="2401"/>
                </a:lnSpc>
              </a:pPr>
              <a:r>
                <a:rPr b="1" lang="en-US" sz="2000" spc="-1" strike="noStrike">
                  <a:solidFill>
                    <a:srgbClr val="f4a261"/>
                  </a:solidFill>
                  <a:latin typeface="Trebuchet MS Bold"/>
                  <a:ea typeface="Trebuchet MS Bold"/>
                </a:rPr>
                <a:t>Arrangement / Distance</a:t>
              </a:r>
              <a:endParaRPr b="0" lang="en-US" sz="2000" spc="-1" strike="noStrike">
                <a:solidFill>
                  <a:srgbClr val="ffffff"/>
                </a:solidFill>
                <a:latin typeface="Arial"/>
              </a:endParaRPr>
            </a:p>
          </p:txBody>
        </p:sp>
      </p:grpSp>
      <p:grpSp>
        <p:nvGrpSpPr>
          <p:cNvPr id="184" name="Group 26"/>
          <p:cNvGrpSpPr/>
          <p:nvPr/>
        </p:nvGrpSpPr>
        <p:grpSpPr>
          <a:xfrm>
            <a:off x="11814840" y="2004480"/>
            <a:ext cx="1096920" cy="1652760"/>
            <a:chOff x="11814840" y="2004480"/>
            <a:chExt cx="1096920" cy="1652760"/>
          </a:xfrm>
        </p:grpSpPr>
        <p:sp>
          <p:nvSpPr>
            <p:cNvPr id="185" name="Freeform 27"/>
            <p:cNvSpPr/>
            <p:nvPr/>
          </p:nvSpPr>
          <p:spPr>
            <a:xfrm>
              <a:off x="11814840" y="2011680"/>
              <a:ext cx="1096920" cy="1645560"/>
            </a:xfrm>
            <a:custGeom>
              <a:avLst/>
              <a:gdLst>
                <a:gd name="textAreaLeft" fmla="*/ 0 w 1096920"/>
                <a:gd name="textAreaRight" fmla="*/ 1097280 w 1096920"/>
                <a:gd name="textAreaTop" fmla="*/ 0 h 1645560"/>
                <a:gd name="textAreaBottom" fmla="*/ 1645920 h 1645560"/>
              </a:gdLst>
              <a:ahLst/>
              <a:rect l="textAreaLeft" t="textAreaTop" r="textAreaRight" b="textAreaBottom"/>
              <a:pathLst>
                <a:path w="1463040" h="2194560">
                  <a:moveTo>
                    <a:pt x="0" y="0"/>
                  </a:moveTo>
                  <a:lnTo>
                    <a:pt x="1463040" y="0"/>
                  </a:lnTo>
                  <a:lnTo>
                    <a:pt x="1463040" y="2194560"/>
                  </a:lnTo>
                  <a:lnTo>
                    <a:pt x="0" y="2194560"/>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6" name="TextBox 28"/>
            <p:cNvSpPr/>
            <p:nvPr/>
          </p:nvSpPr>
          <p:spPr>
            <a:xfrm>
              <a:off x="11814840" y="2004480"/>
              <a:ext cx="1096920" cy="1652760"/>
            </a:xfrm>
            <a:prstGeom prst="rect">
              <a:avLst/>
            </a:prstGeom>
            <a:noFill/>
            <a:ln w="0">
              <a:noFill/>
            </a:ln>
          </p:spPr>
          <p:style>
            <a:lnRef idx="0"/>
            <a:fillRef idx="0"/>
            <a:effectRef idx="0"/>
            <a:fontRef idx="minor"/>
          </p:style>
          <p:txBody>
            <a:bodyPr lIns="0" rIns="0" tIns="0" bIns="0" anchor="ctr">
              <a:noAutofit/>
            </a:bodyPr>
            <a:p>
              <a:pPr algn="ctr" defTabSz="914400">
                <a:lnSpc>
                  <a:spcPts val="6239"/>
                </a:lnSpc>
              </a:pPr>
              <a:r>
                <a:rPr b="1" lang="en-US" sz="5200" spc="-1" strike="noStrike">
                  <a:solidFill>
                    <a:srgbClr val="f4a261"/>
                  </a:solidFill>
                  <a:latin typeface="Trebuchet MS Bold"/>
                  <a:ea typeface="Trebuchet MS Bold"/>
                </a:rPr>
                <a:t>+</a:t>
              </a:r>
              <a:endParaRPr b="0" lang="en-US" sz="5200" spc="-1" strike="noStrike">
                <a:solidFill>
                  <a:srgbClr val="ffffff"/>
                </a:solidFill>
                <a:latin typeface="Arial"/>
              </a:endParaRPr>
            </a:p>
          </p:txBody>
        </p:sp>
      </p:grpSp>
      <p:grpSp>
        <p:nvGrpSpPr>
          <p:cNvPr id="187" name="Group 29"/>
          <p:cNvGrpSpPr/>
          <p:nvPr/>
        </p:nvGrpSpPr>
        <p:grpSpPr>
          <a:xfrm>
            <a:off x="12606120" y="1633320"/>
            <a:ext cx="4596840" cy="2585160"/>
            <a:chOff x="12606120" y="1633320"/>
            <a:chExt cx="4596840" cy="2585160"/>
          </a:xfrm>
        </p:grpSpPr>
        <p:sp>
          <p:nvSpPr>
            <p:cNvPr id="188" name="Freeform 30"/>
            <p:cNvSpPr/>
            <p:nvPr/>
          </p:nvSpPr>
          <p:spPr>
            <a:xfrm>
              <a:off x="12618720" y="1645920"/>
              <a:ext cx="4571640" cy="2559960"/>
            </a:xfrm>
            <a:custGeom>
              <a:avLst/>
              <a:gdLst>
                <a:gd name="textAreaLeft" fmla="*/ 0 w 4571640"/>
                <a:gd name="textAreaRight" fmla="*/ 4572000 w 4571640"/>
                <a:gd name="textAreaTop" fmla="*/ 0 h 2559960"/>
                <a:gd name="textAreaBottom" fmla="*/ 2560320 h 2559960"/>
              </a:gdLst>
              <a:ahLst/>
              <a:rect l="textAreaLeft" t="textAreaTop" r="textAreaRight" b="textAreaBottom"/>
              <a:pathLst>
                <a:path w="6096000" h="3413760">
                  <a:moveTo>
                    <a:pt x="0" y="0"/>
                  </a:moveTo>
                  <a:lnTo>
                    <a:pt x="6096000" y="0"/>
                  </a:lnTo>
                  <a:lnTo>
                    <a:pt x="6096000" y="3413760"/>
                  </a:lnTo>
                  <a:lnTo>
                    <a:pt x="0" y="3413760"/>
                  </a:lnTo>
                  <a:close/>
                </a:path>
              </a:pathLst>
            </a:custGeom>
            <a:solidFill>
              <a:srgbClr val="2a2a3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9" name="Freeform 31"/>
            <p:cNvSpPr/>
            <p:nvPr/>
          </p:nvSpPr>
          <p:spPr>
            <a:xfrm>
              <a:off x="12606120" y="1633320"/>
              <a:ext cx="4596840" cy="2585160"/>
            </a:xfrm>
            <a:custGeom>
              <a:avLst/>
              <a:gdLst>
                <a:gd name="textAreaLeft" fmla="*/ 0 w 4596840"/>
                <a:gd name="textAreaRight" fmla="*/ 4597200 w 4596840"/>
                <a:gd name="textAreaTop" fmla="*/ 0 h 2585160"/>
                <a:gd name="textAreaBottom" fmla="*/ 2585520 h 2585160"/>
              </a:gdLst>
              <a:ahLst/>
              <a:rect l="textAreaLeft" t="textAreaTop" r="textAreaRight" b="textAreaBottom"/>
              <a:pathLst>
                <a:path w="6129782" h="3447542">
                  <a:moveTo>
                    <a:pt x="16891" y="0"/>
                  </a:moveTo>
                  <a:lnTo>
                    <a:pt x="6112891" y="0"/>
                  </a:lnTo>
                  <a:cubicBezTo>
                    <a:pt x="6122289" y="0"/>
                    <a:pt x="6129782" y="7620"/>
                    <a:pt x="6129782" y="16891"/>
                  </a:cubicBezTo>
                  <a:lnTo>
                    <a:pt x="6129782" y="3430651"/>
                  </a:lnTo>
                  <a:cubicBezTo>
                    <a:pt x="6129782" y="3440049"/>
                    <a:pt x="6122162" y="3447542"/>
                    <a:pt x="6112891" y="3447542"/>
                  </a:cubicBezTo>
                  <a:lnTo>
                    <a:pt x="16891" y="3447542"/>
                  </a:lnTo>
                  <a:cubicBezTo>
                    <a:pt x="7493" y="3447542"/>
                    <a:pt x="0" y="3439922"/>
                    <a:pt x="0" y="3430651"/>
                  </a:cubicBezTo>
                  <a:lnTo>
                    <a:pt x="0" y="16891"/>
                  </a:lnTo>
                  <a:cubicBezTo>
                    <a:pt x="0" y="7620"/>
                    <a:pt x="7620" y="0"/>
                    <a:pt x="16891" y="0"/>
                  </a:cubicBezTo>
                  <a:moveTo>
                    <a:pt x="16891" y="33909"/>
                  </a:moveTo>
                  <a:lnTo>
                    <a:pt x="16891" y="16891"/>
                  </a:lnTo>
                  <a:lnTo>
                    <a:pt x="33909" y="16891"/>
                  </a:lnTo>
                  <a:lnTo>
                    <a:pt x="33909" y="3430651"/>
                  </a:lnTo>
                  <a:lnTo>
                    <a:pt x="16891" y="3430651"/>
                  </a:lnTo>
                  <a:lnTo>
                    <a:pt x="16891" y="3413760"/>
                  </a:lnTo>
                  <a:lnTo>
                    <a:pt x="6112891" y="3413760"/>
                  </a:lnTo>
                  <a:lnTo>
                    <a:pt x="6112891" y="3430651"/>
                  </a:lnTo>
                  <a:lnTo>
                    <a:pt x="6096000" y="3430651"/>
                  </a:lnTo>
                  <a:lnTo>
                    <a:pt x="6096000" y="16891"/>
                  </a:lnTo>
                  <a:lnTo>
                    <a:pt x="6112891" y="16891"/>
                  </a:lnTo>
                  <a:lnTo>
                    <a:pt x="6112891" y="33909"/>
                  </a:lnTo>
                  <a:lnTo>
                    <a:pt x="16891" y="33909"/>
                  </a:lnTo>
                  <a:close/>
                </a:path>
              </a:pathLst>
            </a:custGeom>
            <a:solidFill>
              <a:srgbClr val="4a4a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90" name="Group 32"/>
          <p:cNvGrpSpPr/>
          <p:nvPr/>
        </p:nvGrpSpPr>
        <p:grpSpPr>
          <a:xfrm>
            <a:off x="12801600" y="1785240"/>
            <a:ext cx="4205880" cy="1433160"/>
            <a:chOff x="12801600" y="1785240"/>
            <a:chExt cx="4205880" cy="1433160"/>
          </a:xfrm>
        </p:grpSpPr>
        <p:sp>
          <p:nvSpPr>
            <p:cNvPr id="191" name="Freeform 33"/>
            <p:cNvSpPr/>
            <p:nvPr/>
          </p:nvSpPr>
          <p:spPr>
            <a:xfrm>
              <a:off x="12801600" y="1792080"/>
              <a:ext cx="4205880" cy="1425960"/>
            </a:xfrm>
            <a:custGeom>
              <a:avLst/>
              <a:gdLst>
                <a:gd name="textAreaLeft" fmla="*/ 0 w 4205880"/>
                <a:gd name="textAreaRight" fmla="*/ 4206240 w 4205880"/>
                <a:gd name="textAreaTop" fmla="*/ 0 h 1425960"/>
                <a:gd name="textAreaBottom" fmla="*/ 1426320 h 1425960"/>
              </a:gdLst>
              <a:ahLst/>
              <a:rect l="textAreaLeft" t="textAreaTop" r="textAreaRight" b="textAreaBottom"/>
              <a:pathLst>
                <a:path w="5608320" h="1901952">
                  <a:moveTo>
                    <a:pt x="0" y="0"/>
                  </a:moveTo>
                  <a:lnTo>
                    <a:pt x="5608320" y="0"/>
                  </a:lnTo>
                  <a:lnTo>
                    <a:pt x="5608320" y="1901952"/>
                  </a:lnTo>
                  <a:lnTo>
                    <a:pt x="0" y="1901952"/>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2" name="TextBox 34"/>
            <p:cNvSpPr/>
            <p:nvPr/>
          </p:nvSpPr>
          <p:spPr>
            <a:xfrm>
              <a:off x="12801600" y="1785240"/>
              <a:ext cx="4205880" cy="1433160"/>
            </a:xfrm>
            <a:prstGeom prst="rect">
              <a:avLst/>
            </a:prstGeom>
            <a:noFill/>
            <a:ln w="0">
              <a:noFill/>
            </a:ln>
          </p:spPr>
          <p:style>
            <a:lnRef idx="0"/>
            <a:fillRef idx="0"/>
            <a:effectRef idx="0"/>
            <a:fontRef idx="minor"/>
          </p:style>
          <p:txBody>
            <a:bodyPr lIns="0" rIns="0" tIns="0" bIns="0" anchor="ctr">
              <a:noAutofit/>
            </a:bodyPr>
            <a:p>
              <a:pPr algn="ctr" defTabSz="914400">
                <a:lnSpc>
                  <a:spcPts val="8158"/>
                </a:lnSpc>
              </a:pPr>
              <a:r>
                <a:rPr b="1" lang="en-US" sz="6800" spc="-1" strike="noStrike">
                  <a:solidFill>
                    <a:srgbClr val="ffffff"/>
                  </a:solidFill>
                  <a:latin typeface="Trebuchet MS Bold"/>
                  <a:ea typeface="Trebuchet MS Bold"/>
                </a:rPr>
                <a:t>AI</a:t>
              </a:r>
              <a:endParaRPr b="0" lang="en-US" sz="6800" spc="-1" strike="noStrike">
                <a:solidFill>
                  <a:srgbClr val="ffffff"/>
                </a:solidFill>
                <a:latin typeface="Arial"/>
              </a:endParaRPr>
            </a:p>
          </p:txBody>
        </p:sp>
      </p:grpSp>
      <p:grpSp>
        <p:nvGrpSpPr>
          <p:cNvPr id="193" name="Group 35"/>
          <p:cNvGrpSpPr/>
          <p:nvPr/>
        </p:nvGrpSpPr>
        <p:grpSpPr>
          <a:xfrm>
            <a:off x="12801600" y="3241080"/>
            <a:ext cx="4205880" cy="745560"/>
            <a:chOff x="12801600" y="3241080"/>
            <a:chExt cx="4205880" cy="745560"/>
          </a:xfrm>
        </p:grpSpPr>
        <p:sp>
          <p:nvSpPr>
            <p:cNvPr id="194" name="Freeform 36"/>
            <p:cNvSpPr/>
            <p:nvPr/>
          </p:nvSpPr>
          <p:spPr>
            <a:xfrm>
              <a:off x="12801600" y="3255120"/>
              <a:ext cx="4205880" cy="731160"/>
            </a:xfrm>
            <a:custGeom>
              <a:avLst/>
              <a:gdLst>
                <a:gd name="textAreaLeft" fmla="*/ 0 w 4205880"/>
                <a:gd name="textAreaRight" fmla="*/ 4206240 w 4205880"/>
                <a:gd name="textAreaTop" fmla="*/ 0 h 731160"/>
                <a:gd name="textAreaBottom" fmla="*/ 731520 h 731160"/>
              </a:gdLst>
              <a:ahLst/>
              <a:rect l="textAreaLeft" t="textAreaTop" r="textAreaRight" b="textAreaBottom"/>
              <a:pathLst>
                <a:path w="5608320" h="975360">
                  <a:moveTo>
                    <a:pt x="0" y="0"/>
                  </a:moveTo>
                  <a:lnTo>
                    <a:pt x="5608320" y="0"/>
                  </a:lnTo>
                  <a:lnTo>
                    <a:pt x="5608320" y="975360"/>
                  </a:lnTo>
                  <a:lnTo>
                    <a:pt x="0" y="975360"/>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5" name="TextBox 37"/>
            <p:cNvSpPr/>
            <p:nvPr/>
          </p:nvSpPr>
          <p:spPr>
            <a:xfrm>
              <a:off x="12801600" y="3241080"/>
              <a:ext cx="4205880" cy="745560"/>
            </a:xfrm>
            <a:prstGeom prst="rect">
              <a:avLst/>
            </a:prstGeom>
            <a:noFill/>
            <a:ln w="0">
              <a:noFill/>
            </a:ln>
          </p:spPr>
          <p:style>
            <a:lnRef idx="0"/>
            <a:fillRef idx="0"/>
            <a:effectRef idx="0"/>
            <a:fontRef idx="minor"/>
          </p:style>
          <p:txBody>
            <a:bodyPr lIns="0" rIns="0" tIns="0" bIns="0" anchor="ctr">
              <a:noAutofit/>
            </a:bodyPr>
            <a:p>
              <a:pPr algn="ctr" defTabSz="914400">
                <a:lnSpc>
                  <a:spcPts val="2401"/>
                </a:lnSpc>
              </a:pPr>
              <a:r>
                <a:rPr b="1" lang="en-US" sz="2000" spc="-1" strike="noStrike">
                  <a:solidFill>
                    <a:srgbClr val="f4a261"/>
                  </a:solidFill>
                  <a:latin typeface="Trebuchet MS Bold"/>
                  <a:ea typeface="Trebuchet MS Bold"/>
                </a:rPr>
                <a:t>Patterns / Prediction</a:t>
              </a:r>
              <a:endParaRPr b="0" lang="en-US" sz="2000" spc="-1" strike="noStrike">
                <a:solidFill>
                  <a:srgbClr val="ffffff"/>
                </a:solidFill>
                <a:latin typeface="Arial"/>
              </a:endParaRPr>
            </a:p>
          </p:txBody>
        </p:sp>
      </p:grpSp>
      <p:grpSp>
        <p:nvGrpSpPr>
          <p:cNvPr id="196" name="Group 38"/>
          <p:cNvGrpSpPr/>
          <p:nvPr/>
        </p:nvGrpSpPr>
        <p:grpSpPr>
          <a:xfrm>
            <a:off x="5839560" y="4705560"/>
            <a:ext cx="6608520" cy="134640"/>
            <a:chOff x="5839560" y="4705560"/>
            <a:chExt cx="6608520" cy="134640"/>
          </a:xfrm>
        </p:grpSpPr>
        <p:sp>
          <p:nvSpPr>
            <p:cNvPr id="197" name="Freeform 39"/>
            <p:cNvSpPr/>
            <p:nvPr/>
          </p:nvSpPr>
          <p:spPr>
            <a:xfrm>
              <a:off x="5852160" y="4718160"/>
              <a:ext cx="6583320" cy="109440"/>
            </a:xfrm>
            <a:custGeom>
              <a:avLst/>
              <a:gdLst>
                <a:gd name="textAreaLeft" fmla="*/ 0 w 6583320"/>
                <a:gd name="textAreaRight" fmla="*/ 6583680 w 6583320"/>
                <a:gd name="textAreaTop" fmla="*/ 0 h 109440"/>
                <a:gd name="textAreaBottom" fmla="*/ 109800 h 109440"/>
              </a:gdLst>
              <a:ahLst/>
              <a:rect l="textAreaLeft" t="textAreaTop" r="textAreaRight" b="textAreaBottom"/>
              <a:pathLst>
                <a:path w="8778240" h="146304">
                  <a:moveTo>
                    <a:pt x="0" y="0"/>
                  </a:moveTo>
                  <a:lnTo>
                    <a:pt x="8778240" y="0"/>
                  </a:lnTo>
                  <a:lnTo>
                    <a:pt x="8778240" y="146304"/>
                  </a:lnTo>
                  <a:lnTo>
                    <a:pt x="0" y="146304"/>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8" name="Freeform 40"/>
            <p:cNvSpPr/>
            <p:nvPr/>
          </p:nvSpPr>
          <p:spPr>
            <a:xfrm>
              <a:off x="5839560" y="4705560"/>
              <a:ext cx="6608520" cy="134640"/>
            </a:xfrm>
            <a:custGeom>
              <a:avLst/>
              <a:gdLst>
                <a:gd name="textAreaLeft" fmla="*/ 0 w 6608520"/>
                <a:gd name="textAreaRight" fmla="*/ 6608880 w 6608520"/>
                <a:gd name="textAreaTop" fmla="*/ 0 h 134640"/>
                <a:gd name="textAreaBottom" fmla="*/ 135000 h 134640"/>
              </a:gdLst>
              <a:ahLst/>
              <a:rect l="textAreaLeft" t="textAreaTop" r="textAreaRight" b="textAreaBottom"/>
              <a:pathLst>
                <a:path w="8812022" h="180088">
                  <a:moveTo>
                    <a:pt x="16891" y="0"/>
                  </a:moveTo>
                  <a:lnTo>
                    <a:pt x="8795131" y="0"/>
                  </a:lnTo>
                  <a:cubicBezTo>
                    <a:pt x="8804529" y="0"/>
                    <a:pt x="8812022" y="7620"/>
                    <a:pt x="8812022" y="16891"/>
                  </a:cubicBezTo>
                  <a:lnTo>
                    <a:pt x="8812022" y="163195"/>
                  </a:lnTo>
                  <a:cubicBezTo>
                    <a:pt x="8812022" y="172593"/>
                    <a:pt x="8804402" y="180086"/>
                    <a:pt x="879513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8795131" y="146304"/>
                  </a:lnTo>
                  <a:lnTo>
                    <a:pt x="8795131" y="163195"/>
                  </a:lnTo>
                  <a:lnTo>
                    <a:pt x="8778240" y="163195"/>
                  </a:lnTo>
                  <a:lnTo>
                    <a:pt x="8778240" y="16891"/>
                  </a:lnTo>
                  <a:lnTo>
                    <a:pt x="8795131" y="16891"/>
                  </a:lnTo>
                  <a:lnTo>
                    <a:pt x="87951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99" name="Group 41"/>
          <p:cNvGrpSpPr/>
          <p:nvPr/>
        </p:nvGrpSpPr>
        <p:grpSpPr>
          <a:xfrm>
            <a:off x="2743200" y="4967280"/>
            <a:ext cx="12801240" cy="2750040"/>
            <a:chOff x="2743200" y="4967280"/>
            <a:chExt cx="12801240" cy="2750040"/>
          </a:xfrm>
        </p:grpSpPr>
        <p:sp>
          <p:nvSpPr>
            <p:cNvPr id="200" name="Freeform 42"/>
            <p:cNvSpPr/>
            <p:nvPr/>
          </p:nvSpPr>
          <p:spPr>
            <a:xfrm>
              <a:off x="2743200" y="4974480"/>
              <a:ext cx="12801240" cy="2742840"/>
            </a:xfrm>
            <a:custGeom>
              <a:avLst/>
              <a:gdLst>
                <a:gd name="textAreaLeft" fmla="*/ 0 w 12801240"/>
                <a:gd name="textAreaRight" fmla="*/ 12801600 w 12801240"/>
                <a:gd name="textAreaTop" fmla="*/ 0 h 2742840"/>
                <a:gd name="textAreaBottom" fmla="*/ 2743200 h 2742840"/>
              </a:gdLst>
              <a:ahLst/>
              <a:rect l="textAreaLeft" t="textAreaTop" r="textAreaRight" b="textAreaBottom"/>
              <a:pathLst>
                <a:path w="17068800" h="3657600">
                  <a:moveTo>
                    <a:pt x="0" y="0"/>
                  </a:moveTo>
                  <a:lnTo>
                    <a:pt x="17068800" y="0"/>
                  </a:lnTo>
                  <a:lnTo>
                    <a:pt x="17068800" y="3657600"/>
                  </a:lnTo>
                  <a:lnTo>
                    <a:pt x="0" y="3657600"/>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1" name="TextBox 43"/>
            <p:cNvSpPr/>
            <p:nvPr/>
          </p:nvSpPr>
          <p:spPr>
            <a:xfrm>
              <a:off x="2743200" y="4967280"/>
              <a:ext cx="12801240" cy="2750040"/>
            </a:xfrm>
            <a:prstGeom prst="rect">
              <a:avLst/>
            </a:prstGeom>
            <a:noFill/>
            <a:ln w="0">
              <a:noFill/>
            </a:ln>
          </p:spPr>
          <p:style>
            <a:lnRef idx="0"/>
            <a:fillRef idx="0"/>
            <a:effectRef idx="0"/>
            <a:fontRef idx="minor"/>
          </p:style>
          <p:txBody>
            <a:bodyPr lIns="0" rIns="0" tIns="0" bIns="0" anchor="ctr">
              <a:noAutofit/>
            </a:bodyPr>
            <a:p>
              <a:pPr algn="ctr" defTabSz="914400">
                <a:lnSpc>
                  <a:spcPts val="17280"/>
                </a:lnSpc>
              </a:pPr>
              <a:r>
                <a:rPr b="1" lang="en-US" sz="14400" spc="-1" strike="noStrike">
                  <a:solidFill>
                    <a:srgbClr val="f4a261"/>
                  </a:solidFill>
                  <a:latin typeface="Trebuchet MS Bold"/>
                  <a:ea typeface="Trebuchet MS Bold"/>
                </a:rPr>
                <a:t>GeoAI</a:t>
              </a:r>
              <a:endParaRPr b="0" lang="en-US" sz="14400" spc="-1" strike="noStrike">
                <a:solidFill>
                  <a:srgbClr val="ffffff"/>
                </a:solidFill>
                <a:latin typeface="Arial"/>
              </a:endParaRPr>
            </a:p>
          </p:txBody>
        </p:sp>
      </p:grpSp>
      <p:grpSp>
        <p:nvGrpSpPr>
          <p:cNvPr id="202" name="Group 44"/>
          <p:cNvGrpSpPr/>
          <p:nvPr/>
        </p:nvGrpSpPr>
        <p:grpSpPr>
          <a:xfrm>
            <a:off x="3645000" y="7814520"/>
            <a:ext cx="10997640" cy="1579320"/>
            <a:chOff x="3645000" y="7814520"/>
            <a:chExt cx="10997640" cy="1579320"/>
          </a:xfrm>
        </p:grpSpPr>
        <p:sp>
          <p:nvSpPr>
            <p:cNvPr id="203" name="Freeform 45"/>
            <p:cNvSpPr/>
            <p:nvPr/>
          </p:nvSpPr>
          <p:spPr>
            <a:xfrm>
              <a:off x="3657600" y="7827120"/>
              <a:ext cx="10972440" cy="1554120"/>
            </a:xfrm>
            <a:custGeom>
              <a:avLst/>
              <a:gdLst>
                <a:gd name="textAreaLeft" fmla="*/ 0 w 10972440"/>
                <a:gd name="textAreaRight" fmla="*/ 10972800 w 10972440"/>
                <a:gd name="textAreaTop" fmla="*/ 0 h 1554120"/>
                <a:gd name="textAreaBottom" fmla="*/ 1554480 h 1554120"/>
              </a:gdLst>
              <a:ahLst/>
              <a:rect l="textAreaLeft" t="textAreaTop" r="textAreaRight" b="textAreaBottom"/>
              <a:pathLst>
                <a:path w="14630399" h="2072640">
                  <a:moveTo>
                    <a:pt x="0" y="0"/>
                  </a:moveTo>
                  <a:lnTo>
                    <a:pt x="14630399" y="0"/>
                  </a:lnTo>
                  <a:lnTo>
                    <a:pt x="14630399" y="2072640"/>
                  </a:lnTo>
                  <a:lnTo>
                    <a:pt x="0" y="2072640"/>
                  </a:lnTo>
                  <a:close/>
                </a:path>
              </a:pathLst>
            </a:custGeom>
            <a:solidFill>
              <a:srgbClr val="1a3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4" name="Freeform 46"/>
            <p:cNvSpPr/>
            <p:nvPr/>
          </p:nvSpPr>
          <p:spPr>
            <a:xfrm>
              <a:off x="3645000" y="7814520"/>
              <a:ext cx="10997640" cy="1579320"/>
            </a:xfrm>
            <a:custGeom>
              <a:avLst/>
              <a:gdLst>
                <a:gd name="textAreaLeft" fmla="*/ 0 w 10997640"/>
                <a:gd name="textAreaRight" fmla="*/ 10998000 w 10997640"/>
                <a:gd name="textAreaTop" fmla="*/ 0 h 1579320"/>
                <a:gd name="textAreaBottom" fmla="*/ 1579680 h 1579320"/>
              </a:gdLst>
              <a:ahLst/>
              <a:rect l="textAreaLeft" t="textAreaTop" r="textAreaRight" b="textAreaBottom"/>
              <a:pathLst>
                <a:path w="14664182" h="2106422">
                  <a:moveTo>
                    <a:pt x="16891" y="0"/>
                  </a:moveTo>
                  <a:lnTo>
                    <a:pt x="14647290" y="0"/>
                  </a:lnTo>
                  <a:cubicBezTo>
                    <a:pt x="14656690" y="0"/>
                    <a:pt x="14664182" y="7620"/>
                    <a:pt x="14664182" y="16891"/>
                  </a:cubicBezTo>
                  <a:lnTo>
                    <a:pt x="14664182" y="2089531"/>
                  </a:lnTo>
                  <a:cubicBezTo>
                    <a:pt x="14664182" y="2098929"/>
                    <a:pt x="14656563" y="2106422"/>
                    <a:pt x="146472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14647290" y="2072640"/>
                  </a:lnTo>
                  <a:lnTo>
                    <a:pt x="14647290" y="2089531"/>
                  </a:lnTo>
                  <a:lnTo>
                    <a:pt x="14630400" y="2089531"/>
                  </a:lnTo>
                  <a:lnTo>
                    <a:pt x="14630400" y="16891"/>
                  </a:lnTo>
                  <a:lnTo>
                    <a:pt x="14647290" y="16891"/>
                  </a:lnTo>
                  <a:lnTo>
                    <a:pt x="14647290" y="33909"/>
                  </a:lnTo>
                  <a:lnTo>
                    <a:pt x="16891" y="33909"/>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05" name="Group 47"/>
          <p:cNvGrpSpPr/>
          <p:nvPr/>
        </p:nvGrpSpPr>
        <p:grpSpPr>
          <a:xfrm>
            <a:off x="3886200" y="8229600"/>
            <a:ext cx="10606680" cy="1573920"/>
            <a:chOff x="3886200" y="8229600"/>
            <a:chExt cx="10606680" cy="1573920"/>
          </a:xfrm>
        </p:grpSpPr>
        <p:sp>
          <p:nvSpPr>
            <p:cNvPr id="206" name="Freeform 48"/>
            <p:cNvSpPr/>
            <p:nvPr/>
          </p:nvSpPr>
          <p:spPr>
            <a:xfrm>
              <a:off x="3886200" y="8322480"/>
              <a:ext cx="10606680" cy="1481040"/>
            </a:xfrm>
            <a:custGeom>
              <a:avLst/>
              <a:gdLst>
                <a:gd name="textAreaLeft" fmla="*/ 0 w 10606680"/>
                <a:gd name="textAreaRight" fmla="*/ 10607040 w 10606680"/>
                <a:gd name="textAreaTop" fmla="*/ 0 h 1481040"/>
                <a:gd name="textAreaBottom" fmla="*/ 1481400 h 1481040"/>
              </a:gdLst>
              <a:ahLst/>
              <a:rect l="textAreaLeft" t="textAreaTop" r="textAreaRight" b="textAreaBottom"/>
              <a:pathLst>
                <a:path w="14142720" h="1975104">
                  <a:moveTo>
                    <a:pt x="0" y="0"/>
                  </a:moveTo>
                  <a:lnTo>
                    <a:pt x="14142720" y="0"/>
                  </a:lnTo>
                  <a:lnTo>
                    <a:pt x="14142720" y="1975104"/>
                  </a:lnTo>
                  <a:lnTo>
                    <a:pt x="0" y="1975104"/>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7" name="TextBox 49"/>
            <p:cNvSpPr/>
            <p:nvPr/>
          </p:nvSpPr>
          <p:spPr>
            <a:xfrm>
              <a:off x="3886200" y="8229600"/>
              <a:ext cx="10606680" cy="1573920"/>
            </a:xfrm>
            <a:prstGeom prst="rect">
              <a:avLst/>
            </a:prstGeom>
            <a:noFill/>
            <a:ln w="0">
              <a:noFill/>
            </a:ln>
          </p:spPr>
          <p:style>
            <a:lnRef idx="0"/>
            <a:fillRef idx="0"/>
            <a:effectRef idx="0"/>
            <a:fontRef idx="minor"/>
          </p:style>
          <p:txBody>
            <a:bodyPr lIns="0" rIns="0" tIns="0" bIns="0" anchor="ctr">
              <a:noAutofit/>
            </a:bodyPr>
            <a:p>
              <a:pPr algn="ctr" defTabSz="914400">
                <a:lnSpc>
                  <a:spcPts val="3745"/>
                </a:lnSpc>
                <a:spcBef>
                  <a:spcPts val="1191"/>
                </a:spcBef>
                <a:spcAft>
                  <a:spcPts val="992"/>
                </a:spcAft>
              </a:pPr>
              <a:r>
                <a:rPr b="0" lang="en-US" sz="2400" spc="-1" strike="noStrike">
                  <a:solidFill>
                    <a:srgbClr val="ffffff"/>
                  </a:solidFill>
                  <a:latin typeface="Calibri (MS)"/>
                  <a:ea typeface="Calibri (MS)"/>
                </a:rPr>
                <a:t>AI applied to spatial and geographic data, Detects patterns that vary across locations, Reveals why spatial patterns exist, not just where</a:t>
              </a:r>
              <a:endParaRPr b="0" lang="en-US" sz="2400" spc="-1" strike="noStrike">
                <a:solidFill>
                  <a:srgbClr val="ffffff"/>
                </a:solidFill>
                <a:latin typeface="Arial"/>
              </a:endParaRPr>
            </a:p>
            <a:p>
              <a:pPr defTabSz="914400">
                <a:lnSpc>
                  <a:spcPts val="3745"/>
                </a:lnSpc>
                <a:spcBef>
                  <a:spcPts val="1191"/>
                </a:spcBef>
                <a:spcAft>
                  <a:spcPts val="992"/>
                </a:spcAft>
              </a:pPr>
              <a:endParaRPr b="0" lang="en-US" sz="24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208" name="Group 2"/>
          <p:cNvGrpSpPr/>
          <p:nvPr/>
        </p:nvGrpSpPr>
        <p:grpSpPr>
          <a:xfrm>
            <a:off x="-12600" y="-12600"/>
            <a:ext cx="18312840" cy="1524600"/>
            <a:chOff x="-12600" y="-12600"/>
            <a:chExt cx="18312840" cy="1524600"/>
          </a:xfrm>
        </p:grpSpPr>
        <p:sp>
          <p:nvSpPr>
            <p:cNvPr id="209"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11" name="Group 5"/>
          <p:cNvGrpSpPr/>
          <p:nvPr/>
        </p:nvGrpSpPr>
        <p:grpSpPr>
          <a:xfrm>
            <a:off x="-12600" y="-12600"/>
            <a:ext cx="281160" cy="1524600"/>
            <a:chOff x="-12600" y="-12600"/>
            <a:chExt cx="281160" cy="1524600"/>
          </a:xfrm>
        </p:grpSpPr>
        <p:sp>
          <p:nvSpPr>
            <p:cNvPr id="212"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3"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14" name="Group 8"/>
          <p:cNvGrpSpPr/>
          <p:nvPr/>
        </p:nvGrpSpPr>
        <p:grpSpPr>
          <a:xfrm>
            <a:off x="640080" y="-14400"/>
            <a:ext cx="17007480" cy="1513800"/>
            <a:chOff x="640080" y="-14400"/>
            <a:chExt cx="17007480" cy="1513800"/>
          </a:xfrm>
        </p:grpSpPr>
        <p:sp>
          <p:nvSpPr>
            <p:cNvPr id="215"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6"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Why Location Changes Everything</a:t>
              </a:r>
              <a:endParaRPr b="0" lang="en-US" sz="4000" spc="-1" strike="noStrike">
                <a:solidFill>
                  <a:srgbClr val="000000"/>
                </a:solidFill>
                <a:latin typeface="Arial"/>
              </a:endParaRPr>
            </a:p>
          </p:txBody>
        </p:sp>
      </p:grpSp>
      <p:grpSp>
        <p:nvGrpSpPr>
          <p:cNvPr id="217" name="Group 11"/>
          <p:cNvGrpSpPr/>
          <p:nvPr/>
        </p:nvGrpSpPr>
        <p:grpSpPr>
          <a:xfrm>
            <a:off x="548640" y="1617480"/>
            <a:ext cx="17190360" cy="668160"/>
            <a:chOff x="548640" y="1617480"/>
            <a:chExt cx="17190360" cy="668160"/>
          </a:xfrm>
        </p:grpSpPr>
        <p:sp>
          <p:nvSpPr>
            <p:cNvPr id="218" name="Freeform 12"/>
            <p:cNvSpPr/>
            <p:nvPr/>
          </p:nvSpPr>
          <p:spPr>
            <a:xfrm>
              <a:off x="548640" y="1645920"/>
              <a:ext cx="17190360" cy="639720"/>
            </a:xfrm>
            <a:custGeom>
              <a:avLst/>
              <a:gdLst>
                <a:gd name="textAreaLeft" fmla="*/ 0 w 17190360"/>
                <a:gd name="textAreaRight" fmla="*/ 17190720 w 17190360"/>
                <a:gd name="textAreaTop" fmla="*/ 0 h 639720"/>
                <a:gd name="textAreaBottom" fmla="*/ 640080 h 639720"/>
              </a:gdLst>
              <a:ahLst/>
              <a:rect l="textAreaLeft" t="textAreaTop" r="textAreaRight" b="textAreaBottom"/>
              <a:pathLst>
                <a:path w="22920961" h="853440">
                  <a:moveTo>
                    <a:pt x="0" y="0"/>
                  </a:moveTo>
                  <a:lnTo>
                    <a:pt x="22920961" y="0"/>
                  </a:lnTo>
                  <a:lnTo>
                    <a:pt x="22920961" y="853440"/>
                  </a:lnTo>
                  <a:lnTo>
                    <a:pt x="0" y="85344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9" name="TextBox 13"/>
            <p:cNvSpPr/>
            <p:nvPr/>
          </p:nvSpPr>
          <p:spPr>
            <a:xfrm>
              <a:off x="548640" y="1617480"/>
              <a:ext cx="17190360" cy="66816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0" i="1" lang="en-US" sz="2400" spc="-1" strike="noStrike">
                  <a:solidFill>
                    <a:srgbClr val="64748b"/>
                  </a:solidFill>
                  <a:latin typeface="Calibri (MS) Italics"/>
                  <a:ea typeface="Calibri (MS) Italics"/>
                </a:rPr>
                <a:t>The same question. Two different places. Two completely different answers.</a:t>
              </a:r>
              <a:endParaRPr b="0" lang="en-US" sz="2400" spc="-1" strike="noStrike">
                <a:solidFill>
                  <a:srgbClr val="000000"/>
                </a:solidFill>
                <a:latin typeface="Arial"/>
              </a:endParaRPr>
            </a:p>
          </p:txBody>
        </p:sp>
      </p:grpSp>
      <p:grpSp>
        <p:nvGrpSpPr>
          <p:cNvPr id="220" name="Group 14"/>
          <p:cNvGrpSpPr/>
          <p:nvPr/>
        </p:nvGrpSpPr>
        <p:grpSpPr>
          <a:xfrm>
            <a:off x="542160" y="2407680"/>
            <a:ext cx="8241840" cy="6321600"/>
            <a:chOff x="542160" y="2407680"/>
            <a:chExt cx="8241840" cy="6321600"/>
          </a:xfrm>
        </p:grpSpPr>
        <p:sp>
          <p:nvSpPr>
            <p:cNvPr id="221" name="Freeform 15"/>
            <p:cNvSpPr/>
            <p:nvPr/>
          </p:nvSpPr>
          <p:spPr>
            <a:xfrm>
              <a:off x="548640" y="2414160"/>
              <a:ext cx="8229240" cy="6309000"/>
            </a:xfrm>
            <a:custGeom>
              <a:avLst/>
              <a:gdLst>
                <a:gd name="textAreaLeft" fmla="*/ 0 w 8229240"/>
                <a:gd name="textAreaRight" fmla="*/ 8229600 w 8229240"/>
                <a:gd name="textAreaTop" fmla="*/ 0 h 6309000"/>
                <a:gd name="textAreaBottom" fmla="*/ 6309360 h 6309000"/>
              </a:gdLst>
              <a:ahLst/>
              <a:rect l="textAreaLeft" t="textAreaTop" r="textAreaRight" b="textAreaBottom"/>
              <a:pathLst>
                <a:path w="10972800" h="8412480">
                  <a:moveTo>
                    <a:pt x="0" y="0"/>
                  </a:moveTo>
                  <a:lnTo>
                    <a:pt x="10972800" y="0"/>
                  </a:lnTo>
                  <a:lnTo>
                    <a:pt x="10972800" y="8412480"/>
                  </a:lnTo>
                  <a:lnTo>
                    <a:pt x="0" y="8412480"/>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2" name="Freeform 16"/>
            <p:cNvSpPr/>
            <p:nvPr/>
          </p:nvSpPr>
          <p:spPr>
            <a:xfrm>
              <a:off x="542160" y="2407680"/>
              <a:ext cx="8241840" cy="6321600"/>
            </a:xfrm>
            <a:custGeom>
              <a:avLst/>
              <a:gdLst>
                <a:gd name="textAreaLeft" fmla="*/ 0 w 8241840"/>
                <a:gd name="textAreaRight" fmla="*/ 8242200 w 8241840"/>
                <a:gd name="textAreaTop" fmla="*/ 0 h 6321600"/>
                <a:gd name="textAreaBottom" fmla="*/ 6321960 h 6321600"/>
              </a:gdLst>
              <a:ahLst/>
              <a:rect l="textAreaLeft" t="textAreaTop" r="textAreaRight" b="textAreaBottom"/>
              <a:pathLst>
                <a:path w="10989818" h="8429499">
                  <a:moveTo>
                    <a:pt x="8509" y="0"/>
                  </a:moveTo>
                  <a:lnTo>
                    <a:pt x="10981309" y="0"/>
                  </a:lnTo>
                  <a:cubicBezTo>
                    <a:pt x="10986008" y="0"/>
                    <a:pt x="10989818" y="3810"/>
                    <a:pt x="10989818" y="8509"/>
                  </a:cubicBezTo>
                  <a:lnTo>
                    <a:pt x="10989818" y="8420989"/>
                  </a:lnTo>
                  <a:cubicBezTo>
                    <a:pt x="10989818" y="8425688"/>
                    <a:pt x="10986008" y="8429499"/>
                    <a:pt x="10981309" y="8429499"/>
                  </a:cubicBezTo>
                  <a:lnTo>
                    <a:pt x="8509" y="8429499"/>
                  </a:lnTo>
                  <a:cubicBezTo>
                    <a:pt x="3810" y="8429499"/>
                    <a:pt x="0" y="8425688"/>
                    <a:pt x="0" y="8420989"/>
                  </a:cubicBezTo>
                  <a:lnTo>
                    <a:pt x="0" y="8509"/>
                  </a:lnTo>
                  <a:cubicBezTo>
                    <a:pt x="0" y="3810"/>
                    <a:pt x="3810" y="0"/>
                    <a:pt x="8509" y="0"/>
                  </a:cubicBezTo>
                  <a:moveTo>
                    <a:pt x="8509" y="16891"/>
                  </a:moveTo>
                  <a:lnTo>
                    <a:pt x="8509" y="8509"/>
                  </a:lnTo>
                  <a:lnTo>
                    <a:pt x="17018" y="8509"/>
                  </a:lnTo>
                  <a:lnTo>
                    <a:pt x="17018" y="8420989"/>
                  </a:lnTo>
                  <a:lnTo>
                    <a:pt x="8509" y="8420989"/>
                  </a:lnTo>
                  <a:lnTo>
                    <a:pt x="8509" y="8412480"/>
                  </a:lnTo>
                  <a:lnTo>
                    <a:pt x="10981309" y="8412480"/>
                  </a:lnTo>
                  <a:lnTo>
                    <a:pt x="10981309" y="8420989"/>
                  </a:lnTo>
                  <a:lnTo>
                    <a:pt x="10972800" y="8420989"/>
                  </a:lnTo>
                  <a:lnTo>
                    <a:pt x="10972800" y="8509"/>
                  </a:lnTo>
                  <a:lnTo>
                    <a:pt x="10981309" y="8509"/>
                  </a:lnTo>
                  <a:lnTo>
                    <a:pt x="1098130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23" name="Group 17"/>
          <p:cNvGrpSpPr/>
          <p:nvPr/>
        </p:nvGrpSpPr>
        <p:grpSpPr>
          <a:xfrm>
            <a:off x="725040" y="2590560"/>
            <a:ext cx="7876080" cy="2218680"/>
            <a:chOff x="725040" y="2590560"/>
            <a:chExt cx="7876080" cy="2218680"/>
          </a:xfrm>
        </p:grpSpPr>
        <p:sp>
          <p:nvSpPr>
            <p:cNvPr id="224" name="Freeform 18"/>
            <p:cNvSpPr/>
            <p:nvPr/>
          </p:nvSpPr>
          <p:spPr>
            <a:xfrm>
              <a:off x="731520" y="2597040"/>
              <a:ext cx="7863480" cy="2194200"/>
            </a:xfrm>
            <a:custGeom>
              <a:avLst/>
              <a:gdLst>
                <a:gd name="textAreaLeft" fmla="*/ 0 w 7863480"/>
                <a:gd name="textAreaRight" fmla="*/ 7863840 w 7863480"/>
                <a:gd name="textAreaTop" fmla="*/ 0 h 2194200"/>
                <a:gd name="textAreaBottom" fmla="*/ 2194560 h 2194200"/>
              </a:gdLst>
              <a:ahLst/>
              <a:rect l="textAreaLeft" t="textAreaTop" r="textAreaRight" b="textAreaBottom"/>
              <a:pathLst>
                <a:path w="10485119" h="2926080">
                  <a:moveTo>
                    <a:pt x="0" y="0"/>
                  </a:moveTo>
                  <a:lnTo>
                    <a:pt x="10485119" y="0"/>
                  </a:lnTo>
                  <a:lnTo>
                    <a:pt x="10485119" y="2926080"/>
                  </a:lnTo>
                  <a:lnTo>
                    <a:pt x="0" y="292608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5" name="Freeform 19"/>
            <p:cNvSpPr/>
            <p:nvPr/>
          </p:nvSpPr>
          <p:spPr>
            <a:xfrm>
              <a:off x="725040" y="2590560"/>
              <a:ext cx="7876080" cy="2218680"/>
            </a:xfrm>
            <a:custGeom>
              <a:avLst/>
              <a:gdLst>
                <a:gd name="textAreaLeft" fmla="*/ 0 w 7876080"/>
                <a:gd name="textAreaRight" fmla="*/ 7876440 w 7876080"/>
                <a:gd name="textAreaTop" fmla="*/ 0 h 2218680"/>
                <a:gd name="textAreaBottom" fmla="*/ 2219040 h 2218680"/>
              </a:gdLst>
              <a:ahLst/>
              <a:rect l="textAreaLeft" t="textAreaTop" r="textAreaRight" b="textAreaBottom"/>
              <a:pathLst>
                <a:path w="10502011" h="295884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423400" y="0"/>
                  </a:lnTo>
                  <a:lnTo>
                    <a:pt x="9423400" y="16891"/>
                  </a:lnTo>
                  <a:lnTo>
                    <a:pt x="9372600" y="16891"/>
                  </a:lnTo>
                  <a:close/>
                  <a:moveTo>
                    <a:pt x="9491091" y="16891"/>
                  </a:moveTo>
                  <a:lnTo>
                    <a:pt x="9541891" y="16891"/>
                  </a:lnTo>
                  <a:lnTo>
                    <a:pt x="9491091" y="16891"/>
                  </a:lnTo>
                  <a:close/>
                  <a:moveTo>
                    <a:pt x="9609582" y="16891"/>
                  </a:moveTo>
                  <a:lnTo>
                    <a:pt x="9660382" y="16891"/>
                  </a:lnTo>
                  <a:lnTo>
                    <a:pt x="9609582" y="16891"/>
                  </a:lnTo>
                  <a:close/>
                  <a:moveTo>
                    <a:pt x="9728200" y="0"/>
                  </a:moveTo>
                  <a:lnTo>
                    <a:pt x="9779000" y="0"/>
                  </a:lnTo>
                  <a:lnTo>
                    <a:pt x="9779000" y="16891"/>
                  </a:lnTo>
                  <a:lnTo>
                    <a:pt x="9728200" y="16891"/>
                  </a:lnTo>
                  <a:close/>
                  <a:moveTo>
                    <a:pt x="9846691" y="16891"/>
                  </a:moveTo>
                  <a:lnTo>
                    <a:pt x="9897491" y="16891"/>
                  </a:lnTo>
                  <a:lnTo>
                    <a:pt x="9846691" y="16891"/>
                  </a:lnTo>
                  <a:close/>
                  <a:moveTo>
                    <a:pt x="9965182" y="16891"/>
                  </a:moveTo>
                  <a:lnTo>
                    <a:pt x="10015982" y="16891"/>
                  </a:lnTo>
                  <a:lnTo>
                    <a:pt x="9965182" y="16891"/>
                  </a:lnTo>
                  <a:close/>
                  <a:moveTo>
                    <a:pt x="10083800" y="0"/>
                  </a:moveTo>
                  <a:lnTo>
                    <a:pt x="10134600" y="0"/>
                  </a:lnTo>
                  <a:lnTo>
                    <a:pt x="10134600" y="16891"/>
                  </a:lnTo>
                  <a:lnTo>
                    <a:pt x="10083800" y="16891"/>
                  </a:lnTo>
                  <a:close/>
                  <a:moveTo>
                    <a:pt x="10202291" y="16891"/>
                  </a:moveTo>
                  <a:lnTo>
                    <a:pt x="10253091" y="16891"/>
                  </a:lnTo>
                  <a:lnTo>
                    <a:pt x="10202291" y="16891"/>
                  </a:lnTo>
                  <a:close/>
                  <a:moveTo>
                    <a:pt x="10320782" y="16891"/>
                  </a:moveTo>
                  <a:lnTo>
                    <a:pt x="10371582" y="16891"/>
                  </a:lnTo>
                  <a:lnTo>
                    <a:pt x="10320782" y="16891"/>
                  </a:lnTo>
                  <a:close/>
                  <a:moveTo>
                    <a:pt x="10439400" y="0"/>
                  </a:moveTo>
                  <a:lnTo>
                    <a:pt x="10490200" y="0"/>
                  </a:lnTo>
                  <a:lnTo>
                    <a:pt x="10490200" y="16891"/>
                  </a:lnTo>
                  <a:lnTo>
                    <a:pt x="10439400" y="16891"/>
                  </a:lnTo>
                  <a:close/>
                  <a:moveTo>
                    <a:pt x="10502011" y="89662"/>
                  </a:moveTo>
                  <a:lnTo>
                    <a:pt x="10502011" y="140462"/>
                  </a:lnTo>
                  <a:lnTo>
                    <a:pt x="10485120" y="140462"/>
                  </a:lnTo>
                  <a:lnTo>
                    <a:pt x="10485120" y="89662"/>
                  </a:lnTo>
                  <a:close/>
                  <a:moveTo>
                    <a:pt x="10485120" y="208153"/>
                  </a:moveTo>
                  <a:lnTo>
                    <a:pt x="10485120" y="258953"/>
                  </a:lnTo>
                  <a:lnTo>
                    <a:pt x="10485120" y="208153"/>
                  </a:lnTo>
                  <a:close/>
                  <a:moveTo>
                    <a:pt x="10485120" y="326644"/>
                  </a:moveTo>
                  <a:lnTo>
                    <a:pt x="10485120" y="377444"/>
                  </a:lnTo>
                  <a:lnTo>
                    <a:pt x="10485120" y="326644"/>
                  </a:lnTo>
                  <a:close/>
                  <a:moveTo>
                    <a:pt x="10485120" y="445135"/>
                  </a:moveTo>
                  <a:lnTo>
                    <a:pt x="10485120" y="495935"/>
                  </a:lnTo>
                  <a:lnTo>
                    <a:pt x="10485120" y="445135"/>
                  </a:lnTo>
                  <a:close/>
                  <a:moveTo>
                    <a:pt x="10485120" y="563626"/>
                  </a:moveTo>
                  <a:lnTo>
                    <a:pt x="10485120" y="614426"/>
                  </a:lnTo>
                  <a:lnTo>
                    <a:pt x="10485120" y="563626"/>
                  </a:lnTo>
                  <a:close/>
                  <a:moveTo>
                    <a:pt x="10485120" y="682117"/>
                  </a:moveTo>
                  <a:lnTo>
                    <a:pt x="10485120" y="732917"/>
                  </a:lnTo>
                  <a:lnTo>
                    <a:pt x="10485120" y="682117"/>
                  </a:lnTo>
                  <a:close/>
                  <a:moveTo>
                    <a:pt x="10485120" y="800608"/>
                  </a:moveTo>
                  <a:lnTo>
                    <a:pt x="10485120" y="851408"/>
                  </a:lnTo>
                  <a:lnTo>
                    <a:pt x="10485120" y="800608"/>
                  </a:lnTo>
                  <a:close/>
                  <a:moveTo>
                    <a:pt x="10485120" y="919099"/>
                  </a:moveTo>
                  <a:lnTo>
                    <a:pt x="10485120" y="969899"/>
                  </a:lnTo>
                  <a:lnTo>
                    <a:pt x="10485120" y="919099"/>
                  </a:lnTo>
                  <a:close/>
                  <a:moveTo>
                    <a:pt x="10485120" y="1037590"/>
                  </a:moveTo>
                  <a:lnTo>
                    <a:pt x="10485120" y="1088390"/>
                  </a:lnTo>
                  <a:lnTo>
                    <a:pt x="10485120" y="1037590"/>
                  </a:lnTo>
                  <a:close/>
                  <a:moveTo>
                    <a:pt x="10485120" y="1156081"/>
                  </a:moveTo>
                  <a:lnTo>
                    <a:pt x="10485120" y="1206881"/>
                  </a:lnTo>
                  <a:lnTo>
                    <a:pt x="10485120" y="1156081"/>
                  </a:lnTo>
                  <a:close/>
                  <a:moveTo>
                    <a:pt x="10485120" y="1274572"/>
                  </a:moveTo>
                  <a:lnTo>
                    <a:pt x="10485120" y="1325372"/>
                  </a:lnTo>
                  <a:lnTo>
                    <a:pt x="10485120" y="1274572"/>
                  </a:lnTo>
                  <a:close/>
                  <a:moveTo>
                    <a:pt x="10485120" y="1393063"/>
                  </a:moveTo>
                  <a:lnTo>
                    <a:pt x="10485120" y="1443863"/>
                  </a:lnTo>
                  <a:lnTo>
                    <a:pt x="10485120" y="1393063"/>
                  </a:lnTo>
                  <a:close/>
                  <a:moveTo>
                    <a:pt x="10485120" y="1511554"/>
                  </a:moveTo>
                  <a:lnTo>
                    <a:pt x="10485120" y="1562354"/>
                  </a:lnTo>
                  <a:lnTo>
                    <a:pt x="10485120" y="1511554"/>
                  </a:lnTo>
                  <a:close/>
                  <a:moveTo>
                    <a:pt x="10485120" y="1630045"/>
                  </a:moveTo>
                  <a:lnTo>
                    <a:pt x="10485120" y="1680845"/>
                  </a:lnTo>
                  <a:lnTo>
                    <a:pt x="10485120" y="1630045"/>
                  </a:lnTo>
                  <a:close/>
                  <a:moveTo>
                    <a:pt x="10485120" y="1748536"/>
                  </a:moveTo>
                  <a:lnTo>
                    <a:pt x="10485120" y="1799336"/>
                  </a:lnTo>
                  <a:lnTo>
                    <a:pt x="10485120" y="1748536"/>
                  </a:lnTo>
                  <a:close/>
                  <a:moveTo>
                    <a:pt x="10485120" y="1867027"/>
                  </a:moveTo>
                  <a:lnTo>
                    <a:pt x="10485120" y="1917827"/>
                  </a:lnTo>
                  <a:lnTo>
                    <a:pt x="10485120" y="1867027"/>
                  </a:lnTo>
                  <a:close/>
                  <a:moveTo>
                    <a:pt x="10485120" y="1985518"/>
                  </a:moveTo>
                  <a:lnTo>
                    <a:pt x="10485120" y="2036318"/>
                  </a:lnTo>
                  <a:lnTo>
                    <a:pt x="10485120" y="1985518"/>
                  </a:lnTo>
                  <a:close/>
                  <a:moveTo>
                    <a:pt x="10485120" y="2104009"/>
                  </a:moveTo>
                  <a:lnTo>
                    <a:pt x="10485120" y="2154809"/>
                  </a:lnTo>
                  <a:lnTo>
                    <a:pt x="10485120" y="2104009"/>
                  </a:lnTo>
                  <a:close/>
                  <a:moveTo>
                    <a:pt x="10485120" y="2222500"/>
                  </a:moveTo>
                  <a:lnTo>
                    <a:pt x="10485120" y="2273300"/>
                  </a:lnTo>
                  <a:lnTo>
                    <a:pt x="10485120" y="2222500"/>
                  </a:lnTo>
                  <a:close/>
                  <a:moveTo>
                    <a:pt x="10485120" y="2340991"/>
                  </a:moveTo>
                  <a:lnTo>
                    <a:pt x="10485120" y="2391791"/>
                  </a:lnTo>
                  <a:lnTo>
                    <a:pt x="10485120" y="2340991"/>
                  </a:lnTo>
                  <a:close/>
                  <a:moveTo>
                    <a:pt x="10485120" y="2459482"/>
                  </a:moveTo>
                  <a:lnTo>
                    <a:pt x="10485120" y="2510282"/>
                  </a:lnTo>
                  <a:lnTo>
                    <a:pt x="10485120" y="2459482"/>
                  </a:lnTo>
                  <a:close/>
                  <a:moveTo>
                    <a:pt x="10485120" y="2577973"/>
                  </a:moveTo>
                  <a:lnTo>
                    <a:pt x="10485120" y="2628773"/>
                  </a:lnTo>
                  <a:lnTo>
                    <a:pt x="10485120" y="2577973"/>
                  </a:lnTo>
                  <a:close/>
                  <a:moveTo>
                    <a:pt x="10485120" y="2696464"/>
                  </a:moveTo>
                  <a:lnTo>
                    <a:pt x="10485120" y="2747264"/>
                  </a:lnTo>
                  <a:lnTo>
                    <a:pt x="10485120" y="2696464"/>
                  </a:lnTo>
                  <a:close/>
                  <a:moveTo>
                    <a:pt x="10485120" y="2814955"/>
                  </a:moveTo>
                  <a:lnTo>
                    <a:pt x="10485120" y="2865755"/>
                  </a:lnTo>
                  <a:lnTo>
                    <a:pt x="10485120" y="2814955"/>
                  </a:lnTo>
                  <a:close/>
                  <a:moveTo>
                    <a:pt x="10485120" y="2933446"/>
                  </a:moveTo>
                  <a:lnTo>
                    <a:pt x="10485120" y="2950337"/>
                  </a:lnTo>
                  <a:cubicBezTo>
                    <a:pt x="10485120" y="2955036"/>
                    <a:pt x="10481310" y="2958846"/>
                    <a:pt x="10476611" y="2958846"/>
                  </a:cubicBezTo>
                  <a:lnTo>
                    <a:pt x="10459720" y="2958846"/>
                  </a:lnTo>
                  <a:lnTo>
                    <a:pt x="10459720" y="2926080"/>
                  </a:lnTo>
                  <a:lnTo>
                    <a:pt x="10493628" y="2926080"/>
                  </a:lnTo>
                  <a:lnTo>
                    <a:pt x="10493628" y="2934589"/>
                  </a:lnTo>
                  <a:lnTo>
                    <a:pt x="10485120" y="2934589"/>
                  </a:lnTo>
                  <a:lnTo>
                    <a:pt x="10485120" y="2917698"/>
                  </a:lnTo>
                  <a:close/>
                  <a:moveTo>
                    <a:pt x="10375011" y="2943098"/>
                  </a:moveTo>
                  <a:lnTo>
                    <a:pt x="10324211" y="2943098"/>
                  </a:lnTo>
                  <a:lnTo>
                    <a:pt x="10324211" y="2926080"/>
                  </a:lnTo>
                  <a:lnTo>
                    <a:pt x="10375011" y="2926080"/>
                  </a:lnTo>
                  <a:close/>
                  <a:moveTo>
                    <a:pt x="10256520" y="2926080"/>
                  </a:moveTo>
                  <a:lnTo>
                    <a:pt x="10205720" y="2926080"/>
                  </a:lnTo>
                  <a:lnTo>
                    <a:pt x="10256520" y="2926080"/>
                  </a:lnTo>
                  <a:close/>
                  <a:moveTo>
                    <a:pt x="10138028" y="2926080"/>
                  </a:moveTo>
                  <a:lnTo>
                    <a:pt x="10087228" y="2926080"/>
                  </a:lnTo>
                  <a:lnTo>
                    <a:pt x="10138028" y="2926080"/>
                  </a:lnTo>
                  <a:close/>
                  <a:moveTo>
                    <a:pt x="10019538" y="2926080"/>
                  </a:moveTo>
                  <a:lnTo>
                    <a:pt x="9968738" y="2926080"/>
                  </a:lnTo>
                  <a:lnTo>
                    <a:pt x="10019538" y="2926080"/>
                  </a:lnTo>
                  <a:close/>
                  <a:moveTo>
                    <a:pt x="9901047" y="2926080"/>
                  </a:moveTo>
                  <a:lnTo>
                    <a:pt x="9850247" y="2926080"/>
                  </a:lnTo>
                  <a:lnTo>
                    <a:pt x="9901047" y="2926080"/>
                  </a:lnTo>
                  <a:close/>
                  <a:moveTo>
                    <a:pt x="9782556" y="2926080"/>
                  </a:moveTo>
                  <a:lnTo>
                    <a:pt x="9731756" y="2926080"/>
                  </a:lnTo>
                  <a:lnTo>
                    <a:pt x="9782556" y="2926080"/>
                  </a:lnTo>
                  <a:close/>
                  <a:moveTo>
                    <a:pt x="9664064" y="2926080"/>
                  </a:moveTo>
                  <a:lnTo>
                    <a:pt x="9613264" y="2926080"/>
                  </a:lnTo>
                  <a:lnTo>
                    <a:pt x="9664064" y="2926080"/>
                  </a:lnTo>
                  <a:close/>
                  <a:moveTo>
                    <a:pt x="9545574" y="2926080"/>
                  </a:moveTo>
                  <a:lnTo>
                    <a:pt x="9494774" y="2926080"/>
                  </a:lnTo>
                  <a:lnTo>
                    <a:pt x="9545574" y="2926080"/>
                  </a:lnTo>
                  <a:close/>
                  <a:moveTo>
                    <a:pt x="9427083" y="2926080"/>
                  </a:moveTo>
                  <a:lnTo>
                    <a:pt x="9376283" y="2926080"/>
                  </a:lnTo>
                  <a:lnTo>
                    <a:pt x="9427083" y="2926080"/>
                  </a:lnTo>
                  <a:close/>
                  <a:moveTo>
                    <a:pt x="9308592" y="2926080"/>
                  </a:moveTo>
                  <a:lnTo>
                    <a:pt x="9257792" y="2926080"/>
                  </a:lnTo>
                  <a:lnTo>
                    <a:pt x="9308592" y="2926080"/>
                  </a:lnTo>
                  <a:close/>
                  <a:moveTo>
                    <a:pt x="9190101" y="2926080"/>
                  </a:moveTo>
                  <a:lnTo>
                    <a:pt x="9139301" y="2926080"/>
                  </a:lnTo>
                  <a:lnTo>
                    <a:pt x="9190101" y="2926080"/>
                  </a:lnTo>
                  <a:close/>
                  <a:moveTo>
                    <a:pt x="9071610" y="2926080"/>
                  </a:moveTo>
                  <a:lnTo>
                    <a:pt x="9020810" y="2926080"/>
                  </a:lnTo>
                  <a:lnTo>
                    <a:pt x="9071610" y="2926080"/>
                  </a:lnTo>
                  <a:close/>
                  <a:moveTo>
                    <a:pt x="8953119" y="2926080"/>
                  </a:moveTo>
                  <a:lnTo>
                    <a:pt x="8902319" y="2926080"/>
                  </a:lnTo>
                  <a:lnTo>
                    <a:pt x="8953119" y="2926080"/>
                  </a:lnTo>
                  <a:close/>
                  <a:moveTo>
                    <a:pt x="8834627" y="2926080"/>
                  </a:moveTo>
                  <a:lnTo>
                    <a:pt x="8783827" y="2926080"/>
                  </a:lnTo>
                  <a:lnTo>
                    <a:pt x="8834627" y="2926080"/>
                  </a:lnTo>
                  <a:close/>
                  <a:moveTo>
                    <a:pt x="8716137" y="2926080"/>
                  </a:moveTo>
                  <a:lnTo>
                    <a:pt x="8665337" y="2926080"/>
                  </a:lnTo>
                  <a:lnTo>
                    <a:pt x="8716137" y="2926080"/>
                  </a:lnTo>
                  <a:close/>
                  <a:moveTo>
                    <a:pt x="8597646" y="2926080"/>
                  </a:moveTo>
                  <a:lnTo>
                    <a:pt x="8546846" y="2926080"/>
                  </a:lnTo>
                  <a:lnTo>
                    <a:pt x="8597646" y="2926080"/>
                  </a:lnTo>
                  <a:close/>
                  <a:moveTo>
                    <a:pt x="8479155" y="2926080"/>
                  </a:moveTo>
                  <a:lnTo>
                    <a:pt x="8428355" y="2926080"/>
                  </a:lnTo>
                  <a:lnTo>
                    <a:pt x="8479155" y="2926080"/>
                  </a:lnTo>
                  <a:close/>
                  <a:moveTo>
                    <a:pt x="8360664" y="2926080"/>
                  </a:moveTo>
                  <a:lnTo>
                    <a:pt x="8309864" y="2926080"/>
                  </a:lnTo>
                  <a:lnTo>
                    <a:pt x="8360664" y="2926080"/>
                  </a:lnTo>
                  <a:close/>
                  <a:moveTo>
                    <a:pt x="8242173" y="2926080"/>
                  </a:moveTo>
                  <a:lnTo>
                    <a:pt x="8191373" y="2926080"/>
                  </a:lnTo>
                  <a:lnTo>
                    <a:pt x="8242173" y="2926080"/>
                  </a:lnTo>
                  <a:close/>
                  <a:moveTo>
                    <a:pt x="8123682" y="2926080"/>
                  </a:moveTo>
                  <a:lnTo>
                    <a:pt x="8072882" y="2926080"/>
                  </a:lnTo>
                  <a:lnTo>
                    <a:pt x="8123682" y="2926080"/>
                  </a:lnTo>
                  <a:close/>
                  <a:moveTo>
                    <a:pt x="8005190" y="2926080"/>
                  </a:moveTo>
                  <a:lnTo>
                    <a:pt x="7954390" y="2926080"/>
                  </a:lnTo>
                  <a:lnTo>
                    <a:pt x="8005190" y="2926080"/>
                  </a:lnTo>
                  <a:close/>
                  <a:moveTo>
                    <a:pt x="7886700" y="2926080"/>
                  </a:moveTo>
                  <a:lnTo>
                    <a:pt x="7835900" y="2926080"/>
                  </a:lnTo>
                  <a:lnTo>
                    <a:pt x="7886700" y="2926080"/>
                  </a:lnTo>
                  <a:close/>
                  <a:moveTo>
                    <a:pt x="7768209" y="2926080"/>
                  </a:moveTo>
                  <a:lnTo>
                    <a:pt x="7717409" y="2926080"/>
                  </a:lnTo>
                  <a:lnTo>
                    <a:pt x="7768209" y="2926080"/>
                  </a:lnTo>
                  <a:close/>
                  <a:moveTo>
                    <a:pt x="7649718" y="2926080"/>
                  </a:moveTo>
                  <a:lnTo>
                    <a:pt x="7598918" y="2926080"/>
                  </a:lnTo>
                  <a:lnTo>
                    <a:pt x="7649718" y="2926080"/>
                  </a:lnTo>
                  <a:close/>
                  <a:moveTo>
                    <a:pt x="7531226" y="2926080"/>
                  </a:moveTo>
                  <a:lnTo>
                    <a:pt x="7480426" y="2926080"/>
                  </a:lnTo>
                  <a:lnTo>
                    <a:pt x="7531226" y="2926080"/>
                  </a:lnTo>
                  <a:close/>
                  <a:moveTo>
                    <a:pt x="7412736" y="2926080"/>
                  </a:moveTo>
                  <a:lnTo>
                    <a:pt x="7361936" y="2926080"/>
                  </a:lnTo>
                  <a:lnTo>
                    <a:pt x="7412736" y="2926080"/>
                  </a:lnTo>
                  <a:close/>
                  <a:moveTo>
                    <a:pt x="7294245" y="2926080"/>
                  </a:moveTo>
                  <a:lnTo>
                    <a:pt x="7243445" y="2926080"/>
                  </a:lnTo>
                  <a:lnTo>
                    <a:pt x="7294245" y="2926080"/>
                  </a:lnTo>
                  <a:close/>
                  <a:moveTo>
                    <a:pt x="7175753" y="2926080"/>
                  </a:moveTo>
                  <a:lnTo>
                    <a:pt x="7124953" y="2926080"/>
                  </a:lnTo>
                  <a:lnTo>
                    <a:pt x="7175753" y="2926080"/>
                  </a:lnTo>
                  <a:close/>
                  <a:moveTo>
                    <a:pt x="7057263" y="2926080"/>
                  </a:moveTo>
                  <a:lnTo>
                    <a:pt x="7006463" y="2926080"/>
                  </a:lnTo>
                  <a:lnTo>
                    <a:pt x="7057263" y="2926080"/>
                  </a:lnTo>
                  <a:close/>
                  <a:moveTo>
                    <a:pt x="6938772" y="2926080"/>
                  </a:moveTo>
                  <a:lnTo>
                    <a:pt x="6887972" y="2926080"/>
                  </a:lnTo>
                  <a:lnTo>
                    <a:pt x="6938772" y="2926080"/>
                  </a:lnTo>
                  <a:close/>
                  <a:moveTo>
                    <a:pt x="6820281" y="2926080"/>
                  </a:moveTo>
                  <a:lnTo>
                    <a:pt x="6769481" y="2926080"/>
                  </a:lnTo>
                  <a:lnTo>
                    <a:pt x="6820281" y="2926080"/>
                  </a:lnTo>
                  <a:close/>
                  <a:moveTo>
                    <a:pt x="6701789" y="2926080"/>
                  </a:moveTo>
                  <a:lnTo>
                    <a:pt x="6650989" y="2926080"/>
                  </a:lnTo>
                  <a:lnTo>
                    <a:pt x="6701789" y="2926080"/>
                  </a:lnTo>
                  <a:close/>
                  <a:moveTo>
                    <a:pt x="6583299" y="2926080"/>
                  </a:moveTo>
                  <a:lnTo>
                    <a:pt x="6532499" y="2926080"/>
                  </a:lnTo>
                  <a:lnTo>
                    <a:pt x="6583299" y="2926080"/>
                  </a:lnTo>
                  <a:close/>
                  <a:moveTo>
                    <a:pt x="6464808" y="2926080"/>
                  </a:moveTo>
                  <a:lnTo>
                    <a:pt x="6414008" y="2926080"/>
                  </a:lnTo>
                  <a:lnTo>
                    <a:pt x="6464808" y="2926080"/>
                  </a:lnTo>
                  <a:close/>
                  <a:moveTo>
                    <a:pt x="6346317" y="2926080"/>
                  </a:moveTo>
                  <a:lnTo>
                    <a:pt x="6295517" y="2926080"/>
                  </a:lnTo>
                  <a:lnTo>
                    <a:pt x="6346317" y="2926080"/>
                  </a:lnTo>
                  <a:close/>
                  <a:moveTo>
                    <a:pt x="6227826" y="2926080"/>
                  </a:moveTo>
                  <a:lnTo>
                    <a:pt x="6177026" y="2926080"/>
                  </a:lnTo>
                  <a:lnTo>
                    <a:pt x="6227826" y="2926080"/>
                  </a:lnTo>
                  <a:close/>
                  <a:moveTo>
                    <a:pt x="6109335" y="2926080"/>
                  </a:moveTo>
                  <a:lnTo>
                    <a:pt x="6058535" y="2926080"/>
                  </a:lnTo>
                  <a:lnTo>
                    <a:pt x="6109335" y="2926080"/>
                  </a:lnTo>
                  <a:close/>
                  <a:moveTo>
                    <a:pt x="5990844" y="2926080"/>
                  </a:moveTo>
                  <a:lnTo>
                    <a:pt x="5940044" y="2926080"/>
                  </a:lnTo>
                  <a:lnTo>
                    <a:pt x="5990844" y="2926080"/>
                  </a:lnTo>
                  <a:close/>
                  <a:moveTo>
                    <a:pt x="5872353" y="2926080"/>
                  </a:moveTo>
                  <a:lnTo>
                    <a:pt x="5821553" y="2926080"/>
                  </a:lnTo>
                  <a:lnTo>
                    <a:pt x="5872353" y="2926080"/>
                  </a:lnTo>
                  <a:close/>
                  <a:moveTo>
                    <a:pt x="5753862" y="2926080"/>
                  </a:moveTo>
                  <a:lnTo>
                    <a:pt x="5703062" y="2926080"/>
                  </a:lnTo>
                  <a:lnTo>
                    <a:pt x="5753862" y="2926080"/>
                  </a:lnTo>
                  <a:close/>
                  <a:moveTo>
                    <a:pt x="5635371" y="2926080"/>
                  </a:moveTo>
                  <a:lnTo>
                    <a:pt x="5584571" y="2926080"/>
                  </a:lnTo>
                  <a:lnTo>
                    <a:pt x="5635371" y="2926080"/>
                  </a:lnTo>
                  <a:close/>
                  <a:moveTo>
                    <a:pt x="5516880" y="2926080"/>
                  </a:moveTo>
                  <a:lnTo>
                    <a:pt x="5466080" y="2926080"/>
                  </a:lnTo>
                  <a:lnTo>
                    <a:pt x="5516880" y="2926080"/>
                  </a:lnTo>
                  <a:close/>
                  <a:moveTo>
                    <a:pt x="5398389" y="2926080"/>
                  </a:moveTo>
                  <a:lnTo>
                    <a:pt x="5347589" y="2926080"/>
                  </a:lnTo>
                  <a:lnTo>
                    <a:pt x="5398389" y="2926080"/>
                  </a:lnTo>
                  <a:close/>
                  <a:moveTo>
                    <a:pt x="5279898" y="2926080"/>
                  </a:moveTo>
                  <a:lnTo>
                    <a:pt x="5229098" y="2926080"/>
                  </a:lnTo>
                  <a:lnTo>
                    <a:pt x="5279898" y="2926080"/>
                  </a:lnTo>
                  <a:close/>
                  <a:moveTo>
                    <a:pt x="5161407" y="2926080"/>
                  </a:moveTo>
                  <a:lnTo>
                    <a:pt x="5110607" y="2926080"/>
                  </a:lnTo>
                  <a:lnTo>
                    <a:pt x="5161407" y="2926080"/>
                  </a:lnTo>
                  <a:close/>
                  <a:moveTo>
                    <a:pt x="5042916" y="2926080"/>
                  </a:moveTo>
                  <a:lnTo>
                    <a:pt x="4992116" y="2926080"/>
                  </a:lnTo>
                  <a:lnTo>
                    <a:pt x="5042916" y="2926080"/>
                  </a:lnTo>
                  <a:close/>
                  <a:moveTo>
                    <a:pt x="4924425" y="2926080"/>
                  </a:moveTo>
                  <a:lnTo>
                    <a:pt x="4873625" y="2926080"/>
                  </a:lnTo>
                  <a:lnTo>
                    <a:pt x="4924425" y="2926080"/>
                  </a:lnTo>
                  <a:close/>
                  <a:moveTo>
                    <a:pt x="4805934" y="2926080"/>
                  </a:moveTo>
                  <a:lnTo>
                    <a:pt x="4755134" y="2926080"/>
                  </a:lnTo>
                  <a:lnTo>
                    <a:pt x="4805934" y="2926080"/>
                  </a:lnTo>
                  <a:close/>
                  <a:moveTo>
                    <a:pt x="4687443" y="2926080"/>
                  </a:moveTo>
                  <a:lnTo>
                    <a:pt x="4636643" y="2926080"/>
                  </a:lnTo>
                  <a:lnTo>
                    <a:pt x="4687443" y="2926080"/>
                  </a:lnTo>
                  <a:close/>
                  <a:moveTo>
                    <a:pt x="4568952" y="2926080"/>
                  </a:moveTo>
                  <a:lnTo>
                    <a:pt x="4518152" y="2926080"/>
                  </a:lnTo>
                  <a:lnTo>
                    <a:pt x="4568952" y="2926080"/>
                  </a:lnTo>
                  <a:close/>
                  <a:moveTo>
                    <a:pt x="4450461" y="2926080"/>
                  </a:moveTo>
                  <a:lnTo>
                    <a:pt x="4399661" y="2926080"/>
                  </a:lnTo>
                  <a:lnTo>
                    <a:pt x="4450461" y="2926080"/>
                  </a:lnTo>
                  <a:close/>
                  <a:moveTo>
                    <a:pt x="4331970" y="2926080"/>
                  </a:moveTo>
                  <a:lnTo>
                    <a:pt x="4281170" y="2926080"/>
                  </a:lnTo>
                  <a:lnTo>
                    <a:pt x="4331970" y="2926080"/>
                  </a:lnTo>
                  <a:close/>
                  <a:moveTo>
                    <a:pt x="4213479" y="2926080"/>
                  </a:moveTo>
                  <a:lnTo>
                    <a:pt x="4162679" y="2926080"/>
                  </a:lnTo>
                  <a:lnTo>
                    <a:pt x="4213479" y="2926080"/>
                  </a:lnTo>
                  <a:close/>
                  <a:moveTo>
                    <a:pt x="4094988" y="2926080"/>
                  </a:moveTo>
                  <a:lnTo>
                    <a:pt x="4044188" y="2926080"/>
                  </a:lnTo>
                  <a:lnTo>
                    <a:pt x="4094988" y="2926080"/>
                  </a:lnTo>
                  <a:close/>
                  <a:moveTo>
                    <a:pt x="3976497" y="2926080"/>
                  </a:moveTo>
                  <a:lnTo>
                    <a:pt x="3925697" y="2926080"/>
                  </a:lnTo>
                  <a:lnTo>
                    <a:pt x="3976497" y="2926080"/>
                  </a:lnTo>
                  <a:close/>
                  <a:moveTo>
                    <a:pt x="3858006" y="2926080"/>
                  </a:moveTo>
                  <a:lnTo>
                    <a:pt x="3807206" y="2926080"/>
                  </a:lnTo>
                  <a:lnTo>
                    <a:pt x="3858006" y="2926080"/>
                  </a:lnTo>
                  <a:close/>
                  <a:moveTo>
                    <a:pt x="3739515" y="2926080"/>
                  </a:moveTo>
                  <a:lnTo>
                    <a:pt x="3688715" y="2926080"/>
                  </a:lnTo>
                  <a:lnTo>
                    <a:pt x="3739515" y="2926080"/>
                  </a:lnTo>
                  <a:close/>
                  <a:moveTo>
                    <a:pt x="3621024" y="2926080"/>
                  </a:moveTo>
                  <a:lnTo>
                    <a:pt x="3570224" y="2926080"/>
                  </a:lnTo>
                  <a:lnTo>
                    <a:pt x="3621024" y="2926080"/>
                  </a:lnTo>
                  <a:close/>
                  <a:moveTo>
                    <a:pt x="3502533" y="2926080"/>
                  </a:moveTo>
                  <a:lnTo>
                    <a:pt x="3451733" y="2926080"/>
                  </a:lnTo>
                  <a:lnTo>
                    <a:pt x="3502533" y="2926080"/>
                  </a:lnTo>
                  <a:close/>
                  <a:moveTo>
                    <a:pt x="3384042" y="2926080"/>
                  </a:moveTo>
                  <a:lnTo>
                    <a:pt x="3333242" y="2926080"/>
                  </a:lnTo>
                  <a:lnTo>
                    <a:pt x="3384042" y="2926080"/>
                  </a:lnTo>
                  <a:close/>
                  <a:moveTo>
                    <a:pt x="3265551" y="2926080"/>
                  </a:moveTo>
                  <a:lnTo>
                    <a:pt x="3214751" y="2926080"/>
                  </a:lnTo>
                  <a:lnTo>
                    <a:pt x="3265551" y="2926080"/>
                  </a:lnTo>
                  <a:close/>
                  <a:moveTo>
                    <a:pt x="3147060" y="2926080"/>
                  </a:moveTo>
                  <a:lnTo>
                    <a:pt x="3096260" y="2926080"/>
                  </a:lnTo>
                  <a:lnTo>
                    <a:pt x="3147060" y="2926080"/>
                  </a:lnTo>
                  <a:close/>
                  <a:moveTo>
                    <a:pt x="3028569" y="2926080"/>
                  </a:moveTo>
                  <a:lnTo>
                    <a:pt x="2977769" y="2926080"/>
                  </a:lnTo>
                  <a:lnTo>
                    <a:pt x="3028569" y="2926080"/>
                  </a:lnTo>
                  <a:close/>
                  <a:moveTo>
                    <a:pt x="2910078" y="2926080"/>
                  </a:moveTo>
                  <a:lnTo>
                    <a:pt x="2859278" y="2926080"/>
                  </a:lnTo>
                  <a:lnTo>
                    <a:pt x="2910078" y="2926080"/>
                  </a:lnTo>
                  <a:close/>
                  <a:moveTo>
                    <a:pt x="2791587" y="2926080"/>
                  </a:moveTo>
                  <a:lnTo>
                    <a:pt x="2740787" y="2926080"/>
                  </a:lnTo>
                  <a:lnTo>
                    <a:pt x="2791587" y="2926080"/>
                  </a:lnTo>
                  <a:close/>
                  <a:moveTo>
                    <a:pt x="2673096" y="2926080"/>
                  </a:moveTo>
                  <a:lnTo>
                    <a:pt x="2622296" y="2926080"/>
                  </a:lnTo>
                  <a:lnTo>
                    <a:pt x="2673096" y="2926080"/>
                  </a:lnTo>
                  <a:close/>
                  <a:moveTo>
                    <a:pt x="2554605" y="2926080"/>
                  </a:moveTo>
                  <a:lnTo>
                    <a:pt x="2503805" y="2926080"/>
                  </a:lnTo>
                  <a:lnTo>
                    <a:pt x="2554605" y="2926080"/>
                  </a:lnTo>
                  <a:close/>
                  <a:moveTo>
                    <a:pt x="2436114" y="2926080"/>
                  </a:moveTo>
                  <a:lnTo>
                    <a:pt x="2385314" y="2926080"/>
                  </a:lnTo>
                  <a:lnTo>
                    <a:pt x="2436114" y="2926080"/>
                  </a:lnTo>
                  <a:close/>
                  <a:moveTo>
                    <a:pt x="2317623" y="2926080"/>
                  </a:moveTo>
                  <a:lnTo>
                    <a:pt x="2266823" y="2926080"/>
                  </a:lnTo>
                  <a:lnTo>
                    <a:pt x="2317623" y="2926080"/>
                  </a:lnTo>
                  <a:close/>
                  <a:moveTo>
                    <a:pt x="2199132" y="2926080"/>
                  </a:moveTo>
                  <a:lnTo>
                    <a:pt x="2148332" y="2926080"/>
                  </a:lnTo>
                  <a:lnTo>
                    <a:pt x="2199132" y="2926080"/>
                  </a:lnTo>
                  <a:close/>
                  <a:moveTo>
                    <a:pt x="2080641" y="2926080"/>
                  </a:moveTo>
                  <a:lnTo>
                    <a:pt x="2029841" y="2926080"/>
                  </a:lnTo>
                  <a:lnTo>
                    <a:pt x="2080641" y="2926080"/>
                  </a:lnTo>
                  <a:close/>
                  <a:moveTo>
                    <a:pt x="1962150" y="2926080"/>
                  </a:moveTo>
                  <a:lnTo>
                    <a:pt x="1911350" y="2926080"/>
                  </a:lnTo>
                  <a:lnTo>
                    <a:pt x="1962150" y="2926080"/>
                  </a:lnTo>
                  <a:close/>
                  <a:moveTo>
                    <a:pt x="1843659" y="2926080"/>
                  </a:moveTo>
                  <a:lnTo>
                    <a:pt x="1792859" y="2926080"/>
                  </a:lnTo>
                  <a:lnTo>
                    <a:pt x="1843659" y="2926080"/>
                  </a:lnTo>
                  <a:close/>
                  <a:moveTo>
                    <a:pt x="1725168" y="2926080"/>
                  </a:moveTo>
                  <a:lnTo>
                    <a:pt x="1674368" y="2926080"/>
                  </a:lnTo>
                  <a:lnTo>
                    <a:pt x="1725168" y="2926080"/>
                  </a:lnTo>
                  <a:close/>
                  <a:moveTo>
                    <a:pt x="1606677" y="2926080"/>
                  </a:moveTo>
                  <a:lnTo>
                    <a:pt x="1555877" y="2926080"/>
                  </a:lnTo>
                  <a:lnTo>
                    <a:pt x="1606677" y="2926080"/>
                  </a:lnTo>
                  <a:close/>
                  <a:moveTo>
                    <a:pt x="1488186" y="2926080"/>
                  </a:moveTo>
                  <a:lnTo>
                    <a:pt x="1437386" y="2926080"/>
                  </a:lnTo>
                  <a:lnTo>
                    <a:pt x="1488186" y="2926080"/>
                  </a:lnTo>
                  <a:close/>
                  <a:moveTo>
                    <a:pt x="1369695" y="2926080"/>
                  </a:moveTo>
                  <a:lnTo>
                    <a:pt x="1318895" y="2926080"/>
                  </a:lnTo>
                  <a:lnTo>
                    <a:pt x="1369695" y="2926080"/>
                  </a:lnTo>
                  <a:close/>
                  <a:moveTo>
                    <a:pt x="1251204" y="2926080"/>
                  </a:moveTo>
                  <a:lnTo>
                    <a:pt x="1200404" y="2926080"/>
                  </a:lnTo>
                  <a:lnTo>
                    <a:pt x="1251204" y="2926080"/>
                  </a:lnTo>
                  <a:close/>
                  <a:moveTo>
                    <a:pt x="1132713" y="2926080"/>
                  </a:moveTo>
                  <a:lnTo>
                    <a:pt x="1081913" y="2926080"/>
                  </a:lnTo>
                  <a:lnTo>
                    <a:pt x="1132713" y="2926080"/>
                  </a:lnTo>
                  <a:close/>
                  <a:moveTo>
                    <a:pt x="1014222" y="2926080"/>
                  </a:moveTo>
                  <a:lnTo>
                    <a:pt x="963422" y="2926080"/>
                  </a:lnTo>
                  <a:lnTo>
                    <a:pt x="1014222" y="2926080"/>
                  </a:lnTo>
                  <a:close/>
                  <a:moveTo>
                    <a:pt x="895731" y="2926080"/>
                  </a:moveTo>
                  <a:lnTo>
                    <a:pt x="844931" y="2926080"/>
                  </a:lnTo>
                  <a:lnTo>
                    <a:pt x="895731" y="2926080"/>
                  </a:lnTo>
                  <a:close/>
                  <a:moveTo>
                    <a:pt x="777240" y="2926080"/>
                  </a:moveTo>
                  <a:lnTo>
                    <a:pt x="726440" y="2926080"/>
                  </a:lnTo>
                  <a:lnTo>
                    <a:pt x="777240" y="2926080"/>
                  </a:lnTo>
                  <a:close/>
                  <a:moveTo>
                    <a:pt x="658749" y="2926080"/>
                  </a:moveTo>
                  <a:lnTo>
                    <a:pt x="607949" y="2926080"/>
                  </a:lnTo>
                  <a:lnTo>
                    <a:pt x="658749" y="2926080"/>
                  </a:lnTo>
                  <a:close/>
                  <a:moveTo>
                    <a:pt x="540258" y="2926080"/>
                  </a:moveTo>
                  <a:lnTo>
                    <a:pt x="489458" y="2926080"/>
                  </a:lnTo>
                  <a:lnTo>
                    <a:pt x="540258" y="2926080"/>
                  </a:lnTo>
                  <a:close/>
                  <a:moveTo>
                    <a:pt x="421767" y="2926080"/>
                  </a:moveTo>
                  <a:lnTo>
                    <a:pt x="370967" y="2926080"/>
                  </a:lnTo>
                  <a:lnTo>
                    <a:pt x="421767" y="2926080"/>
                  </a:lnTo>
                  <a:close/>
                  <a:moveTo>
                    <a:pt x="303276" y="2926080"/>
                  </a:moveTo>
                  <a:lnTo>
                    <a:pt x="252476" y="2926080"/>
                  </a:lnTo>
                  <a:lnTo>
                    <a:pt x="303276" y="2926080"/>
                  </a:lnTo>
                  <a:close/>
                  <a:moveTo>
                    <a:pt x="184785" y="2926080"/>
                  </a:moveTo>
                  <a:lnTo>
                    <a:pt x="133985" y="2926080"/>
                  </a:lnTo>
                  <a:lnTo>
                    <a:pt x="184785" y="2926080"/>
                  </a:lnTo>
                  <a:close/>
                  <a:moveTo>
                    <a:pt x="66294" y="2926080"/>
                  </a:moveTo>
                  <a:lnTo>
                    <a:pt x="15494" y="2926080"/>
                  </a:lnTo>
                  <a:lnTo>
                    <a:pt x="66294" y="2926080"/>
                  </a:lnTo>
                  <a:close/>
                  <a:moveTo>
                    <a:pt x="0" y="2887091"/>
                  </a:moveTo>
                  <a:lnTo>
                    <a:pt x="0" y="2836291"/>
                  </a:lnTo>
                  <a:lnTo>
                    <a:pt x="16891" y="2836291"/>
                  </a:lnTo>
                  <a:lnTo>
                    <a:pt x="16891" y="2887091"/>
                  </a:lnTo>
                  <a:close/>
                  <a:moveTo>
                    <a:pt x="0" y="2768600"/>
                  </a:moveTo>
                  <a:lnTo>
                    <a:pt x="0" y="2717800"/>
                  </a:lnTo>
                  <a:lnTo>
                    <a:pt x="16891" y="2717800"/>
                  </a:lnTo>
                  <a:lnTo>
                    <a:pt x="16891" y="2768600"/>
                  </a:lnTo>
                  <a:close/>
                  <a:moveTo>
                    <a:pt x="16891" y="2650109"/>
                  </a:moveTo>
                  <a:lnTo>
                    <a:pt x="16891" y="2599309"/>
                  </a:lnTo>
                  <a:lnTo>
                    <a:pt x="16891" y="2650109"/>
                  </a:lnTo>
                  <a:close/>
                  <a:moveTo>
                    <a:pt x="16891" y="2531618"/>
                  </a:moveTo>
                  <a:lnTo>
                    <a:pt x="16891" y="2480818"/>
                  </a:lnTo>
                  <a:lnTo>
                    <a:pt x="16891" y="2531618"/>
                  </a:lnTo>
                  <a:close/>
                  <a:moveTo>
                    <a:pt x="0" y="2413000"/>
                  </a:moveTo>
                  <a:lnTo>
                    <a:pt x="0" y="2362200"/>
                  </a:lnTo>
                  <a:lnTo>
                    <a:pt x="16891" y="2362200"/>
                  </a:lnTo>
                  <a:lnTo>
                    <a:pt x="16891" y="2413000"/>
                  </a:lnTo>
                  <a:close/>
                  <a:moveTo>
                    <a:pt x="16891" y="2294509"/>
                  </a:moveTo>
                  <a:lnTo>
                    <a:pt x="16891" y="2243709"/>
                  </a:lnTo>
                  <a:lnTo>
                    <a:pt x="16891" y="2294509"/>
                  </a:lnTo>
                  <a:close/>
                  <a:moveTo>
                    <a:pt x="16891" y="2176018"/>
                  </a:moveTo>
                  <a:lnTo>
                    <a:pt x="16891" y="2125218"/>
                  </a:lnTo>
                  <a:lnTo>
                    <a:pt x="16891" y="2176018"/>
                  </a:lnTo>
                  <a:close/>
                  <a:moveTo>
                    <a:pt x="0" y="2057400"/>
                  </a:moveTo>
                  <a:lnTo>
                    <a:pt x="0" y="2006600"/>
                  </a:lnTo>
                  <a:lnTo>
                    <a:pt x="16891" y="2006600"/>
                  </a:lnTo>
                  <a:lnTo>
                    <a:pt x="16891" y="2057400"/>
                  </a:lnTo>
                  <a:close/>
                  <a:moveTo>
                    <a:pt x="16891" y="1938909"/>
                  </a:moveTo>
                  <a:lnTo>
                    <a:pt x="16891" y="1888109"/>
                  </a:lnTo>
                  <a:lnTo>
                    <a:pt x="16891" y="1938909"/>
                  </a:lnTo>
                  <a:close/>
                  <a:moveTo>
                    <a:pt x="16891" y="1820418"/>
                  </a:moveTo>
                  <a:lnTo>
                    <a:pt x="16891" y="1769618"/>
                  </a:lnTo>
                  <a:lnTo>
                    <a:pt x="16891" y="1820418"/>
                  </a:lnTo>
                  <a:close/>
                  <a:moveTo>
                    <a:pt x="0" y="1701800"/>
                  </a:moveTo>
                  <a:lnTo>
                    <a:pt x="0" y="1651000"/>
                  </a:lnTo>
                  <a:lnTo>
                    <a:pt x="16891" y="1651000"/>
                  </a:lnTo>
                  <a:lnTo>
                    <a:pt x="16891" y="1701800"/>
                  </a:lnTo>
                  <a:close/>
                  <a:moveTo>
                    <a:pt x="16891" y="1583309"/>
                  </a:moveTo>
                  <a:lnTo>
                    <a:pt x="16891" y="1532509"/>
                  </a:lnTo>
                  <a:lnTo>
                    <a:pt x="16891" y="1583309"/>
                  </a:lnTo>
                  <a:close/>
                  <a:moveTo>
                    <a:pt x="16891" y="1464818"/>
                  </a:moveTo>
                  <a:lnTo>
                    <a:pt x="16891" y="1414018"/>
                  </a:lnTo>
                  <a:lnTo>
                    <a:pt x="16891" y="1464818"/>
                  </a:lnTo>
                  <a:close/>
                  <a:moveTo>
                    <a:pt x="0" y="1346200"/>
                  </a:moveTo>
                  <a:lnTo>
                    <a:pt x="0" y="1295400"/>
                  </a:lnTo>
                  <a:lnTo>
                    <a:pt x="16891" y="1295400"/>
                  </a:lnTo>
                  <a:lnTo>
                    <a:pt x="16891" y="1346200"/>
                  </a:lnTo>
                  <a:close/>
                  <a:moveTo>
                    <a:pt x="16891" y="1227709"/>
                  </a:moveTo>
                  <a:lnTo>
                    <a:pt x="16891" y="1176909"/>
                  </a:lnTo>
                  <a:lnTo>
                    <a:pt x="16891" y="1227709"/>
                  </a:lnTo>
                  <a:close/>
                  <a:moveTo>
                    <a:pt x="16891" y="1109218"/>
                  </a:moveTo>
                  <a:lnTo>
                    <a:pt x="16891" y="1058418"/>
                  </a:lnTo>
                  <a:lnTo>
                    <a:pt x="16891" y="1109218"/>
                  </a:lnTo>
                  <a:close/>
                  <a:moveTo>
                    <a:pt x="0" y="990600"/>
                  </a:moveTo>
                  <a:lnTo>
                    <a:pt x="0" y="939800"/>
                  </a:lnTo>
                  <a:lnTo>
                    <a:pt x="16891" y="939800"/>
                  </a:lnTo>
                  <a:lnTo>
                    <a:pt x="16891" y="990600"/>
                  </a:lnTo>
                  <a:close/>
                  <a:moveTo>
                    <a:pt x="16891" y="872109"/>
                  </a:moveTo>
                  <a:lnTo>
                    <a:pt x="16891" y="821309"/>
                  </a:lnTo>
                  <a:lnTo>
                    <a:pt x="16891" y="872109"/>
                  </a:lnTo>
                  <a:close/>
                  <a:moveTo>
                    <a:pt x="16891" y="753618"/>
                  </a:moveTo>
                  <a:lnTo>
                    <a:pt x="16891" y="702818"/>
                  </a:lnTo>
                  <a:lnTo>
                    <a:pt x="16891" y="753618"/>
                  </a:lnTo>
                  <a:close/>
                  <a:moveTo>
                    <a:pt x="0" y="635000"/>
                  </a:moveTo>
                  <a:lnTo>
                    <a:pt x="0" y="584200"/>
                  </a:lnTo>
                  <a:lnTo>
                    <a:pt x="16891" y="584200"/>
                  </a:lnTo>
                  <a:lnTo>
                    <a:pt x="16891" y="635000"/>
                  </a:lnTo>
                  <a:close/>
                  <a:moveTo>
                    <a:pt x="16891" y="516509"/>
                  </a:moveTo>
                  <a:lnTo>
                    <a:pt x="16891" y="465709"/>
                  </a:lnTo>
                  <a:lnTo>
                    <a:pt x="16891" y="516509"/>
                  </a:lnTo>
                  <a:close/>
                  <a:moveTo>
                    <a:pt x="16891" y="398018"/>
                  </a:moveTo>
                  <a:lnTo>
                    <a:pt x="16891" y="347218"/>
                  </a:lnTo>
                  <a:lnTo>
                    <a:pt x="16891" y="398018"/>
                  </a:lnTo>
                  <a:close/>
                  <a:moveTo>
                    <a:pt x="0" y="279400"/>
                  </a:moveTo>
                  <a:lnTo>
                    <a:pt x="0" y="228600"/>
                  </a:lnTo>
                  <a:lnTo>
                    <a:pt x="16891" y="228600"/>
                  </a:lnTo>
                  <a:lnTo>
                    <a:pt x="16891" y="279400"/>
                  </a:lnTo>
                  <a:close/>
                  <a:moveTo>
                    <a:pt x="16891" y="160909"/>
                  </a:moveTo>
                  <a:lnTo>
                    <a:pt x="16891" y="110109"/>
                  </a:lnTo>
                  <a:lnTo>
                    <a:pt x="16891" y="160909"/>
                  </a:lnTo>
                  <a:close/>
                  <a:moveTo>
                    <a:pt x="0" y="42291"/>
                  </a:moveTo>
                  <a:lnTo>
                    <a:pt x="0" y="8509"/>
                  </a:lnTo>
                  <a:cubicBezTo>
                    <a:pt x="0" y="3810"/>
                    <a:pt x="3810" y="0"/>
                    <a:pt x="8509" y="0"/>
                  </a:cubicBezTo>
                  <a:lnTo>
                    <a:pt x="59309" y="0"/>
                  </a:lnTo>
                  <a:lnTo>
                    <a:pt x="59309" y="16891"/>
                  </a:lnTo>
                  <a:lnTo>
                    <a:pt x="8509" y="16891"/>
                  </a:lnTo>
                  <a:lnTo>
                    <a:pt x="8509" y="8509"/>
                  </a:lnTo>
                  <a:lnTo>
                    <a:pt x="17018" y="8509"/>
                  </a:lnTo>
                  <a:lnTo>
                    <a:pt x="17018" y="42291"/>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26" name="Group 20"/>
          <p:cNvGrpSpPr/>
          <p:nvPr/>
        </p:nvGrpSpPr>
        <p:grpSpPr>
          <a:xfrm>
            <a:off x="822960" y="4930560"/>
            <a:ext cx="7680600" cy="701640"/>
            <a:chOff x="822960" y="4930560"/>
            <a:chExt cx="7680600" cy="701640"/>
          </a:xfrm>
        </p:grpSpPr>
        <p:sp>
          <p:nvSpPr>
            <p:cNvPr id="227" name="Freeform 21"/>
            <p:cNvSpPr/>
            <p:nvPr/>
          </p:nvSpPr>
          <p:spPr>
            <a:xfrm>
              <a:off x="822960" y="4937760"/>
              <a:ext cx="7680600" cy="694440"/>
            </a:xfrm>
            <a:custGeom>
              <a:avLst/>
              <a:gdLst>
                <a:gd name="textAreaLeft" fmla="*/ 0 w 7680600"/>
                <a:gd name="textAreaRight" fmla="*/ 7680960 w 7680600"/>
                <a:gd name="textAreaTop" fmla="*/ 0 h 694440"/>
                <a:gd name="textAreaBottom" fmla="*/ 694800 h 694440"/>
              </a:gdLst>
              <a:ahLst/>
              <a:rect l="textAreaLeft" t="textAreaTop" r="textAreaRight" b="textAreaBottom"/>
              <a:pathLst>
                <a:path w="10241280" h="926592">
                  <a:moveTo>
                    <a:pt x="0" y="0"/>
                  </a:moveTo>
                  <a:lnTo>
                    <a:pt x="10241280" y="0"/>
                  </a:lnTo>
                  <a:lnTo>
                    <a:pt x="10241280" y="926592"/>
                  </a:lnTo>
                  <a:lnTo>
                    <a:pt x="0" y="926592"/>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8" name="TextBox 22"/>
            <p:cNvSpPr/>
            <p:nvPr/>
          </p:nvSpPr>
          <p:spPr>
            <a:xfrm>
              <a:off x="822960" y="4930560"/>
              <a:ext cx="7680600" cy="7016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1b4965"/>
                  </a:solidFill>
                  <a:latin typeface="Trebuchet MS Bold"/>
                  <a:ea typeface="Trebuchet MS Bold"/>
                </a:rPr>
                <a:t>Greater Accra</a:t>
              </a:r>
              <a:endParaRPr b="0" lang="en-US" sz="2600" spc="-1" strike="noStrike">
                <a:solidFill>
                  <a:srgbClr val="000000"/>
                </a:solidFill>
                <a:latin typeface="Arial"/>
              </a:endParaRPr>
            </a:p>
          </p:txBody>
        </p:sp>
      </p:grpSp>
      <p:grpSp>
        <p:nvGrpSpPr>
          <p:cNvPr id="229" name="Group 23"/>
          <p:cNvGrpSpPr/>
          <p:nvPr/>
        </p:nvGrpSpPr>
        <p:grpSpPr>
          <a:xfrm>
            <a:off x="822960" y="5627160"/>
            <a:ext cx="7680600" cy="1267200"/>
            <a:chOff x="822960" y="5627160"/>
            <a:chExt cx="7680600" cy="1267200"/>
          </a:xfrm>
        </p:grpSpPr>
        <p:sp>
          <p:nvSpPr>
            <p:cNvPr id="230" name="Freeform 24"/>
            <p:cNvSpPr/>
            <p:nvPr/>
          </p:nvSpPr>
          <p:spPr>
            <a:xfrm>
              <a:off x="822960" y="5706000"/>
              <a:ext cx="7680600" cy="1188360"/>
            </a:xfrm>
            <a:custGeom>
              <a:avLst/>
              <a:gdLst>
                <a:gd name="textAreaLeft" fmla="*/ 0 w 7680600"/>
                <a:gd name="textAreaRight" fmla="*/ 7680960 w 7680600"/>
                <a:gd name="textAreaTop" fmla="*/ 0 h 1188360"/>
                <a:gd name="textAreaBottom" fmla="*/ 1188720 h 1188360"/>
              </a:gdLst>
              <a:ahLst/>
              <a:rect l="textAreaLeft" t="textAreaTop" r="textAreaRight" b="textAreaBottom"/>
              <a:pathLst>
                <a:path w="10241280" h="1584960">
                  <a:moveTo>
                    <a:pt x="0" y="0"/>
                  </a:moveTo>
                  <a:lnTo>
                    <a:pt x="10241280" y="0"/>
                  </a:lnTo>
                  <a:lnTo>
                    <a:pt x="10241280" y="1584960"/>
                  </a:lnTo>
                  <a:lnTo>
                    <a:pt x="0" y="158496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1" name="TextBox 25"/>
            <p:cNvSpPr/>
            <p:nvPr/>
          </p:nvSpPr>
          <p:spPr>
            <a:xfrm>
              <a:off x="822960" y="5627160"/>
              <a:ext cx="7680600" cy="12668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Near Tema port. Multiple competing markets. Short supply chain. Rice arrives by ship and reaches the shelf within days.</a:t>
              </a:r>
              <a:endParaRPr b="0" lang="en-US" sz="2000" spc="-1" strike="noStrike">
                <a:solidFill>
                  <a:srgbClr val="000000"/>
                </a:solidFill>
                <a:latin typeface="Arial"/>
              </a:endParaRPr>
            </a:p>
          </p:txBody>
        </p:sp>
      </p:grpSp>
      <p:grpSp>
        <p:nvGrpSpPr>
          <p:cNvPr id="232" name="Group 26"/>
          <p:cNvGrpSpPr/>
          <p:nvPr/>
        </p:nvGrpSpPr>
        <p:grpSpPr>
          <a:xfrm>
            <a:off x="822960" y="6978960"/>
            <a:ext cx="7680600" cy="1012680"/>
            <a:chOff x="822960" y="6978960"/>
            <a:chExt cx="7680600" cy="1012680"/>
          </a:xfrm>
        </p:grpSpPr>
        <p:sp>
          <p:nvSpPr>
            <p:cNvPr id="233" name="Freeform 27"/>
            <p:cNvSpPr/>
            <p:nvPr/>
          </p:nvSpPr>
          <p:spPr>
            <a:xfrm>
              <a:off x="822960" y="6986160"/>
              <a:ext cx="7680600" cy="1005480"/>
            </a:xfrm>
            <a:custGeom>
              <a:avLst/>
              <a:gdLst>
                <a:gd name="textAreaLeft" fmla="*/ 0 w 7680600"/>
                <a:gd name="textAreaRight" fmla="*/ 7680960 w 7680600"/>
                <a:gd name="textAreaTop" fmla="*/ 0 h 1005480"/>
                <a:gd name="textAreaBottom" fmla="*/ 1005840 h 1005480"/>
              </a:gdLst>
              <a:ahLst/>
              <a:rect l="textAreaLeft" t="textAreaTop" r="textAreaRight" b="textAreaBottom"/>
              <a:pathLst>
                <a:path w="10241280" h="1341120">
                  <a:moveTo>
                    <a:pt x="0" y="0"/>
                  </a:moveTo>
                  <a:lnTo>
                    <a:pt x="10241280" y="0"/>
                  </a:lnTo>
                  <a:lnTo>
                    <a:pt x="10241280" y="1341120"/>
                  </a:lnTo>
                  <a:lnTo>
                    <a:pt x="0" y="1341120"/>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4" name="TextBox 28"/>
            <p:cNvSpPr/>
            <p:nvPr/>
          </p:nvSpPr>
          <p:spPr>
            <a:xfrm>
              <a:off x="822960" y="6978960"/>
              <a:ext cx="7680600" cy="1012680"/>
            </a:xfrm>
            <a:prstGeom prst="rect">
              <a:avLst/>
            </a:prstGeom>
            <a:noFill/>
            <a:ln w="0">
              <a:noFill/>
            </a:ln>
          </p:spPr>
          <p:style>
            <a:lnRef idx="0"/>
            <a:fillRef idx="0"/>
            <a:effectRef idx="0"/>
            <a:fontRef idx="minor"/>
          </p:style>
          <p:txBody>
            <a:bodyPr lIns="0" rIns="0" tIns="0" bIns="0" anchor="ctr">
              <a:noAutofit/>
            </a:bodyPr>
            <a:p>
              <a:pPr defTabSz="914400">
                <a:lnSpc>
                  <a:spcPts val="5281"/>
                </a:lnSpc>
              </a:pPr>
              <a:r>
                <a:rPr b="1" lang="en-US" sz="4400" spc="-1" strike="noStrike">
                  <a:solidFill>
                    <a:srgbClr val="2a9d8f"/>
                  </a:solidFill>
                  <a:latin typeface="Trebuchet MS Bold"/>
                  <a:ea typeface="Trebuchet MS Bold"/>
                </a:rPr>
                <a:t>4.80 GHS / kg</a:t>
              </a:r>
              <a:endParaRPr b="0" lang="en-US" sz="4400" spc="-1" strike="noStrike">
                <a:solidFill>
                  <a:srgbClr val="000000"/>
                </a:solidFill>
                <a:latin typeface="Arial"/>
              </a:endParaRPr>
            </a:p>
          </p:txBody>
        </p:sp>
      </p:grpSp>
      <p:grpSp>
        <p:nvGrpSpPr>
          <p:cNvPr id="235" name="Group 29"/>
          <p:cNvGrpSpPr/>
          <p:nvPr/>
        </p:nvGrpSpPr>
        <p:grpSpPr>
          <a:xfrm>
            <a:off x="8778240" y="4572000"/>
            <a:ext cx="731160" cy="914040"/>
            <a:chOff x="8778240" y="4572000"/>
            <a:chExt cx="731160" cy="914040"/>
          </a:xfrm>
        </p:grpSpPr>
        <p:sp>
          <p:nvSpPr>
            <p:cNvPr id="236" name="Freeform 30"/>
            <p:cNvSpPr/>
            <p:nvPr/>
          </p:nvSpPr>
          <p:spPr>
            <a:xfrm>
              <a:off x="8778240" y="4572000"/>
              <a:ext cx="731160" cy="914040"/>
            </a:xfrm>
            <a:custGeom>
              <a:avLst/>
              <a:gdLst>
                <a:gd name="textAreaLeft" fmla="*/ 0 w 731160"/>
                <a:gd name="textAreaRight" fmla="*/ 731520 w 731160"/>
                <a:gd name="textAreaTop" fmla="*/ 0 h 914040"/>
                <a:gd name="textAreaBottom" fmla="*/ 914400 h 914040"/>
              </a:gdLst>
              <a:ahLst/>
              <a:rect l="textAreaLeft" t="textAreaTop" r="textAreaRight" b="textAreaBottom"/>
              <a:pathLst>
                <a:path w="975360" h="1219200">
                  <a:moveTo>
                    <a:pt x="0" y="0"/>
                  </a:moveTo>
                  <a:lnTo>
                    <a:pt x="975360" y="0"/>
                  </a:lnTo>
                  <a:lnTo>
                    <a:pt x="975360" y="1219200"/>
                  </a:lnTo>
                  <a:lnTo>
                    <a:pt x="0" y="1219200"/>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7" name="TextBox 31"/>
            <p:cNvSpPr/>
            <p:nvPr/>
          </p:nvSpPr>
          <p:spPr>
            <a:xfrm>
              <a:off x="8778240" y="4572000"/>
              <a:ext cx="731160" cy="914040"/>
            </a:xfrm>
            <a:prstGeom prst="rect">
              <a:avLst/>
            </a:prstGeom>
            <a:noFill/>
            <a:ln w="0">
              <a:noFill/>
            </a:ln>
          </p:spPr>
          <p:style>
            <a:lnRef idx="0"/>
            <a:fillRef idx="0"/>
            <a:effectRef idx="0"/>
            <a:fontRef idx="minor"/>
          </p:style>
          <p:txBody>
            <a:bodyPr lIns="0" rIns="0" tIns="0" bIns="0" anchor="ctr">
              <a:noAutofit/>
            </a:bodyPr>
            <a:p>
              <a:pPr algn="ctr" defTabSz="914400">
                <a:lnSpc>
                  <a:spcPts val="3359"/>
                </a:lnSpc>
              </a:pPr>
              <a:r>
                <a:rPr b="1" lang="en-US" sz="2800" spc="-1" strike="noStrike">
                  <a:solidFill>
                    <a:srgbClr val="64748b"/>
                  </a:solidFill>
                  <a:latin typeface="Trebuchet MS Bold"/>
                  <a:ea typeface="Trebuchet MS Bold"/>
                </a:rPr>
                <a:t>vs</a:t>
              </a:r>
              <a:endParaRPr b="0" lang="en-US" sz="2800" spc="-1" strike="noStrike">
                <a:solidFill>
                  <a:srgbClr val="000000"/>
                </a:solidFill>
                <a:latin typeface="Arial"/>
              </a:endParaRPr>
            </a:p>
          </p:txBody>
        </p:sp>
      </p:grpSp>
      <p:grpSp>
        <p:nvGrpSpPr>
          <p:cNvPr id="238" name="Group 32"/>
          <p:cNvGrpSpPr/>
          <p:nvPr/>
        </p:nvGrpSpPr>
        <p:grpSpPr>
          <a:xfrm>
            <a:off x="9503280" y="2407680"/>
            <a:ext cx="8241840" cy="6321600"/>
            <a:chOff x="9503280" y="2407680"/>
            <a:chExt cx="8241840" cy="6321600"/>
          </a:xfrm>
        </p:grpSpPr>
        <p:sp>
          <p:nvSpPr>
            <p:cNvPr id="239" name="Freeform 33"/>
            <p:cNvSpPr/>
            <p:nvPr/>
          </p:nvSpPr>
          <p:spPr>
            <a:xfrm>
              <a:off x="9509760" y="2414160"/>
              <a:ext cx="8229240" cy="6309000"/>
            </a:xfrm>
            <a:custGeom>
              <a:avLst/>
              <a:gdLst>
                <a:gd name="textAreaLeft" fmla="*/ 0 w 8229240"/>
                <a:gd name="textAreaRight" fmla="*/ 8229600 w 8229240"/>
                <a:gd name="textAreaTop" fmla="*/ 0 h 6309000"/>
                <a:gd name="textAreaBottom" fmla="*/ 6309360 h 6309000"/>
              </a:gdLst>
              <a:ahLst/>
              <a:rect l="textAreaLeft" t="textAreaTop" r="textAreaRight" b="textAreaBottom"/>
              <a:pathLst>
                <a:path w="10972800" h="8412480">
                  <a:moveTo>
                    <a:pt x="0" y="0"/>
                  </a:moveTo>
                  <a:lnTo>
                    <a:pt x="10972800" y="0"/>
                  </a:lnTo>
                  <a:lnTo>
                    <a:pt x="10972800" y="8412480"/>
                  </a:lnTo>
                  <a:lnTo>
                    <a:pt x="0" y="8412480"/>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0" name="Freeform 34"/>
            <p:cNvSpPr/>
            <p:nvPr/>
          </p:nvSpPr>
          <p:spPr>
            <a:xfrm>
              <a:off x="9503280" y="2407680"/>
              <a:ext cx="8241840" cy="6321600"/>
            </a:xfrm>
            <a:custGeom>
              <a:avLst/>
              <a:gdLst>
                <a:gd name="textAreaLeft" fmla="*/ 0 w 8241840"/>
                <a:gd name="textAreaRight" fmla="*/ 8242200 w 8241840"/>
                <a:gd name="textAreaTop" fmla="*/ 0 h 6321600"/>
                <a:gd name="textAreaBottom" fmla="*/ 6321960 h 6321600"/>
              </a:gdLst>
              <a:ahLst/>
              <a:rect l="textAreaLeft" t="textAreaTop" r="textAreaRight" b="textAreaBottom"/>
              <a:pathLst>
                <a:path w="10989818" h="8429499">
                  <a:moveTo>
                    <a:pt x="8509" y="0"/>
                  </a:moveTo>
                  <a:lnTo>
                    <a:pt x="10981309" y="0"/>
                  </a:lnTo>
                  <a:cubicBezTo>
                    <a:pt x="10986008" y="0"/>
                    <a:pt x="10989818" y="3810"/>
                    <a:pt x="10989818" y="8509"/>
                  </a:cubicBezTo>
                  <a:lnTo>
                    <a:pt x="10989818" y="8420989"/>
                  </a:lnTo>
                  <a:cubicBezTo>
                    <a:pt x="10989818" y="8425688"/>
                    <a:pt x="10986008" y="8429499"/>
                    <a:pt x="10981309" y="8429499"/>
                  </a:cubicBezTo>
                  <a:lnTo>
                    <a:pt x="8509" y="8429499"/>
                  </a:lnTo>
                  <a:cubicBezTo>
                    <a:pt x="3810" y="8429499"/>
                    <a:pt x="0" y="8425688"/>
                    <a:pt x="0" y="8420989"/>
                  </a:cubicBezTo>
                  <a:lnTo>
                    <a:pt x="0" y="8509"/>
                  </a:lnTo>
                  <a:cubicBezTo>
                    <a:pt x="0" y="3810"/>
                    <a:pt x="3810" y="0"/>
                    <a:pt x="8509" y="0"/>
                  </a:cubicBezTo>
                  <a:moveTo>
                    <a:pt x="8509" y="16891"/>
                  </a:moveTo>
                  <a:lnTo>
                    <a:pt x="8509" y="8509"/>
                  </a:lnTo>
                  <a:lnTo>
                    <a:pt x="17018" y="8509"/>
                  </a:lnTo>
                  <a:lnTo>
                    <a:pt x="17018" y="8420989"/>
                  </a:lnTo>
                  <a:lnTo>
                    <a:pt x="8509" y="8420989"/>
                  </a:lnTo>
                  <a:lnTo>
                    <a:pt x="8509" y="8412480"/>
                  </a:lnTo>
                  <a:lnTo>
                    <a:pt x="10981309" y="8412480"/>
                  </a:lnTo>
                  <a:lnTo>
                    <a:pt x="10981309" y="8420989"/>
                  </a:lnTo>
                  <a:lnTo>
                    <a:pt x="10972800" y="8420989"/>
                  </a:lnTo>
                  <a:lnTo>
                    <a:pt x="10972800" y="8509"/>
                  </a:lnTo>
                  <a:lnTo>
                    <a:pt x="10981309" y="8509"/>
                  </a:lnTo>
                  <a:lnTo>
                    <a:pt x="1098130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41" name="Group 35"/>
          <p:cNvGrpSpPr/>
          <p:nvPr/>
        </p:nvGrpSpPr>
        <p:grpSpPr>
          <a:xfrm>
            <a:off x="9686160" y="2590560"/>
            <a:ext cx="7876080" cy="2218680"/>
            <a:chOff x="9686160" y="2590560"/>
            <a:chExt cx="7876080" cy="2218680"/>
          </a:xfrm>
        </p:grpSpPr>
        <p:sp>
          <p:nvSpPr>
            <p:cNvPr id="242" name="Freeform 36"/>
            <p:cNvSpPr/>
            <p:nvPr/>
          </p:nvSpPr>
          <p:spPr>
            <a:xfrm>
              <a:off x="9692640" y="2597040"/>
              <a:ext cx="7863480" cy="2194200"/>
            </a:xfrm>
            <a:custGeom>
              <a:avLst/>
              <a:gdLst>
                <a:gd name="textAreaLeft" fmla="*/ 0 w 7863480"/>
                <a:gd name="textAreaRight" fmla="*/ 7863840 w 7863480"/>
                <a:gd name="textAreaTop" fmla="*/ 0 h 2194200"/>
                <a:gd name="textAreaBottom" fmla="*/ 2194560 h 2194200"/>
              </a:gdLst>
              <a:ahLst/>
              <a:rect l="textAreaLeft" t="textAreaTop" r="textAreaRight" b="textAreaBottom"/>
              <a:pathLst>
                <a:path w="10485119" h="2926080">
                  <a:moveTo>
                    <a:pt x="0" y="0"/>
                  </a:moveTo>
                  <a:lnTo>
                    <a:pt x="10485119" y="0"/>
                  </a:lnTo>
                  <a:lnTo>
                    <a:pt x="10485119" y="2926080"/>
                  </a:lnTo>
                  <a:lnTo>
                    <a:pt x="0" y="292608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3" name="Freeform 37"/>
            <p:cNvSpPr/>
            <p:nvPr/>
          </p:nvSpPr>
          <p:spPr>
            <a:xfrm>
              <a:off x="9686160" y="2590560"/>
              <a:ext cx="7876080" cy="2218680"/>
            </a:xfrm>
            <a:custGeom>
              <a:avLst/>
              <a:gdLst>
                <a:gd name="textAreaLeft" fmla="*/ 0 w 7876080"/>
                <a:gd name="textAreaRight" fmla="*/ 7876440 w 7876080"/>
                <a:gd name="textAreaTop" fmla="*/ 0 h 2218680"/>
                <a:gd name="textAreaBottom" fmla="*/ 2219040 h 2218680"/>
              </a:gdLst>
              <a:ahLst/>
              <a:rect l="textAreaLeft" t="textAreaTop" r="textAreaRight" b="textAreaBottom"/>
              <a:pathLst>
                <a:path w="10502011" h="295884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423400" y="0"/>
                  </a:lnTo>
                  <a:lnTo>
                    <a:pt x="9423400" y="16891"/>
                  </a:lnTo>
                  <a:lnTo>
                    <a:pt x="9372600" y="16891"/>
                  </a:lnTo>
                  <a:close/>
                  <a:moveTo>
                    <a:pt x="9491091" y="16891"/>
                  </a:moveTo>
                  <a:lnTo>
                    <a:pt x="9541891" y="16891"/>
                  </a:lnTo>
                  <a:lnTo>
                    <a:pt x="9491091" y="16891"/>
                  </a:lnTo>
                  <a:close/>
                  <a:moveTo>
                    <a:pt x="9609582" y="16891"/>
                  </a:moveTo>
                  <a:lnTo>
                    <a:pt x="9660382" y="16891"/>
                  </a:lnTo>
                  <a:lnTo>
                    <a:pt x="9609582" y="16891"/>
                  </a:lnTo>
                  <a:close/>
                  <a:moveTo>
                    <a:pt x="9728200" y="0"/>
                  </a:moveTo>
                  <a:lnTo>
                    <a:pt x="9779000" y="0"/>
                  </a:lnTo>
                  <a:lnTo>
                    <a:pt x="9779000" y="16891"/>
                  </a:lnTo>
                  <a:lnTo>
                    <a:pt x="9728200" y="16891"/>
                  </a:lnTo>
                  <a:close/>
                  <a:moveTo>
                    <a:pt x="9846691" y="16891"/>
                  </a:moveTo>
                  <a:lnTo>
                    <a:pt x="9897491" y="16891"/>
                  </a:lnTo>
                  <a:lnTo>
                    <a:pt x="9846691" y="16891"/>
                  </a:lnTo>
                  <a:close/>
                  <a:moveTo>
                    <a:pt x="9965182" y="16891"/>
                  </a:moveTo>
                  <a:lnTo>
                    <a:pt x="10015982" y="16891"/>
                  </a:lnTo>
                  <a:lnTo>
                    <a:pt x="9965182" y="16891"/>
                  </a:lnTo>
                  <a:close/>
                  <a:moveTo>
                    <a:pt x="10083800" y="0"/>
                  </a:moveTo>
                  <a:lnTo>
                    <a:pt x="10134600" y="0"/>
                  </a:lnTo>
                  <a:lnTo>
                    <a:pt x="10134600" y="16891"/>
                  </a:lnTo>
                  <a:lnTo>
                    <a:pt x="10083800" y="16891"/>
                  </a:lnTo>
                  <a:close/>
                  <a:moveTo>
                    <a:pt x="10202291" y="16891"/>
                  </a:moveTo>
                  <a:lnTo>
                    <a:pt x="10253091" y="16891"/>
                  </a:lnTo>
                  <a:lnTo>
                    <a:pt x="10202291" y="16891"/>
                  </a:lnTo>
                  <a:close/>
                  <a:moveTo>
                    <a:pt x="10320782" y="16891"/>
                  </a:moveTo>
                  <a:lnTo>
                    <a:pt x="10371582" y="16891"/>
                  </a:lnTo>
                  <a:lnTo>
                    <a:pt x="10320782" y="16891"/>
                  </a:lnTo>
                  <a:close/>
                  <a:moveTo>
                    <a:pt x="10439400" y="0"/>
                  </a:moveTo>
                  <a:lnTo>
                    <a:pt x="10490200" y="0"/>
                  </a:lnTo>
                  <a:lnTo>
                    <a:pt x="10490200" y="16891"/>
                  </a:lnTo>
                  <a:lnTo>
                    <a:pt x="10439400" y="16891"/>
                  </a:lnTo>
                  <a:close/>
                  <a:moveTo>
                    <a:pt x="10502011" y="89662"/>
                  </a:moveTo>
                  <a:lnTo>
                    <a:pt x="10502011" y="140462"/>
                  </a:lnTo>
                  <a:lnTo>
                    <a:pt x="10485120" y="140462"/>
                  </a:lnTo>
                  <a:lnTo>
                    <a:pt x="10485120" y="89662"/>
                  </a:lnTo>
                  <a:close/>
                  <a:moveTo>
                    <a:pt x="10485120" y="208153"/>
                  </a:moveTo>
                  <a:lnTo>
                    <a:pt x="10485120" y="258953"/>
                  </a:lnTo>
                  <a:lnTo>
                    <a:pt x="10485120" y="208153"/>
                  </a:lnTo>
                  <a:close/>
                  <a:moveTo>
                    <a:pt x="10485120" y="326644"/>
                  </a:moveTo>
                  <a:lnTo>
                    <a:pt x="10485120" y="377444"/>
                  </a:lnTo>
                  <a:lnTo>
                    <a:pt x="10485120" y="326644"/>
                  </a:lnTo>
                  <a:close/>
                  <a:moveTo>
                    <a:pt x="10485120" y="445135"/>
                  </a:moveTo>
                  <a:lnTo>
                    <a:pt x="10485120" y="495935"/>
                  </a:lnTo>
                  <a:lnTo>
                    <a:pt x="10485120" y="445135"/>
                  </a:lnTo>
                  <a:close/>
                  <a:moveTo>
                    <a:pt x="10485120" y="563626"/>
                  </a:moveTo>
                  <a:lnTo>
                    <a:pt x="10485120" y="614426"/>
                  </a:lnTo>
                  <a:lnTo>
                    <a:pt x="10485120" y="563626"/>
                  </a:lnTo>
                  <a:close/>
                  <a:moveTo>
                    <a:pt x="10485120" y="682117"/>
                  </a:moveTo>
                  <a:lnTo>
                    <a:pt x="10485120" y="732917"/>
                  </a:lnTo>
                  <a:lnTo>
                    <a:pt x="10485120" y="682117"/>
                  </a:lnTo>
                  <a:close/>
                  <a:moveTo>
                    <a:pt x="10485120" y="800608"/>
                  </a:moveTo>
                  <a:lnTo>
                    <a:pt x="10485120" y="851408"/>
                  </a:lnTo>
                  <a:lnTo>
                    <a:pt x="10485120" y="800608"/>
                  </a:lnTo>
                  <a:close/>
                  <a:moveTo>
                    <a:pt x="10485120" y="919099"/>
                  </a:moveTo>
                  <a:lnTo>
                    <a:pt x="10485120" y="969899"/>
                  </a:lnTo>
                  <a:lnTo>
                    <a:pt x="10485120" y="919099"/>
                  </a:lnTo>
                  <a:close/>
                  <a:moveTo>
                    <a:pt x="10485120" y="1037590"/>
                  </a:moveTo>
                  <a:lnTo>
                    <a:pt x="10485120" y="1088390"/>
                  </a:lnTo>
                  <a:lnTo>
                    <a:pt x="10485120" y="1037590"/>
                  </a:lnTo>
                  <a:close/>
                  <a:moveTo>
                    <a:pt x="10485120" y="1156081"/>
                  </a:moveTo>
                  <a:lnTo>
                    <a:pt x="10485120" y="1206881"/>
                  </a:lnTo>
                  <a:lnTo>
                    <a:pt x="10485120" y="1156081"/>
                  </a:lnTo>
                  <a:close/>
                  <a:moveTo>
                    <a:pt x="10485120" y="1274572"/>
                  </a:moveTo>
                  <a:lnTo>
                    <a:pt x="10485120" y="1325372"/>
                  </a:lnTo>
                  <a:lnTo>
                    <a:pt x="10485120" y="1274572"/>
                  </a:lnTo>
                  <a:close/>
                  <a:moveTo>
                    <a:pt x="10485120" y="1393063"/>
                  </a:moveTo>
                  <a:lnTo>
                    <a:pt x="10485120" y="1443863"/>
                  </a:lnTo>
                  <a:lnTo>
                    <a:pt x="10485120" y="1393063"/>
                  </a:lnTo>
                  <a:close/>
                  <a:moveTo>
                    <a:pt x="10485120" y="1511554"/>
                  </a:moveTo>
                  <a:lnTo>
                    <a:pt x="10485120" y="1562354"/>
                  </a:lnTo>
                  <a:lnTo>
                    <a:pt x="10485120" y="1511554"/>
                  </a:lnTo>
                  <a:close/>
                  <a:moveTo>
                    <a:pt x="10485120" y="1630045"/>
                  </a:moveTo>
                  <a:lnTo>
                    <a:pt x="10485120" y="1680845"/>
                  </a:lnTo>
                  <a:lnTo>
                    <a:pt x="10485120" y="1630045"/>
                  </a:lnTo>
                  <a:close/>
                  <a:moveTo>
                    <a:pt x="10485120" y="1748536"/>
                  </a:moveTo>
                  <a:lnTo>
                    <a:pt x="10485120" y="1799336"/>
                  </a:lnTo>
                  <a:lnTo>
                    <a:pt x="10485120" y="1748536"/>
                  </a:lnTo>
                  <a:close/>
                  <a:moveTo>
                    <a:pt x="10485120" y="1867027"/>
                  </a:moveTo>
                  <a:lnTo>
                    <a:pt x="10485120" y="1917827"/>
                  </a:lnTo>
                  <a:lnTo>
                    <a:pt x="10485120" y="1867027"/>
                  </a:lnTo>
                  <a:close/>
                  <a:moveTo>
                    <a:pt x="10485120" y="1985518"/>
                  </a:moveTo>
                  <a:lnTo>
                    <a:pt x="10485120" y="2036318"/>
                  </a:lnTo>
                  <a:lnTo>
                    <a:pt x="10485120" y="1985518"/>
                  </a:lnTo>
                  <a:close/>
                  <a:moveTo>
                    <a:pt x="10485120" y="2104009"/>
                  </a:moveTo>
                  <a:lnTo>
                    <a:pt x="10485120" y="2154809"/>
                  </a:lnTo>
                  <a:lnTo>
                    <a:pt x="10485120" y="2104009"/>
                  </a:lnTo>
                  <a:close/>
                  <a:moveTo>
                    <a:pt x="10485120" y="2222500"/>
                  </a:moveTo>
                  <a:lnTo>
                    <a:pt x="10485120" y="2273300"/>
                  </a:lnTo>
                  <a:lnTo>
                    <a:pt x="10485120" y="2222500"/>
                  </a:lnTo>
                  <a:close/>
                  <a:moveTo>
                    <a:pt x="10485120" y="2340991"/>
                  </a:moveTo>
                  <a:lnTo>
                    <a:pt x="10485120" y="2391791"/>
                  </a:lnTo>
                  <a:lnTo>
                    <a:pt x="10485120" y="2340991"/>
                  </a:lnTo>
                  <a:close/>
                  <a:moveTo>
                    <a:pt x="10485120" y="2459482"/>
                  </a:moveTo>
                  <a:lnTo>
                    <a:pt x="10485120" y="2510282"/>
                  </a:lnTo>
                  <a:lnTo>
                    <a:pt x="10485120" y="2459482"/>
                  </a:lnTo>
                  <a:close/>
                  <a:moveTo>
                    <a:pt x="10485120" y="2577973"/>
                  </a:moveTo>
                  <a:lnTo>
                    <a:pt x="10485120" y="2628773"/>
                  </a:lnTo>
                  <a:lnTo>
                    <a:pt x="10485120" y="2577973"/>
                  </a:lnTo>
                  <a:close/>
                  <a:moveTo>
                    <a:pt x="10485120" y="2696464"/>
                  </a:moveTo>
                  <a:lnTo>
                    <a:pt x="10485120" y="2747264"/>
                  </a:lnTo>
                  <a:lnTo>
                    <a:pt x="10485120" y="2696464"/>
                  </a:lnTo>
                  <a:close/>
                  <a:moveTo>
                    <a:pt x="10485120" y="2814955"/>
                  </a:moveTo>
                  <a:lnTo>
                    <a:pt x="10485120" y="2865755"/>
                  </a:lnTo>
                  <a:lnTo>
                    <a:pt x="10485120" y="2814955"/>
                  </a:lnTo>
                  <a:close/>
                  <a:moveTo>
                    <a:pt x="10485120" y="2933446"/>
                  </a:moveTo>
                  <a:lnTo>
                    <a:pt x="10485120" y="2950337"/>
                  </a:lnTo>
                  <a:cubicBezTo>
                    <a:pt x="10485120" y="2955036"/>
                    <a:pt x="10481310" y="2958846"/>
                    <a:pt x="10476611" y="2958846"/>
                  </a:cubicBezTo>
                  <a:lnTo>
                    <a:pt x="10459720" y="2958846"/>
                  </a:lnTo>
                  <a:lnTo>
                    <a:pt x="10459720" y="2926080"/>
                  </a:lnTo>
                  <a:lnTo>
                    <a:pt x="10493628" y="2926080"/>
                  </a:lnTo>
                  <a:lnTo>
                    <a:pt x="10493628" y="2934589"/>
                  </a:lnTo>
                  <a:lnTo>
                    <a:pt x="10485120" y="2934589"/>
                  </a:lnTo>
                  <a:lnTo>
                    <a:pt x="10485120" y="2917698"/>
                  </a:lnTo>
                  <a:close/>
                  <a:moveTo>
                    <a:pt x="10375011" y="2943098"/>
                  </a:moveTo>
                  <a:lnTo>
                    <a:pt x="10324211" y="2943098"/>
                  </a:lnTo>
                  <a:lnTo>
                    <a:pt x="10324211" y="2926080"/>
                  </a:lnTo>
                  <a:lnTo>
                    <a:pt x="10375011" y="2926080"/>
                  </a:lnTo>
                  <a:close/>
                  <a:moveTo>
                    <a:pt x="10256520" y="2926080"/>
                  </a:moveTo>
                  <a:lnTo>
                    <a:pt x="10205720" y="2926080"/>
                  </a:lnTo>
                  <a:lnTo>
                    <a:pt x="10256520" y="2926080"/>
                  </a:lnTo>
                  <a:close/>
                  <a:moveTo>
                    <a:pt x="10138028" y="2926080"/>
                  </a:moveTo>
                  <a:lnTo>
                    <a:pt x="10087228" y="2926080"/>
                  </a:lnTo>
                  <a:lnTo>
                    <a:pt x="10138028" y="2926080"/>
                  </a:lnTo>
                  <a:close/>
                  <a:moveTo>
                    <a:pt x="10019538" y="2926080"/>
                  </a:moveTo>
                  <a:lnTo>
                    <a:pt x="9968738" y="2926080"/>
                  </a:lnTo>
                  <a:lnTo>
                    <a:pt x="10019538" y="2926080"/>
                  </a:lnTo>
                  <a:close/>
                  <a:moveTo>
                    <a:pt x="9901047" y="2926080"/>
                  </a:moveTo>
                  <a:lnTo>
                    <a:pt x="9850247" y="2926080"/>
                  </a:lnTo>
                  <a:lnTo>
                    <a:pt x="9901047" y="2926080"/>
                  </a:lnTo>
                  <a:close/>
                  <a:moveTo>
                    <a:pt x="9782556" y="2926080"/>
                  </a:moveTo>
                  <a:lnTo>
                    <a:pt x="9731756" y="2926080"/>
                  </a:lnTo>
                  <a:lnTo>
                    <a:pt x="9782556" y="2926080"/>
                  </a:lnTo>
                  <a:close/>
                  <a:moveTo>
                    <a:pt x="9664064" y="2926080"/>
                  </a:moveTo>
                  <a:lnTo>
                    <a:pt x="9613264" y="2926080"/>
                  </a:lnTo>
                  <a:lnTo>
                    <a:pt x="9664064" y="2926080"/>
                  </a:lnTo>
                  <a:close/>
                  <a:moveTo>
                    <a:pt x="9545574" y="2926080"/>
                  </a:moveTo>
                  <a:lnTo>
                    <a:pt x="9494774" y="2926080"/>
                  </a:lnTo>
                  <a:lnTo>
                    <a:pt x="9545574" y="2926080"/>
                  </a:lnTo>
                  <a:close/>
                  <a:moveTo>
                    <a:pt x="9427083" y="2926080"/>
                  </a:moveTo>
                  <a:lnTo>
                    <a:pt x="9376283" y="2926080"/>
                  </a:lnTo>
                  <a:lnTo>
                    <a:pt x="9427083" y="2926080"/>
                  </a:lnTo>
                  <a:close/>
                  <a:moveTo>
                    <a:pt x="9308592" y="2926080"/>
                  </a:moveTo>
                  <a:lnTo>
                    <a:pt x="9257792" y="2926080"/>
                  </a:lnTo>
                  <a:lnTo>
                    <a:pt x="9308592" y="2926080"/>
                  </a:lnTo>
                  <a:close/>
                  <a:moveTo>
                    <a:pt x="9190101" y="2926080"/>
                  </a:moveTo>
                  <a:lnTo>
                    <a:pt x="9139301" y="2926080"/>
                  </a:lnTo>
                  <a:lnTo>
                    <a:pt x="9190101" y="2926080"/>
                  </a:lnTo>
                  <a:close/>
                  <a:moveTo>
                    <a:pt x="9071610" y="2926080"/>
                  </a:moveTo>
                  <a:lnTo>
                    <a:pt x="9020810" y="2926080"/>
                  </a:lnTo>
                  <a:lnTo>
                    <a:pt x="9071610" y="2926080"/>
                  </a:lnTo>
                  <a:close/>
                  <a:moveTo>
                    <a:pt x="8953119" y="2926080"/>
                  </a:moveTo>
                  <a:lnTo>
                    <a:pt x="8902319" y="2926080"/>
                  </a:lnTo>
                  <a:lnTo>
                    <a:pt x="8953119" y="2926080"/>
                  </a:lnTo>
                  <a:close/>
                  <a:moveTo>
                    <a:pt x="8834627" y="2926080"/>
                  </a:moveTo>
                  <a:lnTo>
                    <a:pt x="8783827" y="2926080"/>
                  </a:lnTo>
                  <a:lnTo>
                    <a:pt x="8834627" y="2926080"/>
                  </a:lnTo>
                  <a:close/>
                  <a:moveTo>
                    <a:pt x="8716137" y="2926080"/>
                  </a:moveTo>
                  <a:lnTo>
                    <a:pt x="8665337" y="2926080"/>
                  </a:lnTo>
                  <a:lnTo>
                    <a:pt x="8716137" y="2926080"/>
                  </a:lnTo>
                  <a:close/>
                  <a:moveTo>
                    <a:pt x="8597646" y="2926080"/>
                  </a:moveTo>
                  <a:lnTo>
                    <a:pt x="8546846" y="2926080"/>
                  </a:lnTo>
                  <a:lnTo>
                    <a:pt x="8597646" y="2926080"/>
                  </a:lnTo>
                  <a:close/>
                  <a:moveTo>
                    <a:pt x="8479155" y="2926080"/>
                  </a:moveTo>
                  <a:lnTo>
                    <a:pt x="8428355" y="2926080"/>
                  </a:lnTo>
                  <a:lnTo>
                    <a:pt x="8479155" y="2926080"/>
                  </a:lnTo>
                  <a:close/>
                  <a:moveTo>
                    <a:pt x="8360664" y="2926080"/>
                  </a:moveTo>
                  <a:lnTo>
                    <a:pt x="8309864" y="2926080"/>
                  </a:lnTo>
                  <a:lnTo>
                    <a:pt x="8360664" y="2926080"/>
                  </a:lnTo>
                  <a:close/>
                  <a:moveTo>
                    <a:pt x="8242173" y="2926080"/>
                  </a:moveTo>
                  <a:lnTo>
                    <a:pt x="8191373" y="2926080"/>
                  </a:lnTo>
                  <a:lnTo>
                    <a:pt x="8242173" y="2926080"/>
                  </a:lnTo>
                  <a:close/>
                  <a:moveTo>
                    <a:pt x="8123682" y="2926080"/>
                  </a:moveTo>
                  <a:lnTo>
                    <a:pt x="8072882" y="2926080"/>
                  </a:lnTo>
                  <a:lnTo>
                    <a:pt x="8123682" y="2926080"/>
                  </a:lnTo>
                  <a:close/>
                  <a:moveTo>
                    <a:pt x="8005190" y="2926080"/>
                  </a:moveTo>
                  <a:lnTo>
                    <a:pt x="7954390" y="2926080"/>
                  </a:lnTo>
                  <a:lnTo>
                    <a:pt x="8005190" y="2926080"/>
                  </a:lnTo>
                  <a:close/>
                  <a:moveTo>
                    <a:pt x="7886700" y="2926080"/>
                  </a:moveTo>
                  <a:lnTo>
                    <a:pt x="7835900" y="2926080"/>
                  </a:lnTo>
                  <a:lnTo>
                    <a:pt x="7886700" y="2926080"/>
                  </a:lnTo>
                  <a:close/>
                  <a:moveTo>
                    <a:pt x="7768209" y="2926080"/>
                  </a:moveTo>
                  <a:lnTo>
                    <a:pt x="7717409" y="2926080"/>
                  </a:lnTo>
                  <a:lnTo>
                    <a:pt x="7768209" y="2926080"/>
                  </a:lnTo>
                  <a:close/>
                  <a:moveTo>
                    <a:pt x="7649718" y="2926080"/>
                  </a:moveTo>
                  <a:lnTo>
                    <a:pt x="7598918" y="2926080"/>
                  </a:lnTo>
                  <a:lnTo>
                    <a:pt x="7649718" y="2926080"/>
                  </a:lnTo>
                  <a:close/>
                  <a:moveTo>
                    <a:pt x="7531226" y="2926080"/>
                  </a:moveTo>
                  <a:lnTo>
                    <a:pt x="7480426" y="2926080"/>
                  </a:lnTo>
                  <a:lnTo>
                    <a:pt x="7531226" y="2926080"/>
                  </a:lnTo>
                  <a:close/>
                  <a:moveTo>
                    <a:pt x="7412736" y="2926080"/>
                  </a:moveTo>
                  <a:lnTo>
                    <a:pt x="7361936" y="2926080"/>
                  </a:lnTo>
                  <a:lnTo>
                    <a:pt x="7412736" y="2926080"/>
                  </a:lnTo>
                  <a:close/>
                  <a:moveTo>
                    <a:pt x="7294245" y="2926080"/>
                  </a:moveTo>
                  <a:lnTo>
                    <a:pt x="7243445" y="2926080"/>
                  </a:lnTo>
                  <a:lnTo>
                    <a:pt x="7294245" y="2926080"/>
                  </a:lnTo>
                  <a:close/>
                  <a:moveTo>
                    <a:pt x="7175753" y="2926080"/>
                  </a:moveTo>
                  <a:lnTo>
                    <a:pt x="7124953" y="2926080"/>
                  </a:lnTo>
                  <a:lnTo>
                    <a:pt x="7175753" y="2926080"/>
                  </a:lnTo>
                  <a:close/>
                  <a:moveTo>
                    <a:pt x="7057263" y="2926080"/>
                  </a:moveTo>
                  <a:lnTo>
                    <a:pt x="7006463" y="2926080"/>
                  </a:lnTo>
                  <a:lnTo>
                    <a:pt x="7057263" y="2926080"/>
                  </a:lnTo>
                  <a:close/>
                  <a:moveTo>
                    <a:pt x="6938772" y="2926080"/>
                  </a:moveTo>
                  <a:lnTo>
                    <a:pt x="6887972" y="2926080"/>
                  </a:lnTo>
                  <a:lnTo>
                    <a:pt x="6938772" y="2926080"/>
                  </a:lnTo>
                  <a:close/>
                  <a:moveTo>
                    <a:pt x="6820281" y="2926080"/>
                  </a:moveTo>
                  <a:lnTo>
                    <a:pt x="6769481" y="2926080"/>
                  </a:lnTo>
                  <a:lnTo>
                    <a:pt x="6820281" y="2926080"/>
                  </a:lnTo>
                  <a:close/>
                  <a:moveTo>
                    <a:pt x="6701789" y="2926080"/>
                  </a:moveTo>
                  <a:lnTo>
                    <a:pt x="6650989" y="2926080"/>
                  </a:lnTo>
                  <a:lnTo>
                    <a:pt x="6701789" y="2926080"/>
                  </a:lnTo>
                  <a:close/>
                  <a:moveTo>
                    <a:pt x="6583299" y="2926080"/>
                  </a:moveTo>
                  <a:lnTo>
                    <a:pt x="6532499" y="2926080"/>
                  </a:lnTo>
                  <a:lnTo>
                    <a:pt x="6583299" y="2926080"/>
                  </a:lnTo>
                  <a:close/>
                  <a:moveTo>
                    <a:pt x="6464808" y="2926080"/>
                  </a:moveTo>
                  <a:lnTo>
                    <a:pt x="6414008" y="2926080"/>
                  </a:lnTo>
                  <a:lnTo>
                    <a:pt x="6464808" y="2926080"/>
                  </a:lnTo>
                  <a:close/>
                  <a:moveTo>
                    <a:pt x="6346317" y="2926080"/>
                  </a:moveTo>
                  <a:lnTo>
                    <a:pt x="6295517" y="2926080"/>
                  </a:lnTo>
                  <a:lnTo>
                    <a:pt x="6346317" y="2926080"/>
                  </a:lnTo>
                  <a:close/>
                  <a:moveTo>
                    <a:pt x="6227826" y="2926080"/>
                  </a:moveTo>
                  <a:lnTo>
                    <a:pt x="6177026" y="2926080"/>
                  </a:lnTo>
                  <a:lnTo>
                    <a:pt x="6227826" y="2926080"/>
                  </a:lnTo>
                  <a:close/>
                  <a:moveTo>
                    <a:pt x="6109335" y="2926080"/>
                  </a:moveTo>
                  <a:lnTo>
                    <a:pt x="6058535" y="2926080"/>
                  </a:lnTo>
                  <a:lnTo>
                    <a:pt x="6109335" y="2926080"/>
                  </a:lnTo>
                  <a:close/>
                  <a:moveTo>
                    <a:pt x="5990844" y="2926080"/>
                  </a:moveTo>
                  <a:lnTo>
                    <a:pt x="5940044" y="2926080"/>
                  </a:lnTo>
                  <a:lnTo>
                    <a:pt x="5990844" y="2926080"/>
                  </a:lnTo>
                  <a:close/>
                  <a:moveTo>
                    <a:pt x="5872353" y="2926080"/>
                  </a:moveTo>
                  <a:lnTo>
                    <a:pt x="5821553" y="2926080"/>
                  </a:lnTo>
                  <a:lnTo>
                    <a:pt x="5872353" y="2926080"/>
                  </a:lnTo>
                  <a:close/>
                  <a:moveTo>
                    <a:pt x="5753862" y="2926080"/>
                  </a:moveTo>
                  <a:lnTo>
                    <a:pt x="5703062" y="2926080"/>
                  </a:lnTo>
                  <a:lnTo>
                    <a:pt x="5753862" y="2926080"/>
                  </a:lnTo>
                  <a:close/>
                  <a:moveTo>
                    <a:pt x="5635371" y="2926080"/>
                  </a:moveTo>
                  <a:lnTo>
                    <a:pt x="5584571" y="2926080"/>
                  </a:lnTo>
                  <a:lnTo>
                    <a:pt x="5635371" y="2926080"/>
                  </a:lnTo>
                  <a:close/>
                  <a:moveTo>
                    <a:pt x="5516880" y="2926080"/>
                  </a:moveTo>
                  <a:lnTo>
                    <a:pt x="5466080" y="2926080"/>
                  </a:lnTo>
                  <a:lnTo>
                    <a:pt x="5516880" y="2926080"/>
                  </a:lnTo>
                  <a:close/>
                  <a:moveTo>
                    <a:pt x="5398389" y="2926080"/>
                  </a:moveTo>
                  <a:lnTo>
                    <a:pt x="5347589" y="2926080"/>
                  </a:lnTo>
                  <a:lnTo>
                    <a:pt x="5398389" y="2926080"/>
                  </a:lnTo>
                  <a:close/>
                  <a:moveTo>
                    <a:pt x="5279898" y="2926080"/>
                  </a:moveTo>
                  <a:lnTo>
                    <a:pt x="5229098" y="2926080"/>
                  </a:lnTo>
                  <a:lnTo>
                    <a:pt x="5279898" y="2926080"/>
                  </a:lnTo>
                  <a:close/>
                  <a:moveTo>
                    <a:pt x="5161407" y="2926080"/>
                  </a:moveTo>
                  <a:lnTo>
                    <a:pt x="5110607" y="2926080"/>
                  </a:lnTo>
                  <a:lnTo>
                    <a:pt x="5161407" y="2926080"/>
                  </a:lnTo>
                  <a:close/>
                  <a:moveTo>
                    <a:pt x="5042916" y="2926080"/>
                  </a:moveTo>
                  <a:lnTo>
                    <a:pt x="4992116" y="2926080"/>
                  </a:lnTo>
                  <a:lnTo>
                    <a:pt x="5042916" y="2926080"/>
                  </a:lnTo>
                  <a:close/>
                  <a:moveTo>
                    <a:pt x="4924425" y="2926080"/>
                  </a:moveTo>
                  <a:lnTo>
                    <a:pt x="4873625" y="2926080"/>
                  </a:lnTo>
                  <a:lnTo>
                    <a:pt x="4924425" y="2926080"/>
                  </a:lnTo>
                  <a:close/>
                  <a:moveTo>
                    <a:pt x="4805934" y="2926080"/>
                  </a:moveTo>
                  <a:lnTo>
                    <a:pt x="4755134" y="2926080"/>
                  </a:lnTo>
                  <a:lnTo>
                    <a:pt x="4805934" y="2926080"/>
                  </a:lnTo>
                  <a:close/>
                  <a:moveTo>
                    <a:pt x="4687443" y="2926080"/>
                  </a:moveTo>
                  <a:lnTo>
                    <a:pt x="4636643" y="2926080"/>
                  </a:lnTo>
                  <a:lnTo>
                    <a:pt x="4687443" y="2926080"/>
                  </a:lnTo>
                  <a:close/>
                  <a:moveTo>
                    <a:pt x="4568952" y="2926080"/>
                  </a:moveTo>
                  <a:lnTo>
                    <a:pt x="4518152" y="2926080"/>
                  </a:lnTo>
                  <a:lnTo>
                    <a:pt x="4568952" y="2926080"/>
                  </a:lnTo>
                  <a:close/>
                  <a:moveTo>
                    <a:pt x="4450461" y="2926080"/>
                  </a:moveTo>
                  <a:lnTo>
                    <a:pt x="4399661" y="2926080"/>
                  </a:lnTo>
                  <a:lnTo>
                    <a:pt x="4450461" y="2926080"/>
                  </a:lnTo>
                  <a:close/>
                  <a:moveTo>
                    <a:pt x="4331970" y="2926080"/>
                  </a:moveTo>
                  <a:lnTo>
                    <a:pt x="4281170" y="2926080"/>
                  </a:lnTo>
                  <a:lnTo>
                    <a:pt x="4331970" y="2926080"/>
                  </a:lnTo>
                  <a:close/>
                  <a:moveTo>
                    <a:pt x="4213479" y="2926080"/>
                  </a:moveTo>
                  <a:lnTo>
                    <a:pt x="4162679" y="2926080"/>
                  </a:lnTo>
                  <a:lnTo>
                    <a:pt x="4213479" y="2926080"/>
                  </a:lnTo>
                  <a:close/>
                  <a:moveTo>
                    <a:pt x="4094988" y="2926080"/>
                  </a:moveTo>
                  <a:lnTo>
                    <a:pt x="4044188" y="2926080"/>
                  </a:lnTo>
                  <a:lnTo>
                    <a:pt x="4094988" y="2926080"/>
                  </a:lnTo>
                  <a:close/>
                  <a:moveTo>
                    <a:pt x="3976497" y="2926080"/>
                  </a:moveTo>
                  <a:lnTo>
                    <a:pt x="3925697" y="2926080"/>
                  </a:lnTo>
                  <a:lnTo>
                    <a:pt x="3976497" y="2926080"/>
                  </a:lnTo>
                  <a:close/>
                  <a:moveTo>
                    <a:pt x="3858006" y="2926080"/>
                  </a:moveTo>
                  <a:lnTo>
                    <a:pt x="3807206" y="2926080"/>
                  </a:lnTo>
                  <a:lnTo>
                    <a:pt x="3858006" y="2926080"/>
                  </a:lnTo>
                  <a:close/>
                  <a:moveTo>
                    <a:pt x="3739515" y="2926080"/>
                  </a:moveTo>
                  <a:lnTo>
                    <a:pt x="3688715" y="2926080"/>
                  </a:lnTo>
                  <a:lnTo>
                    <a:pt x="3739515" y="2926080"/>
                  </a:lnTo>
                  <a:close/>
                  <a:moveTo>
                    <a:pt x="3621024" y="2926080"/>
                  </a:moveTo>
                  <a:lnTo>
                    <a:pt x="3570224" y="2926080"/>
                  </a:lnTo>
                  <a:lnTo>
                    <a:pt x="3621024" y="2926080"/>
                  </a:lnTo>
                  <a:close/>
                  <a:moveTo>
                    <a:pt x="3502533" y="2926080"/>
                  </a:moveTo>
                  <a:lnTo>
                    <a:pt x="3451733" y="2926080"/>
                  </a:lnTo>
                  <a:lnTo>
                    <a:pt x="3502533" y="2926080"/>
                  </a:lnTo>
                  <a:close/>
                  <a:moveTo>
                    <a:pt x="3384042" y="2926080"/>
                  </a:moveTo>
                  <a:lnTo>
                    <a:pt x="3333242" y="2926080"/>
                  </a:lnTo>
                  <a:lnTo>
                    <a:pt x="3384042" y="2926080"/>
                  </a:lnTo>
                  <a:close/>
                  <a:moveTo>
                    <a:pt x="3265551" y="2926080"/>
                  </a:moveTo>
                  <a:lnTo>
                    <a:pt x="3214751" y="2926080"/>
                  </a:lnTo>
                  <a:lnTo>
                    <a:pt x="3265551" y="2926080"/>
                  </a:lnTo>
                  <a:close/>
                  <a:moveTo>
                    <a:pt x="3147060" y="2926080"/>
                  </a:moveTo>
                  <a:lnTo>
                    <a:pt x="3096260" y="2926080"/>
                  </a:lnTo>
                  <a:lnTo>
                    <a:pt x="3147060" y="2926080"/>
                  </a:lnTo>
                  <a:close/>
                  <a:moveTo>
                    <a:pt x="3028569" y="2926080"/>
                  </a:moveTo>
                  <a:lnTo>
                    <a:pt x="2977769" y="2926080"/>
                  </a:lnTo>
                  <a:lnTo>
                    <a:pt x="3028569" y="2926080"/>
                  </a:lnTo>
                  <a:close/>
                  <a:moveTo>
                    <a:pt x="2910078" y="2926080"/>
                  </a:moveTo>
                  <a:lnTo>
                    <a:pt x="2859278" y="2926080"/>
                  </a:lnTo>
                  <a:lnTo>
                    <a:pt x="2910078" y="2926080"/>
                  </a:lnTo>
                  <a:close/>
                  <a:moveTo>
                    <a:pt x="2791587" y="2926080"/>
                  </a:moveTo>
                  <a:lnTo>
                    <a:pt x="2740787" y="2926080"/>
                  </a:lnTo>
                  <a:lnTo>
                    <a:pt x="2791587" y="2926080"/>
                  </a:lnTo>
                  <a:close/>
                  <a:moveTo>
                    <a:pt x="2673096" y="2926080"/>
                  </a:moveTo>
                  <a:lnTo>
                    <a:pt x="2622296" y="2926080"/>
                  </a:lnTo>
                  <a:lnTo>
                    <a:pt x="2673096" y="2926080"/>
                  </a:lnTo>
                  <a:close/>
                  <a:moveTo>
                    <a:pt x="2554605" y="2926080"/>
                  </a:moveTo>
                  <a:lnTo>
                    <a:pt x="2503805" y="2926080"/>
                  </a:lnTo>
                  <a:lnTo>
                    <a:pt x="2554605" y="2926080"/>
                  </a:lnTo>
                  <a:close/>
                  <a:moveTo>
                    <a:pt x="2436114" y="2926080"/>
                  </a:moveTo>
                  <a:lnTo>
                    <a:pt x="2385314" y="2926080"/>
                  </a:lnTo>
                  <a:lnTo>
                    <a:pt x="2436114" y="2926080"/>
                  </a:lnTo>
                  <a:close/>
                  <a:moveTo>
                    <a:pt x="2317623" y="2926080"/>
                  </a:moveTo>
                  <a:lnTo>
                    <a:pt x="2266823" y="2926080"/>
                  </a:lnTo>
                  <a:lnTo>
                    <a:pt x="2317623" y="2926080"/>
                  </a:lnTo>
                  <a:close/>
                  <a:moveTo>
                    <a:pt x="2199132" y="2926080"/>
                  </a:moveTo>
                  <a:lnTo>
                    <a:pt x="2148332" y="2926080"/>
                  </a:lnTo>
                  <a:lnTo>
                    <a:pt x="2199132" y="2926080"/>
                  </a:lnTo>
                  <a:close/>
                  <a:moveTo>
                    <a:pt x="2080641" y="2926080"/>
                  </a:moveTo>
                  <a:lnTo>
                    <a:pt x="2029841" y="2926080"/>
                  </a:lnTo>
                  <a:lnTo>
                    <a:pt x="2080641" y="2926080"/>
                  </a:lnTo>
                  <a:close/>
                  <a:moveTo>
                    <a:pt x="1962150" y="2926080"/>
                  </a:moveTo>
                  <a:lnTo>
                    <a:pt x="1911350" y="2926080"/>
                  </a:lnTo>
                  <a:lnTo>
                    <a:pt x="1962150" y="2926080"/>
                  </a:lnTo>
                  <a:close/>
                  <a:moveTo>
                    <a:pt x="1843659" y="2926080"/>
                  </a:moveTo>
                  <a:lnTo>
                    <a:pt x="1792859" y="2926080"/>
                  </a:lnTo>
                  <a:lnTo>
                    <a:pt x="1843659" y="2926080"/>
                  </a:lnTo>
                  <a:close/>
                  <a:moveTo>
                    <a:pt x="1725168" y="2926080"/>
                  </a:moveTo>
                  <a:lnTo>
                    <a:pt x="1674368" y="2926080"/>
                  </a:lnTo>
                  <a:lnTo>
                    <a:pt x="1725168" y="2926080"/>
                  </a:lnTo>
                  <a:close/>
                  <a:moveTo>
                    <a:pt x="1606677" y="2926080"/>
                  </a:moveTo>
                  <a:lnTo>
                    <a:pt x="1555877" y="2926080"/>
                  </a:lnTo>
                  <a:lnTo>
                    <a:pt x="1606677" y="2926080"/>
                  </a:lnTo>
                  <a:close/>
                  <a:moveTo>
                    <a:pt x="1488186" y="2926080"/>
                  </a:moveTo>
                  <a:lnTo>
                    <a:pt x="1437386" y="2926080"/>
                  </a:lnTo>
                  <a:lnTo>
                    <a:pt x="1488186" y="2926080"/>
                  </a:lnTo>
                  <a:close/>
                  <a:moveTo>
                    <a:pt x="1369695" y="2926080"/>
                  </a:moveTo>
                  <a:lnTo>
                    <a:pt x="1318895" y="2926080"/>
                  </a:lnTo>
                  <a:lnTo>
                    <a:pt x="1369695" y="2926080"/>
                  </a:lnTo>
                  <a:close/>
                  <a:moveTo>
                    <a:pt x="1251204" y="2926080"/>
                  </a:moveTo>
                  <a:lnTo>
                    <a:pt x="1200404" y="2926080"/>
                  </a:lnTo>
                  <a:lnTo>
                    <a:pt x="1251204" y="2926080"/>
                  </a:lnTo>
                  <a:close/>
                  <a:moveTo>
                    <a:pt x="1132713" y="2926080"/>
                  </a:moveTo>
                  <a:lnTo>
                    <a:pt x="1081913" y="2926080"/>
                  </a:lnTo>
                  <a:lnTo>
                    <a:pt x="1132713" y="2926080"/>
                  </a:lnTo>
                  <a:close/>
                  <a:moveTo>
                    <a:pt x="1014222" y="2926080"/>
                  </a:moveTo>
                  <a:lnTo>
                    <a:pt x="963422" y="2926080"/>
                  </a:lnTo>
                  <a:lnTo>
                    <a:pt x="1014222" y="2926080"/>
                  </a:lnTo>
                  <a:close/>
                  <a:moveTo>
                    <a:pt x="895731" y="2926080"/>
                  </a:moveTo>
                  <a:lnTo>
                    <a:pt x="844931" y="2926080"/>
                  </a:lnTo>
                  <a:lnTo>
                    <a:pt x="895731" y="2926080"/>
                  </a:lnTo>
                  <a:close/>
                  <a:moveTo>
                    <a:pt x="777240" y="2926080"/>
                  </a:moveTo>
                  <a:lnTo>
                    <a:pt x="726440" y="2926080"/>
                  </a:lnTo>
                  <a:lnTo>
                    <a:pt x="777240" y="2926080"/>
                  </a:lnTo>
                  <a:close/>
                  <a:moveTo>
                    <a:pt x="658749" y="2926080"/>
                  </a:moveTo>
                  <a:lnTo>
                    <a:pt x="607949" y="2926080"/>
                  </a:lnTo>
                  <a:lnTo>
                    <a:pt x="658749" y="2926080"/>
                  </a:lnTo>
                  <a:close/>
                  <a:moveTo>
                    <a:pt x="540258" y="2926080"/>
                  </a:moveTo>
                  <a:lnTo>
                    <a:pt x="489458" y="2926080"/>
                  </a:lnTo>
                  <a:lnTo>
                    <a:pt x="540258" y="2926080"/>
                  </a:lnTo>
                  <a:close/>
                  <a:moveTo>
                    <a:pt x="421767" y="2926080"/>
                  </a:moveTo>
                  <a:lnTo>
                    <a:pt x="370967" y="2926080"/>
                  </a:lnTo>
                  <a:lnTo>
                    <a:pt x="421767" y="2926080"/>
                  </a:lnTo>
                  <a:close/>
                  <a:moveTo>
                    <a:pt x="303276" y="2926080"/>
                  </a:moveTo>
                  <a:lnTo>
                    <a:pt x="252476" y="2926080"/>
                  </a:lnTo>
                  <a:lnTo>
                    <a:pt x="303276" y="2926080"/>
                  </a:lnTo>
                  <a:close/>
                  <a:moveTo>
                    <a:pt x="184785" y="2926080"/>
                  </a:moveTo>
                  <a:lnTo>
                    <a:pt x="133985" y="2926080"/>
                  </a:lnTo>
                  <a:lnTo>
                    <a:pt x="184785" y="2926080"/>
                  </a:lnTo>
                  <a:close/>
                  <a:moveTo>
                    <a:pt x="66294" y="2926080"/>
                  </a:moveTo>
                  <a:lnTo>
                    <a:pt x="15494" y="2926080"/>
                  </a:lnTo>
                  <a:lnTo>
                    <a:pt x="66294" y="2926080"/>
                  </a:lnTo>
                  <a:close/>
                  <a:moveTo>
                    <a:pt x="0" y="2887091"/>
                  </a:moveTo>
                  <a:lnTo>
                    <a:pt x="0" y="2836291"/>
                  </a:lnTo>
                  <a:lnTo>
                    <a:pt x="16891" y="2836291"/>
                  </a:lnTo>
                  <a:lnTo>
                    <a:pt x="16891" y="2887091"/>
                  </a:lnTo>
                  <a:close/>
                  <a:moveTo>
                    <a:pt x="0" y="2768600"/>
                  </a:moveTo>
                  <a:lnTo>
                    <a:pt x="0" y="2717800"/>
                  </a:lnTo>
                  <a:lnTo>
                    <a:pt x="16891" y="2717800"/>
                  </a:lnTo>
                  <a:lnTo>
                    <a:pt x="16891" y="2768600"/>
                  </a:lnTo>
                  <a:close/>
                  <a:moveTo>
                    <a:pt x="16891" y="2650109"/>
                  </a:moveTo>
                  <a:lnTo>
                    <a:pt x="16891" y="2599309"/>
                  </a:lnTo>
                  <a:lnTo>
                    <a:pt x="16891" y="2650109"/>
                  </a:lnTo>
                  <a:close/>
                  <a:moveTo>
                    <a:pt x="16891" y="2531618"/>
                  </a:moveTo>
                  <a:lnTo>
                    <a:pt x="16891" y="2480818"/>
                  </a:lnTo>
                  <a:lnTo>
                    <a:pt x="16891" y="2531618"/>
                  </a:lnTo>
                  <a:close/>
                  <a:moveTo>
                    <a:pt x="0" y="2413000"/>
                  </a:moveTo>
                  <a:lnTo>
                    <a:pt x="0" y="2362200"/>
                  </a:lnTo>
                  <a:lnTo>
                    <a:pt x="16891" y="2362200"/>
                  </a:lnTo>
                  <a:lnTo>
                    <a:pt x="16891" y="2413000"/>
                  </a:lnTo>
                  <a:close/>
                  <a:moveTo>
                    <a:pt x="16891" y="2294509"/>
                  </a:moveTo>
                  <a:lnTo>
                    <a:pt x="16891" y="2243709"/>
                  </a:lnTo>
                  <a:lnTo>
                    <a:pt x="16891" y="2294509"/>
                  </a:lnTo>
                  <a:close/>
                  <a:moveTo>
                    <a:pt x="16891" y="2176018"/>
                  </a:moveTo>
                  <a:lnTo>
                    <a:pt x="16891" y="2125218"/>
                  </a:lnTo>
                  <a:lnTo>
                    <a:pt x="16891" y="2176018"/>
                  </a:lnTo>
                  <a:close/>
                  <a:moveTo>
                    <a:pt x="0" y="2057400"/>
                  </a:moveTo>
                  <a:lnTo>
                    <a:pt x="0" y="2006600"/>
                  </a:lnTo>
                  <a:lnTo>
                    <a:pt x="16891" y="2006600"/>
                  </a:lnTo>
                  <a:lnTo>
                    <a:pt x="16891" y="2057400"/>
                  </a:lnTo>
                  <a:close/>
                  <a:moveTo>
                    <a:pt x="16891" y="1938909"/>
                  </a:moveTo>
                  <a:lnTo>
                    <a:pt x="16891" y="1888109"/>
                  </a:lnTo>
                  <a:lnTo>
                    <a:pt x="16891" y="1938909"/>
                  </a:lnTo>
                  <a:close/>
                  <a:moveTo>
                    <a:pt x="16891" y="1820418"/>
                  </a:moveTo>
                  <a:lnTo>
                    <a:pt x="16891" y="1769618"/>
                  </a:lnTo>
                  <a:lnTo>
                    <a:pt x="16891" y="1820418"/>
                  </a:lnTo>
                  <a:close/>
                  <a:moveTo>
                    <a:pt x="0" y="1701800"/>
                  </a:moveTo>
                  <a:lnTo>
                    <a:pt x="0" y="1651000"/>
                  </a:lnTo>
                  <a:lnTo>
                    <a:pt x="16891" y="1651000"/>
                  </a:lnTo>
                  <a:lnTo>
                    <a:pt x="16891" y="1701800"/>
                  </a:lnTo>
                  <a:close/>
                  <a:moveTo>
                    <a:pt x="16891" y="1583309"/>
                  </a:moveTo>
                  <a:lnTo>
                    <a:pt x="16891" y="1532509"/>
                  </a:lnTo>
                  <a:lnTo>
                    <a:pt x="16891" y="1583309"/>
                  </a:lnTo>
                  <a:close/>
                  <a:moveTo>
                    <a:pt x="16891" y="1464818"/>
                  </a:moveTo>
                  <a:lnTo>
                    <a:pt x="16891" y="1414018"/>
                  </a:lnTo>
                  <a:lnTo>
                    <a:pt x="16891" y="1464818"/>
                  </a:lnTo>
                  <a:close/>
                  <a:moveTo>
                    <a:pt x="0" y="1346200"/>
                  </a:moveTo>
                  <a:lnTo>
                    <a:pt x="0" y="1295400"/>
                  </a:lnTo>
                  <a:lnTo>
                    <a:pt x="16891" y="1295400"/>
                  </a:lnTo>
                  <a:lnTo>
                    <a:pt x="16891" y="1346200"/>
                  </a:lnTo>
                  <a:close/>
                  <a:moveTo>
                    <a:pt x="16891" y="1227709"/>
                  </a:moveTo>
                  <a:lnTo>
                    <a:pt x="16891" y="1176909"/>
                  </a:lnTo>
                  <a:lnTo>
                    <a:pt x="16891" y="1227709"/>
                  </a:lnTo>
                  <a:close/>
                  <a:moveTo>
                    <a:pt x="16891" y="1109218"/>
                  </a:moveTo>
                  <a:lnTo>
                    <a:pt x="16891" y="1058418"/>
                  </a:lnTo>
                  <a:lnTo>
                    <a:pt x="16891" y="1109218"/>
                  </a:lnTo>
                  <a:close/>
                  <a:moveTo>
                    <a:pt x="0" y="990600"/>
                  </a:moveTo>
                  <a:lnTo>
                    <a:pt x="0" y="939800"/>
                  </a:lnTo>
                  <a:lnTo>
                    <a:pt x="16891" y="939800"/>
                  </a:lnTo>
                  <a:lnTo>
                    <a:pt x="16891" y="990600"/>
                  </a:lnTo>
                  <a:close/>
                  <a:moveTo>
                    <a:pt x="16891" y="872109"/>
                  </a:moveTo>
                  <a:lnTo>
                    <a:pt x="16891" y="821309"/>
                  </a:lnTo>
                  <a:lnTo>
                    <a:pt x="16891" y="872109"/>
                  </a:lnTo>
                  <a:close/>
                  <a:moveTo>
                    <a:pt x="16891" y="753618"/>
                  </a:moveTo>
                  <a:lnTo>
                    <a:pt x="16891" y="702818"/>
                  </a:lnTo>
                  <a:lnTo>
                    <a:pt x="16891" y="753618"/>
                  </a:lnTo>
                  <a:close/>
                  <a:moveTo>
                    <a:pt x="0" y="635000"/>
                  </a:moveTo>
                  <a:lnTo>
                    <a:pt x="0" y="584200"/>
                  </a:lnTo>
                  <a:lnTo>
                    <a:pt x="16891" y="584200"/>
                  </a:lnTo>
                  <a:lnTo>
                    <a:pt x="16891" y="635000"/>
                  </a:lnTo>
                  <a:close/>
                  <a:moveTo>
                    <a:pt x="16891" y="516509"/>
                  </a:moveTo>
                  <a:lnTo>
                    <a:pt x="16891" y="465709"/>
                  </a:lnTo>
                  <a:lnTo>
                    <a:pt x="16891" y="516509"/>
                  </a:lnTo>
                  <a:close/>
                  <a:moveTo>
                    <a:pt x="16891" y="398018"/>
                  </a:moveTo>
                  <a:lnTo>
                    <a:pt x="16891" y="347218"/>
                  </a:lnTo>
                  <a:lnTo>
                    <a:pt x="16891" y="398018"/>
                  </a:lnTo>
                  <a:close/>
                  <a:moveTo>
                    <a:pt x="0" y="279400"/>
                  </a:moveTo>
                  <a:lnTo>
                    <a:pt x="0" y="228600"/>
                  </a:lnTo>
                  <a:lnTo>
                    <a:pt x="16891" y="228600"/>
                  </a:lnTo>
                  <a:lnTo>
                    <a:pt x="16891" y="279400"/>
                  </a:lnTo>
                  <a:close/>
                  <a:moveTo>
                    <a:pt x="16891" y="160909"/>
                  </a:moveTo>
                  <a:lnTo>
                    <a:pt x="16891" y="110109"/>
                  </a:lnTo>
                  <a:lnTo>
                    <a:pt x="16891" y="160909"/>
                  </a:lnTo>
                  <a:close/>
                  <a:moveTo>
                    <a:pt x="0" y="42291"/>
                  </a:moveTo>
                  <a:lnTo>
                    <a:pt x="0" y="8509"/>
                  </a:lnTo>
                  <a:cubicBezTo>
                    <a:pt x="0" y="3810"/>
                    <a:pt x="3810" y="0"/>
                    <a:pt x="8509" y="0"/>
                  </a:cubicBezTo>
                  <a:lnTo>
                    <a:pt x="59309" y="0"/>
                  </a:lnTo>
                  <a:lnTo>
                    <a:pt x="59309" y="16891"/>
                  </a:lnTo>
                  <a:lnTo>
                    <a:pt x="8509" y="16891"/>
                  </a:lnTo>
                  <a:lnTo>
                    <a:pt x="8509" y="8509"/>
                  </a:lnTo>
                  <a:lnTo>
                    <a:pt x="17018" y="8509"/>
                  </a:lnTo>
                  <a:lnTo>
                    <a:pt x="17018" y="42291"/>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44" name="Group 38"/>
          <p:cNvGrpSpPr/>
          <p:nvPr/>
        </p:nvGrpSpPr>
        <p:grpSpPr>
          <a:xfrm>
            <a:off x="9784080" y="4930560"/>
            <a:ext cx="7680600" cy="701640"/>
            <a:chOff x="9784080" y="4930560"/>
            <a:chExt cx="7680600" cy="701640"/>
          </a:xfrm>
        </p:grpSpPr>
        <p:sp>
          <p:nvSpPr>
            <p:cNvPr id="245" name="Freeform 39"/>
            <p:cNvSpPr/>
            <p:nvPr/>
          </p:nvSpPr>
          <p:spPr>
            <a:xfrm>
              <a:off x="9784080" y="4937760"/>
              <a:ext cx="7680600" cy="694440"/>
            </a:xfrm>
            <a:custGeom>
              <a:avLst/>
              <a:gdLst>
                <a:gd name="textAreaLeft" fmla="*/ 0 w 7680600"/>
                <a:gd name="textAreaRight" fmla="*/ 7680960 w 7680600"/>
                <a:gd name="textAreaTop" fmla="*/ 0 h 694440"/>
                <a:gd name="textAreaBottom" fmla="*/ 694800 h 694440"/>
              </a:gdLst>
              <a:ahLst/>
              <a:rect l="textAreaLeft" t="textAreaTop" r="textAreaRight" b="textAreaBottom"/>
              <a:pathLst>
                <a:path w="10241280" h="926592">
                  <a:moveTo>
                    <a:pt x="0" y="0"/>
                  </a:moveTo>
                  <a:lnTo>
                    <a:pt x="10241280" y="0"/>
                  </a:lnTo>
                  <a:lnTo>
                    <a:pt x="10241280" y="926592"/>
                  </a:lnTo>
                  <a:lnTo>
                    <a:pt x="0" y="926592"/>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6" name="TextBox 40"/>
            <p:cNvSpPr/>
            <p:nvPr/>
          </p:nvSpPr>
          <p:spPr>
            <a:xfrm>
              <a:off x="9784080" y="4930560"/>
              <a:ext cx="7680600" cy="7016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1b4965"/>
                  </a:solidFill>
                  <a:latin typeface="Trebuchet MS Bold"/>
                  <a:ea typeface="Trebuchet MS Bold"/>
                </a:rPr>
                <a:t>Upper West Region</a:t>
              </a:r>
              <a:endParaRPr b="0" lang="en-US" sz="2600" spc="-1" strike="noStrike">
                <a:solidFill>
                  <a:srgbClr val="000000"/>
                </a:solidFill>
                <a:latin typeface="Arial"/>
              </a:endParaRPr>
            </a:p>
          </p:txBody>
        </p:sp>
      </p:grpSp>
      <p:grpSp>
        <p:nvGrpSpPr>
          <p:cNvPr id="247" name="Group 41"/>
          <p:cNvGrpSpPr/>
          <p:nvPr/>
        </p:nvGrpSpPr>
        <p:grpSpPr>
          <a:xfrm>
            <a:off x="9784080" y="5627160"/>
            <a:ext cx="7680600" cy="1267200"/>
            <a:chOff x="9784080" y="5627160"/>
            <a:chExt cx="7680600" cy="1267200"/>
          </a:xfrm>
        </p:grpSpPr>
        <p:sp>
          <p:nvSpPr>
            <p:cNvPr id="248" name="Freeform 42"/>
            <p:cNvSpPr/>
            <p:nvPr/>
          </p:nvSpPr>
          <p:spPr>
            <a:xfrm>
              <a:off x="9784080" y="5706000"/>
              <a:ext cx="7680600" cy="1188360"/>
            </a:xfrm>
            <a:custGeom>
              <a:avLst/>
              <a:gdLst>
                <a:gd name="textAreaLeft" fmla="*/ 0 w 7680600"/>
                <a:gd name="textAreaRight" fmla="*/ 7680960 w 7680600"/>
                <a:gd name="textAreaTop" fmla="*/ 0 h 1188360"/>
                <a:gd name="textAreaBottom" fmla="*/ 1188720 h 1188360"/>
              </a:gdLst>
              <a:ahLst/>
              <a:rect l="textAreaLeft" t="textAreaTop" r="textAreaRight" b="textAreaBottom"/>
              <a:pathLst>
                <a:path w="10241280" h="1584960">
                  <a:moveTo>
                    <a:pt x="0" y="0"/>
                  </a:moveTo>
                  <a:lnTo>
                    <a:pt x="10241280" y="0"/>
                  </a:lnTo>
                  <a:lnTo>
                    <a:pt x="10241280" y="1584960"/>
                  </a:lnTo>
                  <a:lnTo>
                    <a:pt x="0" y="1584960"/>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9" name="TextBox 43"/>
            <p:cNvSpPr/>
            <p:nvPr/>
          </p:nvSpPr>
          <p:spPr>
            <a:xfrm>
              <a:off x="9784080" y="5627160"/>
              <a:ext cx="7680600" cy="12668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Far from port. Few markets. Long road from Tema. Transport costs compound at every handoff before the rice reaches the buyer.</a:t>
              </a:r>
              <a:endParaRPr b="0" lang="en-US" sz="2000" spc="-1" strike="noStrike">
                <a:solidFill>
                  <a:srgbClr val="000000"/>
                </a:solidFill>
                <a:latin typeface="Arial"/>
              </a:endParaRPr>
            </a:p>
          </p:txBody>
        </p:sp>
      </p:grpSp>
      <p:grpSp>
        <p:nvGrpSpPr>
          <p:cNvPr id="250" name="Group 44"/>
          <p:cNvGrpSpPr/>
          <p:nvPr/>
        </p:nvGrpSpPr>
        <p:grpSpPr>
          <a:xfrm>
            <a:off x="9784080" y="6978960"/>
            <a:ext cx="7680600" cy="1012680"/>
            <a:chOff x="9784080" y="6978960"/>
            <a:chExt cx="7680600" cy="1012680"/>
          </a:xfrm>
        </p:grpSpPr>
        <p:sp>
          <p:nvSpPr>
            <p:cNvPr id="251" name="Freeform 45"/>
            <p:cNvSpPr/>
            <p:nvPr/>
          </p:nvSpPr>
          <p:spPr>
            <a:xfrm>
              <a:off x="9784080" y="6986160"/>
              <a:ext cx="7680600" cy="1005480"/>
            </a:xfrm>
            <a:custGeom>
              <a:avLst/>
              <a:gdLst>
                <a:gd name="textAreaLeft" fmla="*/ 0 w 7680600"/>
                <a:gd name="textAreaRight" fmla="*/ 7680960 w 7680600"/>
                <a:gd name="textAreaTop" fmla="*/ 0 h 1005480"/>
                <a:gd name="textAreaBottom" fmla="*/ 1005840 h 1005480"/>
              </a:gdLst>
              <a:ahLst/>
              <a:rect l="textAreaLeft" t="textAreaTop" r="textAreaRight" b="textAreaBottom"/>
              <a:pathLst>
                <a:path w="10241280" h="1341120">
                  <a:moveTo>
                    <a:pt x="0" y="0"/>
                  </a:moveTo>
                  <a:lnTo>
                    <a:pt x="10241280" y="0"/>
                  </a:lnTo>
                  <a:lnTo>
                    <a:pt x="10241280" y="1341120"/>
                  </a:lnTo>
                  <a:lnTo>
                    <a:pt x="0" y="1341120"/>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2" name="TextBox 46"/>
            <p:cNvSpPr/>
            <p:nvPr/>
          </p:nvSpPr>
          <p:spPr>
            <a:xfrm>
              <a:off x="9784080" y="6978960"/>
              <a:ext cx="7680600" cy="1012680"/>
            </a:xfrm>
            <a:prstGeom prst="rect">
              <a:avLst/>
            </a:prstGeom>
            <a:noFill/>
            <a:ln w="0">
              <a:noFill/>
            </a:ln>
          </p:spPr>
          <p:style>
            <a:lnRef idx="0"/>
            <a:fillRef idx="0"/>
            <a:effectRef idx="0"/>
            <a:fontRef idx="minor"/>
          </p:style>
          <p:txBody>
            <a:bodyPr lIns="0" rIns="0" tIns="0" bIns="0" anchor="ctr">
              <a:noAutofit/>
            </a:bodyPr>
            <a:p>
              <a:pPr defTabSz="914400">
                <a:lnSpc>
                  <a:spcPts val="5281"/>
                </a:lnSpc>
              </a:pPr>
              <a:r>
                <a:rPr b="1" lang="en-US" sz="4400" spc="-1" strike="noStrike">
                  <a:solidFill>
                    <a:srgbClr val="c0392b"/>
                  </a:solidFill>
                  <a:latin typeface="Trebuchet MS Bold"/>
                  <a:ea typeface="Trebuchet MS Bold"/>
                </a:rPr>
                <a:t>6.60 GHS / kg</a:t>
              </a:r>
              <a:endParaRPr b="0" lang="en-US" sz="4400" spc="-1" strike="noStrike">
                <a:solidFill>
                  <a:srgbClr val="000000"/>
                </a:solidFill>
                <a:latin typeface="Arial"/>
              </a:endParaRPr>
            </a:p>
          </p:txBody>
        </p:sp>
      </p:grpSp>
      <p:grpSp>
        <p:nvGrpSpPr>
          <p:cNvPr id="253" name="Group 47"/>
          <p:cNvGrpSpPr/>
          <p:nvPr/>
        </p:nvGrpSpPr>
        <p:grpSpPr>
          <a:xfrm>
            <a:off x="542160" y="8918280"/>
            <a:ext cx="17202960" cy="1073160"/>
            <a:chOff x="542160" y="8918280"/>
            <a:chExt cx="17202960" cy="1073160"/>
          </a:xfrm>
        </p:grpSpPr>
        <p:sp>
          <p:nvSpPr>
            <p:cNvPr id="254" name="Freeform 48"/>
            <p:cNvSpPr/>
            <p:nvPr/>
          </p:nvSpPr>
          <p:spPr>
            <a:xfrm>
              <a:off x="548640" y="8924400"/>
              <a:ext cx="17190360" cy="1060200"/>
            </a:xfrm>
            <a:custGeom>
              <a:avLst/>
              <a:gdLst>
                <a:gd name="textAreaLeft" fmla="*/ 0 w 17190360"/>
                <a:gd name="textAreaRight" fmla="*/ 17190720 w 17190360"/>
                <a:gd name="textAreaTop" fmla="*/ 0 h 1060200"/>
                <a:gd name="textAreaBottom" fmla="*/ 1060560 h 1060200"/>
              </a:gdLst>
              <a:ahLst/>
              <a:rect l="textAreaLeft" t="textAreaTop" r="textAreaRight" b="textAreaBottom"/>
              <a:pathLst>
                <a:path w="22920961" h="1414272">
                  <a:moveTo>
                    <a:pt x="0" y="0"/>
                  </a:moveTo>
                  <a:lnTo>
                    <a:pt x="22920961" y="0"/>
                  </a:lnTo>
                  <a:lnTo>
                    <a:pt x="22920961" y="1414272"/>
                  </a:lnTo>
                  <a:lnTo>
                    <a:pt x="0" y="1414272"/>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5" name="Freeform 49"/>
            <p:cNvSpPr/>
            <p:nvPr/>
          </p:nvSpPr>
          <p:spPr>
            <a:xfrm>
              <a:off x="542160" y="8918280"/>
              <a:ext cx="17202960" cy="1073160"/>
            </a:xfrm>
            <a:custGeom>
              <a:avLst/>
              <a:gdLst>
                <a:gd name="textAreaLeft" fmla="*/ 0 w 17202960"/>
                <a:gd name="textAreaRight" fmla="*/ 17203320 w 17202960"/>
                <a:gd name="textAreaTop" fmla="*/ 0 h 1073160"/>
                <a:gd name="textAreaBottom" fmla="*/ 1073520 h 1073160"/>
              </a:gdLst>
              <a:ahLst/>
              <a:rect l="textAreaLeft" t="textAreaTop" r="textAreaRight" b="textAreaBottom"/>
              <a:pathLst>
                <a:path w="22937978" h="1431290">
                  <a:moveTo>
                    <a:pt x="8509" y="0"/>
                  </a:moveTo>
                  <a:lnTo>
                    <a:pt x="22929470" y="0"/>
                  </a:lnTo>
                  <a:cubicBezTo>
                    <a:pt x="22934169" y="0"/>
                    <a:pt x="22937978" y="3810"/>
                    <a:pt x="22937978" y="8509"/>
                  </a:cubicBezTo>
                  <a:lnTo>
                    <a:pt x="22937978" y="1422781"/>
                  </a:lnTo>
                  <a:cubicBezTo>
                    <a:pt x="22937978" y="1427480"/>
                    <a:pt x="22934169" y="1431290"/>
                    <a:pt x="22929470" y="1431290"/>
                  </a:cubicBezTo>
                  <a:lnTo>
                    <a:pt x="8509" y="1431290"/>
                  </a:lnTo>
                  <a:cubicBezTo>
                    <a:pt x="3810" y="1431290"/>
                    <a:pt x="0" y="1427480"/>
                    <a:pt x="0" y="1422781"/>
                  </a:cubicBezTo>
                  <a:lnTo>
                    <a:pt x="0" y="8509"/>
                  </a:lnTo>
                  <a:cubicBezTo>
                    <a:pt x="0" y="3810"/>
                    <a:pt x="3810" y="0"/>
                    <a:pt x="8509" y="0"/>
                  </a:cubicBezTo>
                  <a:moveTo>
                    <a:pt x="8509" y="16891"/>
                  </a:moveTo>
                  <a:lnTo>
                    <a:pt x="8509" y="8509"/>
                  </a:lnTo>
                  <a:lnTo>
                    <a:pt x="17018" y="8509"/>
                  </a:lnTo>
                  <a:lnTo>
                    <a:pt x="17018" y="1422781"/>
                  </a:lnTo>
                  <a:lnTo>
                    <a:pt x="8509" y="1422781"/>
                  </a:lnTo>
                  <a:lnTo>
                    <a:pt x="8509" y="1414272"/>
                  </a:lnTo>
                  <a:lnTo>
                    <a:pt x="22929470" y="1414272"/>
                  </a:lnTo>
                  <a:lnTo>
                    <a:pt x="22929470" y="1422781"/>
                  </a:lnTo>
                  <a:lnTo>
                    <a:pt x="22920961" y="1422781"/>
                  </a:lnTo>
                  <a:lnTo>
                    <a:pt x="22920961" y="8509"/>
                  </a:lnTo>
                  <a:lnTo>
                    <a:pt x="22929470" y="8509"/>
                  </a:lnTo>
                  <a:lnTo>
                    <a:pt x="22929470"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56" name="Group 50"/>
          <p:cNvGrpSpPr/>
          <p:nvPr/>
        </p:nvGrpSpPr>
        <p:grpSpPr>
          <a:xfrm>
            <a:off x="536040" y="8911800"/>
            <a:ext cx="207720" cy="1085760"/>
            <a:chOff x="536040" y="8911800"/>
            <a:chExt cx="207720" cy="1085760"/>
          </a:xfrm>
        </p:grpSpPr>
        <p:sp>
          <p:nvSpPr>
            <p:cNvPr id="257" name="Freeform 51"/>
            <p:cNvSpPr/>
            <p:nvPr/>
          </p:nvSpPr>
          <p:spPr>
            <a:xfrm>
              <a:off x="548640" y="8924400"/>
              <a:ext cx="182520" cy="1060200"/>
            </a:xfrm>
            <a:custGeom>
              <a:avLst/>
              <a:gdLst>
                <a:gd name="textAreaLeft" fmla="*/ 0 w 182520"/>
                <a:gd name="textAreaRight" fmla="*/ 182880 w 182520"/>
                <a:gd name="textAreaTop" fmla="*/ 0 h 1060200"/>
                <a:gd name="textAreaBottom" fmla="*/ 1060560 h 1060200"/>
              </a:gdLst>
              <a:ahLst/>
              <a:rect l="textAreaLeft" t="textAreaTop" r="textAreaRight" b="textAreaBottom"/>
              <a:pathLst>
                <a:path w="243840" h="1414272">
                  <a:moveTo>
                    <a:pt x="0" y="0"/>
                  </a:moveTo>
                  <a:lnTo>
                    <a:pt x="243840" y="0"/>
                  </a:lnTo>
                  <a:lnTo>
                    <a:pt x="243840" y="1414272"/>
                  </a:lnTo>
                  <a:lnTo>
                    <a:pt x="0" y="1414272"/>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8" name="Freeform 52"/>
            <p:cNvSpPr/>
            <p:nvPr/>
          </p:nvSpPr>
          <p:spPr>
            <a:xfrm>
              <a:off x="536040" y="8911800"/>
              <a:ext cx="207720" cy="1085760"/>
            </a:xfrm>
            <a:custGeom>
              <a:avLst/>
              <a:gdLst>
                <a:gd name="textAreaLeft" fmla="*/ 0 w 207720"/>
                <a:gd name="textAreaRight" fmla="*/ 208080 w 207720"/>
                <a:gd name="textAreaTop" fmla="*/ 0 h 1085760"/>
                <a:gd name="textAreaBottom" fmla="*/ 1086120 h 1085760"/>
              </a:gdLst>
              <a:ahLst/>
              <a:rect l="textAreaLeft" t="textAreaTop" r="textAreaRight" b="textAreaBottom"/>
              <a:pathLst>
                <a:path w="277622" h="1448054">
                  <a:moveTo>
                    <a:pt x="16891" y="0"/>
                  </a:moveTo>
                  <a:lnTo>
                    <a:pt x="260731" y="0"/>
                  </a:lnTo>
                  <a:cubicBezTo>
                    <a:pt x="270129" y="0"/>
                    <a:pt x="277622" y="7620"/>
                    <a:pt x="277622" y="16891"/>
                  </a:cubicBezTo>
                  <a:lnTo>
                    <a:pt x="277622" y="1431163"/>
                  </a:lnTo>
                  <a:cubicBezTo>
                    <a:pt x="277622" y="1440561"/>
                    <a:pt x="270002" y="1448054"/>
                    <a:pt x="260731"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260731" y="1414272"/>
                  </a:lnTo>
                  <a:lnTo>
                    <a:pt x="260731" y="1431163"/>
                  </a:lnTo>
                  <a:lnTo>
                    <a:pt x="243840" y="1431163"/>
                  </a:lnTo>
                  <a:lnTo>
                    <a:pt x="243840" y="16891"/>
                  </a:lnTo>
                  <a:lnTo>
                    <a:pt x="260731" y="16891"/>
                  </a:lnTo>
                  <a:lnTo>
                    <a:pt x="2607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59" name="Group 53"/>
          <p:cNvGrpSpPr/>
          <p:nvPr/>
        </p:nvGrpSpPr>
        <p:grpSpPr>
          <a:xfrm>
            <a:off x="914400" y="8895960"/>
            <a:ext cx="16641720" cy="1089000"/>
            <a:chOff x="914400" y="8895960"/>
            <a:chExt cx="16641720" cy="1089000"/>
          </a:xfrm>
        </p:grpSpPr>
        <p:sp>
          <p:nvSpPr>
            <p:cNvPr id="260" name="Freeform 54"/>
            <p:cNvSpPr/>
            <p:nvPr/>
          </p:nvSpPr>
          <p:spPr>
            <a:xfrm>
              <a:off x="914400" y="8924400"/>
              <a:ext cx="16641720" cy="1060200"/>
            </a:xfrm>
            <a:custGeom>
              <a:avLst/>
              <a:gdLst>
                <a:gd name="textAreaLeft" fmla="*/ 0 w 16641720"/>
                <a:gd name="textAreaRight" fmla="*/ 16642080 w 16641720"/>
                <a:gd name="textAreaTop" fmla="*/ 0 h 1060200"/>
                <a:gd name="textAreaBottom" fmla="*/ 1060560 h 1060200"/>
              </a:gdLst>
              <a:ahLst/>
              <a:rect l="textAreaLeft" t="textAreaTop" r="textAreaRight" b="textAreaBottom"/>
              <a:pathLst>
                <a:path w="22189439" h="1414272">
                  <a:moveTo>
                    <a:pt x="0" y="0"/>
                  </a:moveTo>
                  <a:lnTo>
                    <a:pt x="22189439" y="0"/>
                  </a:lnTo>
                  <a:lnTo>
                    <a:pt x="22189439" y="1414272"/>
                  </a:lnTo>
                  <a:lnTo>
                    <a:pt x="0" y="1414272"/>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1" name="TextBox 55"/>
            <p:cNvSpPr/>
            <p:nvPr/>
          </p:nvSpPr>
          <p:spPr>
            <a:xfrm>
              <a:off x="914400" y="8895960"/>
              <a:ext cx="16641720" cy="108900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0" i="1" lang="en-US" sz="2400" spc="-1" strike="noStrike">
                  <a:solidFill>
                    <a:srgbClr val="1a2332"/>
                  </a:solidFill>
                  <a:latin typeface="Calibri (MS) Italics"/>
                  <a:ea typeface="Calibri (MS) Italics"/>
                </a:rPr>
                <a:t>Same country.  Same commodity.  Same day.  38% price difference.  That difference is geography.</a:t>
              </a:r>
              <a:endParaRPr b="0" lang="en-US" sz="24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262" name="Group 2"/>
          <p:cNvGrpSpPr/>
          <p:nvPr/>
        </p:nvGrpSpPr>
        <p:grpSpPr>
          <a:xfrm>
            <a:off x="-12600" y="-12600"/>
            <a:ext cx="18312840" cy="1524600"/>
            <a:chOff x="-12600" y="-12600"/>
            <a:chExt cx="18312840" cy="1524600"/>
          </a:xfrm>
        </p:grpSpPr>
        <p:sp>
          <p:nvSpPr>
            <p:cNvPr id="263"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4"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65" name="Group 5"/>
          <p:cNvGrpSpPr/>
          <p:nvPr/>
        </p:nvGrpSpPr>
        <p:grpSpPr>
          <a:xfrm>
            <a:off x="-12600" y="-12600"/>
            <a:ext cx="281160" cy="1524600"/>
            <a:chOff x="-12600" y="-12600"/>
            <a:chExt cx="281160" cy="1524600"/>
          </a:xfrm>
        </p:grpSpPr>
        <p:sp>
          <p:nvSpPr>
            <p:cNvPr id="266"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7"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68" name="Group 8"/>
          <p:cNvGrpSpPr/>
          <p:nvPr/>
        </p:nvGrpSpPr>
        <p:grpSpPr>
          <a:xfrm>
            <a:off x="640080" y="-14400"/>
            <a:ext cx="17007480" cy="1513800"/>
            <a:chOff x="640080" y="-14400"/>
            <a:chExt cx="17007480" cy="1513800"/>
          </a:xfrm>
        </p:grpSpPr>
        <p:sp>
          <p:nvSpPr>
            <p:cNvPr id="269"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0"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GeoAI Is Already Around You</a:t>
              </a:r>
              <a:endParaRPr b="0" lang="en-US" sz="4000" spc="-1" strike="noStrike">
                <a:solidFill>
                  <a:srgbClr val="000000"/>
                </a:solidFill>
                <a:latin typeface="Arial"/>
              </a:endParaRPr>
            </a:p>
          </p:txBody>
        </p:sp>
      </p:grpSp>
      <p:grpSp>
        <p:nvGrpSpPr>
          <p:cNvPr id="271" name="Group 11"/>
          <p:cNvGrpSpPr/>
          <p:nvPr/>
        </p:nvGrpSpPr>
        <p:grpSpPr>
          <a:xfrm>
            <a:off x="542160" y="1730880"/>
            <a:ext cx="5626800" cy="3816360"/>
            <a:chOff x="542160" y="1730880"/>
            <a:chExt cx="5626800" cy="3816360"/>
          </a:xfrm>
        </p:grpSpPr>
        <p:sp>
          <p:nvSpPr>
            <p:cNvPr id="272" name="Freeform 12"/>
            <p:cNvSpPr/>
            <p:nvPr/>
          </p:nvSpPr>
          <p:spPr>
            <a:xfrm>
              <a:off x="548640" y="1737360"/>
              <a:ext cx="5614200" cy="3803400"/>
            </a:xfrm>
            <a:custGeom>
              <a:avLst/>
              <a:gdLst>
                <a:gd name="textAreaLeft" fmla="*/ 0 w 5614200"/>
                <a:gd name="textAreaRight" fmla="*/ 5614560 w 5614200"/>
                <a:gd name="textAreaTop" fmla="*/ 0 h 3803400"/>
                <a:gd name="textAreaBottom" fmla="*/ 3803760 h 3803400"/>
              </a:gdLst>
              <a:ahLst/>
              <a:rect l="textAreaLeft" t="textAreaTop" r="textAreaRight" b="textAreaBottom"/>
              <a:pathLst>
                <a:path w="7485888" h="5071872">
                  <a:moveTo>
                    <a:pt x="0" y="0"/>
                  </a:moveTo>
                  <a:lnTo>
                    <a:pt x="7485888" y="0"/>
                  </a:lnTo>
                  <a:lnTo>
                    <a:pt x="7485888" y="5071872"/>
                  </a:lnTo>
                  <a:lnTo>
                    <a:pt x="0" y="5071872"/>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3" name="Freeform 13"/>
            <p:cNvSpPr/>
            <p:nvPr/>
          </p:nvSpPr>
          <p:spPr>
            <a:xfrm>
              <a:off x="542160" y="1730880"/>
              <a:ext cx="5626800" cy="3816360"/>
            </a:xfrm>
            <a:custGeom>
              <a:avLst/>
              <a:gdLst>
                <a:gd name="textAreaLeft" fmla="*/ 0 w 5626800"/>
                <a:gd name="textAreaRight" fmla="*/ 5627160 w 5626800"/>
                <a:gd name="textAreaTop" fmla="*/ 0 h 3816360"/>
                <a:gd name="textAreaBottom" fmla="*/ 3816720 h 3816360"/>
              </a:gdLst>
              <a:ahLst/>
              <a:rect l="textAreaLeft" t="textAreaTop" r="textAreaRight" b="textAreaBottom"/>
              <a:pathLst>
                <a:path w="7502906" h="5088890">
                  <a:moveTo>
                    <a:pt x="8509" y="0"/>
                  </a:moveTo>
                  <a:lnTo>
                    <a:pt x="7494397" y="0"/>
                  </a:lnTo>
                  <a:cubicBezTo>
                    <a:pt x="7499096" y="0"/>
                    <a:pt x="7502906" y="3810"/>
                    <a:pt x="7502906" y="8509"/>
                  </a:cubicBezTo>
                  <a:lnTo>
                    <a:pt x="7502906" y="5080381"/>
                  </a:lnTo>
                  <a:cubicBezTo>
                    <a:pt x="7502906" y="5085080"/>
                    <a:pt x="7499096" y="5088890"/>
                    <a:pt x="7494397" y="5088890"/>
                  </a:cubicBezTo>
                  <a:lnTo>
                    <a:pt x="8509" y="5088890"/>
                  </a:lnTo>
                  <a:cubicBezTo>
                    <a:pt x="3810" y="5088890"/>
                    <a:pt x="0" y="5085080"/>
                    <a:pt x="0" y="5080381"/>
                  </a:cubicBezTo>
                  <a:lnTo>
                    <a:pt x="0" y="8509"/>
                  </a:lnTo>
                  <a:cubicBezTo>
                    <a:pt x="0" y="3810"/>
                    <a:pt x="3810" y="0"/>
                    <a:pt x="8509" y="0"/>
                  </a:cubicBezTo>
                  <a:moveTo>
                    <a:pt x="8509" y="16891"/>
                  </a:moveTo>
                  <a:lnTo>
                    <a:pt x="8509" y="8509"/>
                  </a:lnTo>
                  <a:lnTo>
                    <a:pt x="17018" y="8509"/>
                  </a:lnTo>
                  <a:lnTo>
                    <a:pt x="17018" y="5080381"/>
                  </a:lnTo>
                  <a:lnTo>
                    <a:pt x="8509" y="5080381"/>
                  </a:lnTo>
                  <a:lnTo>
                    <a:pt x="8509" y="5071872"/>
                  </a:lnTo>
                  <a:lnTo>
                    <a:pt x="7494397" y="5071872"/>
                  </a:lnTo>
                  <a:lnTo>
                    <a:pt x="7494397" y="5080381"/>
                  </a:lnTo>
                  <a:lnTo>
                    <a:pt x="7485888" y="5080381"/>
                  </a:lnTo>
                  <a:lnTo>
                    <a:pt x="7485888" y="8509"/>
                  </a:lnTo>
                  <a:lnTo>
                    <a:pt x="7494397" y="8509"/>
                  </a:lnTo>
                  <a:lnTo>
                    <a:pt x="7494397"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74" name="Group 14"/>
          <p:cNvGrpSpPr/>
          <p:nvPr/>
        </p:nvGrpSpPr>
        <p:grpSpPr>
          <a:xfrm>
            <a:off x="536040" y="1724760"/>
            <a:ext cx="5639400" cy="134640"/>
            <a:chOff x="536040" y="1724760"/>
            <a:chExt cx="5639400" cy="134640"/>
          </a:xfrm>
        </p:grpSpPr>
        <p:sp>
          <p:nvSpPr>
            <p:cNvPr id="275" name="Freeform 15"/>
            <p:cNvSpPr/>
            <p:nvPr/>
          </p:nvSpPr>
          <p:spPr>
            <a:xfrm>
              <a:off x="548640" y="1737360"/>
              <a:ext cx="5614200" cy="109440"/>
            </a:xfrm>
            <a:custGeom>
              <a:avLst/>
              <a:gdLst>
                <a:gd name="textAreaLeft" fmla="*/ 0 w 5614200"/>
                <a:gd name="textAreaRight" fmla="*/ 5614560 w 5614200"/>
                <a:gd name="textAreaTop" fmla="*/ 0 h 109440"/>
                <a:gd name="textAreaBottom" fmla="*/ 109800 h 109440"/>
              </a:gdLst>
              <a:ahLst/>
              <a:rect l="textAreaLeft" t="textAreaTop" r="textAreaRight" b="textAreaBottom"/>
              <a:pathLst>
                <a:path w="7485888" h="146304">
                  <a:moveTo>
                    <a:pt x="0" y="0"/>
                  </a:moveTo>
                  <a:lnTo>
                    <a:pt x="7485888" y="0"/>
                  </a:lnTo>
                  <a:lnTo>
                    <a:pt x="7485888" y="146304"/>
                  </a:lnTo>
                  <a:lnTo>
                    <a:pt x="0" y="146304"/>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6" name="Freeform 16"/>
            <p:cNvSpPr/>
            <p:nvPr/>
          </p:nvSpPr>
          <p:spPr>
            <a:xfrm>
              <a:off x="536040" y="1724760"/>
              <a:ext cx="5639400" cy="134640"/>
            </a:xfrm>
            <a:custGeom>
              <a:avLst/>
              <a:gdLst>
                <a:gd name="textAreaLeft" fmla="*/ 0 w 5639400"/>
                <a:gd name="textAreaRight" fmla="*/ 5639760 w 5639400"/>
                <a:gd name="textAreaTop" fmla="*/ 0 h 134640"/>
                <a:gd name="textAreaBottom" fmla="*/ 135000 h 134640"/>
              </a:gdLst>
              <a:ahLst/>
              <a:rect l="textAreaLeft" t="textAreaTop" r="textAreaRight" b="textAreaBottom"/>
              <a:pathLst>
                <a:path w="7519670" h="180088">
                  <a:moveTo>
                    <a:pt x="16891" y="0"/>
                  </a:moveTo>
                  <a:lnTo>
                    <a:pt x="7502779" y="0"/>
                  </a:lnTo>
                  <a:cubicBezTo>
                    <a:pt x="7512177" y="0"/>
                    <a:pt x="7519670" y="7620"/>
                    <a:pt x="7519670" y="16891"/>
                  </a:cubicBezTo>
                  <a:lnTo>
                    <a:pt x="7519670" y="163195"/>
                  </a:lnTo>
                  <a:cubicBezTo>
                    <a:pt x="7519670" y="172593"/>
                    <a:pt x="7512050" y="180086"/>
                    <a:pt x="7502779"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502779" y="146304"/>
                  </a:lnTo>
                  <a:lnTo>
                    <a:pt x="7502779" y="163195"/>
                  </a:lnTo>
                  <a:lnTo>
                    <a:pt x="7485888" y="163195"/>
                  </a:lnTo>
                  <a:lnTo>
                    <a:pt x="7485888" y="16891"/>
                  </a:lnTo>
                  <a:lnTo>
                    <a:pt x="7502779" y="16891"/>
                  </a:lnTo>
                  <a:lnTo>
                    <a:pt x="7502779"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77" name="Group 17"/>
          <p:cNvGrpSpPr/>
          <p:nvPr/>
        </p:nvGrpSpPr>
        <p:grpSpPr>
          <a:xfrm>
            <a:off x="822960" y="2004480"/>
            <a:ext cx="5065560" cy="775080"/>
            <a:chOff x="822960" y="2004480"/>
            <a:chExt cx="5065560" cy="775080"/>
          </a:xfrm>
        </p:grpSpPr>
        <p:sp>
          <p:nvSpPr>
            <p:cNvPr id="278" name="Freeform 18"/>
            <p:cNvSpPr/>
            <p:nvPr/>
          </p:nvSpPr>
          <p:spPr>
            <a:xfrm>
              <a:off x="822960" y="2011680"/>
              <a:ext cx="5065560" cy="767880"/>
            </a:xfrm>
            <a:custGeom>
              <a:avLst/>
              <a:gdLst>
                <a:gd name="textAreaLeft" fmla="*/ 0 w 5065560"/>
                <a:gd name="textAreaRight" fmla="*/ 5065920 w 5065560"/>
                <a:gd name="textAreaTop" fmla="*/ 0 h 767880"/>
                <a:gd name="textAreaBottom" fmla="*/ 768240 h 767880"/>
              </a:gdLst>
              <a:ahLst/>
              <a:rect l="textAreaLeft" t="textAreaTop" r="textAreaRight" b="textAreaBottom"/>
              <a:pathLst>
                <a:path w="6754368" h="1024128">
                  <a:moveTo>
                    <a:pt x="0" y="0"/>
                  </a:moveTo>
                  <a:lnTo>
                    <a:pt x="6754368" y="0"/>
                  </a:lnTo>
                  <a:lnTo>
                    <a:pt x="6754368" y="1024128"/>
                  </a:lnTo>
                  <a:lnTo>
                    <a:pt x="0" y="1024128"/>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9" name="TextBox 19"/>
            <p:cNvSpPr/>
            <p:nvPr/>
          </p:nvSpPr>
          <p:spPr>
            <a:xfrm>
              <a:off x="822960" y="2004480"/>
              <a:ext cx="506556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a2332"/>
                  </a:solidFill>
                  <a:latin typeface="Trebuchet MS Bold"/>
                  <a:ea typeface="Trebuchet MS Bold"/>
                </a:rPr>
                <a:t>Route Navigation</a:t>
              </a:r>
              <a:endParaRPr b="0" lang="en-US" sz="2400" spc="-1" strike="noStrike">
                <a:solidFill>
                  <a:srgbClr val="000000"/>
                </a:solidFill>
                <a:latin typeface="Arial"/>
              </a:endParaRPr>
            </a:p>
          </p:txBody>
        </p:sp>
      </p:grpSp>
      <p:grpSp>
        <p:nvGrpSpPr>
          <p:cNvPr id="280" name="Group 20"/>
          <p:cNvGrpSpPr/>
          <p:nvPr/>
        </p:nvGrpSpPr>
        <p:grpSpPr>
          <a:xfrm>
            <a:off x="810360" y="2822040"/>
            <a:ext cx="1213560" cy="116280"/>
            <a:chOff x="810360" y="2822040"/>
            <a:chExt cx="1213560" cy="116280"/>
          </a:xfrm>
        </p:grpSpPr>
        <p:sp>
          <p:nvSpPr>
            <p:cNvPr id="281" name="Freeform 21"/>
            <p:cNvSpPr/>
            <p:nvPr/>
          </p:nvSpPr>
          <p:spPr>
            <a:xfrm>
              <a:off x="822960" y="2834640"/>
              <a:ext cx="1188360" cy="91080"/>
            </a:xfrm>
            <a:custGeom>
              <a:avLst/>
              <a:gdLst>
                <a:gd name="textAreaLeft" fmla="*/ 0 w 1188360"/>
                <a:gd name="textAreaRight" fmla="*/ 1188720 w 1188360"/>
                <a:gd name="textAreaTop" fmla="*/ 0 h 91080"/>
                <a:gd name="textAreaBottom" fmla="*/ 91440 h 91080"/>
              </a:gdLst>
              <a:ahLst/>
              <a:rect l="textAreaLeft" t="textAreaTop" r="textAreaRight" b="textAreaBottom"/>
              <a:pathLst>
                <a:path w="1584960" h="121920">
                  <a:moveTo>
                    <a:pt x="0" y="0"/>
                  </a:moveTo>
                  <a:lnTo>
                    <a:pt x="1584960" y="0"/>
                  </a:lnTo>
                  <a:lnTo>
                    <a:pt x="1584960" y="121920"/>
                  </a:lnTo>
                  <a:lnTo>
                    <a:pt x="0" y="121920"/>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2" name="Freeform 22"/>
            <p:cNvSpPr/>
            <p:nvPr/>
          </p:nvSpPr>
          <p:spPr>
            <a:xfrm>
              <a:off x="810360" y="2822040"/>
              <a:ext cx="1213560" cy="116280"/>
            </a:xfrm>
            <a:custGeom>
              <a:avLst/>
              <a:gdLst>
                <a:gd name="textAreaLeft" fmla="*/ 0 w 1213560"/>
                <a:gd name="textAreaRight" fmla="*/ 1213920 w 1213560"/>
                <a:gd name="textAreaTop" fmla="*/ 0 h 116280"/>
                <a:gd name="textAreaBottom" fmla="*/ 116640 h 116280"/>
              </a:gdLst>
              <a:ahLst/>
              <a:rect l="textAreaLeft" t="textAreaTop" r="textAreaRight" b="textAreaBottom"/>
              <a:pathLst>
                <a:path w="1618742" h="155704">
                  <a:moveTo>
                    <a:pt x="16891" y="0"/>
                  </a:moveTo>
                  <a:lnTo>
                    <a:pt x="1601851" y="0"/>
                  </a:lnTo>
                  <a:cubicBezTo>
                    <a:pt x="1611249" y="0"/>
                    <a:pt x="1618742" y="7620"/>
                    <a:pt x="1618742" y="16891"/>
                  </a:cubicBezTo>
                  <a:lnTo>
                    <a:pt x="1618742" y="138811"/>
                  </a:lnTo>
                  <a:cubicBezTo>
                    <a:pt x="1618742" y="148209"/>
                    <a:pt x="1611122" y="155702"/>
                    <a:pt x="16018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601851" y="121920"/>
                  </a:lnTo>
                  <a:lnTo>
                    <a:pt x="1601851" y="138811"/>
                  </a:lnTo>
                  <a:lnTo>
                    <a:pt x="1584960" y="138811"/>
                  </a:lnTo>
                  <a:lnTo>
                    <a:pt x="1584960" y="16891"/>
                  </a:lnTo>
                  <a:lnTo>
                    <a:pt x="1601851" y="16891"/>
                  </a:lnTo>
                  <a:lnTo>
                    <a:pt x="1601851"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83" name="Group 23"/>
          <p:cNvGrpSpPr/>
          <p:nvPr/>
        </p:nvGrpSpPr>
        <p:grpSpPr>
          <a:xfrm>
            <a:off x="822960" y="2975400"/>
            <a:ext cx="5065560" cy="2364480"/>
            <a:chOff x="822960" y="2975400"/>
            <a:chExt cx="5065560" cy="2364480"/>
          </a:xfrm>
        </p:grpSpPr>
        <p:sp>
          <p:nvSpPr>
            <p:cNvPr id="284" name="Freeform 24"/>
            <p:cNvSpPr/>
            <p:nvPr/>
          </p:nvSpPr>
          <p:spPr>
            <a:xfrm>
              <a:off x="822960" y="3054240"/>
              <a:ext cx="5065560" cy="2285640"/>
            </a:xfrm>
            <a:custGeom>
              <a:avLst/>
              <a:gdLst>
                <a:gd name="textAreaLeft" fmla="*/ 0 w 5065560"/>
                <a:gd name="textAreaRight" fmla="*/ 5065920 w 5065560"/>
                <a:gd name="textAreaTop" fmla="*/ 0 h 2285640"/>
                <a:gd name="textAreaBottom" fmla="*/ 2286000 h 2285640"/>
              </a:gdLst>
              <a:ahLst/>
              <a:rect l="textAreaLeft" t="textAreaTop" r="textAreaRight" b="textAreaBottom"/>
              <a:pathLst>
                <a:path w="6754368" h="3048000">
                  <a:moveTo>
                    <a:pt x="0" y="0"/>
                  </a:moveTo>
                  <a:lnTo>
                    <a:pt x="6754368" y="0"/>
                  </a:lnTo>
                  <a:lnTo>
                    <a:pt x="6754368" y="3048000"/>
                  </a:lnTo>
                  <a:lnTo>
                    <a:pt x="0" y="304800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5" name="TextBox 25"/>
            <p:cNvSpPr/>
            <p:nvPr/>
          </p:nvSpPr>
          <p:spPr>
            <a:xfrm>
              <a:off x="822960" y="2975400"/>
              <a:ext cx="5065560" cy="236412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Google Maps and Waze use real-time location data plus AI to predict the fastest route. Every reroute is a GeoAI decision.</a:t>
              </a:r>
              <a:endParaRPr b="0" lang="en-US" sz="2000" spc="-1" strike="noStrike">
                <a:solidFill>
                  <a:srgbClr val="000000"/>
                </a:solidFill>
                <a:latin typeface="Arial"/>
              </a:endParaRPr>
            </a:p>
          </p:txBody>
        </p:sp>
      </p:grpSp>
      <p:grpSp>
        <p:nvGrpSpPr>
          <p:cNvPr id="286" name="Group 26"/>
          <p:cNvGrpSpPr/>
          <p:nvPr/>
        </p:nvGrpSpPr>
        <p:grpSpPr>
          <a:xfrm>
            <a:off x="6330600" y="1730880"/>
            <a:ext cx="5626800" cy="3816360"/>
            <a:chOff x="6330600" y="1730880"/>
            <a:chExt cx="5626800" cy="3816360"/>
          </a:xfrm>
        </p:grpSpPr>
        <p:sp>
          <p:nvSpPr>
            <p:cNvPr id="287" name="Freeform 27"/>
            <p:cNvSpPr/>
            <p:nvPr/>
          </p:nvSpPr>
          <p:spPr>
            <a:xfrm>
              <a:off x="6336720" y="1737360"/>
              <a:ext cx="5614200" cy="3803400"/>
            </a:xfrm>
            <a:custGeom>
              <a:avLst/>
              <a:gdLst>
                <a:gd name="textAreaLeft" fmla="*/ 0 w 5614200"/>
                <a:gd name="textAreaRight" fmla="*/ 5614560 w 5614200"/>
                <a:gd name="textAreaTop" fmla="*/ 0 h 3803400"/>
                <a:gd name="textAreaBottom" fmla="*/ 3803760 h 3803400"/>
              </a:gdLst>
              <a:ahLst/>
              <a:rect l="textAreaLeft" t="textAreaTop" r="textAreaRight" b="textAreaBottom"/>
              <a:pathLst>
                <a:path w="7485888" h="5071872">
                  <a:moveTo>
                    <a:pt x="0" y="0"/>
                  </a:moveTo>
                  <a:lnTo>
                    <a:pt x="7485888" y="0"/>
                  </a:lnTo>
                  <a:lnTo>
                    <a:pt x="7485888" y="5071872"/>
                  </a:lnTo>
                  <a:lnTo>
                    <a:pt x="0" y="5071872"/>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8" name="Freeform 28"/>
            <p:cNvSpPr/>
            <p:nvPr/>
          </p:nvSpPr>
          <p:spPr>
            <a:xfrm>
              <a:off x="6330600" y="1730880"/>
              <a:ext cx="5626800" cy="3816360"/>
            </a:xfrm>
            <a:custGeom>
              <a:avLst/>
              <a:gdLst>
                <a:gd name="textAreaLeft" fmla="*/ 0 w 5626800"/>
                <a:gd name="textAreaRight" fmla="*/ 5627160 w 5626800"/>
                <a:gd name="textAreaTop" fmla="*/ 0 h 3816360"/>
                <a:gd name="textAreaBottom" fmla="*/ 3816720 h 3816360"/>
              </a:gdLst>
              <a:ahLst/>
              <a:rect l="textAreaLeft" t="textAreaTop" r="textAreaRight" b="textAreaBottom"/>
              <a:pathLst>
                <a:path w="7502906" h="5088890">
                  <a:moveTo>
                    <a:pt x="8509" y="0"/>
                  </a:moveTo>
                  <a:lnTo>
                    <a:pt x="7494397" y="0"/>
                  </a:lnTo>
                  <a:cubicBezTo>
                    <a:pt x="7499096" y="0"/>
                    <a:pt x="7502906" y="3810"/>
                    <a:pt x="7502906" y="8509"/>
                  </a:cubicBezTo>
                  <a:lnTo>
                    <a:pt x="7502906" y="5080381"/>
                  </a:lnTo>
                  <a:cubicBezTo>
                    <a:pt x="7502906" y="5085080"/>
                    <a:pt x="7499096" y="5088890"/>
                    <a:pt x="7494397" y="5088890"/>
                  </a:cubicBezTo>
                  <a:lnTo>
                    <a:pt x="8509" y="5088890"/>
                  </a:lnTo>
                  <a:cubicBezTo>
                    <a:pt x="3810" y="5088890"/>
                    <a:pt x="0" y="5085080"/>
                    <a:pt x="0" y="5080381"/>
                  </a:cubicBezTo>
                  <a:lnTo>
                    <a:pt x="0" y="8509"/>
                  </a:lnTo>
                  <a:cubicBezTo>
                    <a:pt x="0" y="3810"/>
                    <a:pt x="3810" y="0"/>
                    <a:pt x="8509" y="0"/>
                  </a:cubicBezTo>
                  <a:moveTo>
                    <a:pt x="8509" y="16891"/>
                  </a:moveTo>
                  <a:lnTo>
                    <a:pt x="8509" y="8509"/>
                  </a:lnTo>
                  <a:lnTo>
                    <a:pt x="17018" y="8509"/>
                  </a:lnTo>
                  <a:lnTo>
                    <a:pt x="17018" y="5080381"/>
                  </a:lnTo>
                  <a:lnTo>
                    <a:pt x="8509" y="5080381"/>
                  </a:lnTo>
                  <a:lnTo>
                    <a:pt x="8509" y="5071872"/>
                  </a:lnTo>
                  <a:lnTo>
                    <a:pt x="7494397" y="5071872"/>
                  </a:lnTo>
                  <a:lnTo>
                    <a:pt x="7494397" y="5080381"/>
                  </a:lnTo>
                  <a:lnTo>
                    <a:pt x="7485888" y="5080381"/>
                  </a:lnTo>
                  <a:lnTo>
                    <a:pt x="7485888" y="8509"/>
                  </a:lnTo>
                  <a:lnTo>
                    <a:pt x="7494397" y="8509"/>
                  </a:lnTo>
                  <a:lnTo>
                    <a:pt x="7494397"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89" name="Group 29"/>
          <p:cNvGrpSpPr/>
          <p:nvPr/>
        </p:nvGrpSpPr>
        <p:grpSpPr>
          <a:xfrm>
            <a:off x="6324120" y="1724760"/>
            <a:ext cx="5639400" cy="134640"/>
            <a:chOff x="6324120" y="1724760"/>
            <a:chExt cx="5639400" cy="134640"/>
          </a:xfrm>
        </p:grpSpPr>
        <p:sp>
          <p:nvSpPr>
            <p:cNvPr id="290" name="Freeform 30"/>
            <p:cNvSpPr/>
            <p:nvPr/>
          </p:nvSpPr>
          <p:spPr>
            <a:xfrm>
              <a:off x="6336720" y="1737360"/>
              <a:ext cx="5614200" cy="109440"/>
            </a:xfrm>
            <a:custGeom>
              <a:avLst/>
              <a:gdLst>
                <a:gd name="textAreaLeft" fmla="*/ 0 w 5614200"/>
                <a:gd name="textAreaRight" fmla="*/ 5614560 w 5614200"/>
                <a:gd name="textAreaTop" fmla="*/ 0 h 109440"/>
                <a:gd name="textAreaBottom" fmla="*/ 109800 h 109440"/>
              </a:gdLst>
              <a:ahLst/>
              <a:rect l="textAreaLeft" t="textAreaTop" r="textAreaRight" b="textAreaBottom"/>
              <a:pathLst>
                <a:path w="7485888" h="146304">
                  <a:moveTo>
                    <a:pt x="0" y="0"/>
                  </a:moveTo>
                  <a:lnTo>
                    <a:pt x="7485888" y="0"/>
                  </a:lnTo>
                  <a:lnTo>
                    <a:pt x="7485888" y="146304"/>
                  </a:lnTo>
                  <a:lnTo>
                    <a:pt x="0" y="146304"/>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1" name="Freeform 31"/>
            <p:cNvSpPr/>
            <p:nvPr/>
          </p:nvSpPr>
          <p:spPr>
            <a:xfrm>
              <a:off x="6324120" y="1724760"/>
              <a:ext cx="5639400" cy="134640"/>
            </a:xfrm>
            <a:custGeom>
              <a:avLst/>
              <a:gdLst>
                <a:gd name="textAreaLeft" fmla="*/ 0 w 5639400"/>
                <a:gd name="textAreaRight" fmla="*/ 5639760 w 5639400"/>
                <a:gd name="textAreaTop" fmla="*/ 0 h 134640"/>
                <a:gd name="textAreaBottom" fmla="*/ 135000 h 134640"/>
              </a:gdLst>
              <a:ahLst/>
              <a:rect l="textAreaLeft" t="textAreaTop" r="textAreaRight" b="textAreaBottom"/>
              <a:pathLst>
                <a:path w="7519670" h="180088">
                  <a:moveTo>
                    <a:pt x="16891" y="0"/>
                  </a:moveTo>
                  <a:lnTo>
                    <a:pt x="7502779" y="0"/>
                  </a:lnTo>
                  <a:cubicBezTo>
                    <a:pt x="7512177" y="0"/>
                    <a:pt x="7519670" y="7620"/>
                    <a:pt x="7519670" y="16891"/>
                  </a:cubicBezTo>
                  <a:lnTo>
                    <a:pt x="7519670" y="163195"/>
                  </a:lnTo>
                  <a:cubicBezTo>
                    <a:pt x="7519670" y="172593"/>
                    <a:pt x="7512050" y="180086"/>
                    <a:pt x="7502779"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502779" y="146304"/>
                  </a:lnTo>
                  <a:lnTo>
                    <a:pt x="7502779" y="163195"/>
                  </a:lnTo>
                  <a:lnTo>
                    <a:pt x="7485888" y="163195"/>
                  </a:lnTo>
                  <a:lnTo>
                    <a:pt x="7485888" y="16891"/>
                  </a:lnTo>
                  <a:lnTo>
                    <a:pt x="7502779" y="16891"/>
                  </a:lnTo>
                  <a:lnTo>
                    <a:pt x="7502779"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92" name="Group 32"/>
          <p:cNvGrpSpPr/>
          <p:nvPr/>
        </p:nvGrpSpPr>
        <p:grpSpPr>
          <a:xfrm>
            <a:off x="6611040" y="2004480"/>
            <a:ext cx="5065560" cy="775080"/>
            <a:chOff x="6611040" y="2004480"/>
            <a:chExt cx="5065560" cy="775080"/>
          </a:xfrm>
        </p:grpSpPr>
        <p:sp>
          <p:nvSpPr>
            <p:cNvPr id="293" name="Freeform 33"/>
            <p:cNvSpPr/>
            <p:nvPr/>
          </p:nvSpPr>
          <p:spPr>
            <a:xfrm>
              <a:off x="6611040" y="2011680"/>
              <a:ext cx="5065560" cy="767880"/>
            </a:xfrm>
            <a:custGeom>
              <a:avLst/>
              <a:gdLst>
                <a:gd name="textAreaLeft" fmla="*/ 0 w 5065560"/>
                <a:gd name="textAreaRight" fmla="*/ 5065920 w 5065560"/>
                <a:gd name="textAreaTop" fmla="*/ 0 h 767880"/>
                <a:gd name="textAreaBottom" fmla="*/ 768240 h 767880"/>
              </a:gdLst>
              <a:ahLst/>
              <a:rect l="textAreaLeft" t="textAreaTop" r="textAreaRight" b="textAreaBottom"/>
              <a:pathLst>
                <a:path w="6754368" h="1024128">
                  <a:moveTo>
                    <a:pt x="0" y="0"/>
                  </a:moveTo>
                  <a:lnTo>
                    <a:pt x="6754368" y="0"/>
                  </a:lnTo>
                  <a:lnTo>
                    <a:pt x="6754368" y="1024128"/>
                  </a:lnTo>
                  <a:lnTo>
                    <a:pt x="0" y="1024128"/>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4" name="TextBox 34"/>
            <p:cNvSpPr/>
            <p:nvPr/>
          </p:nvSpPr>
          <p:spPr>
            <a:xfrm>
              <a:off x="6611040" y="2004480"/>
              <a:ext cx="506556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a2332"/>
                  </a:solidFill>
                  <a:latin typeface="Trebuchet MS Bold"/>
                  <a:ea typeface="Trebuchet MS Bold"/>
                </a:rPr>
                <a:t>Flood Risk Mapping</a:t>
              </a:r>
              <a:endParaRPr b="0" lang="en-US" sz="2400" spc="-1" strike="noStrike">
                <a:solidFill>
                  <a:srgbClr val="000000"/>
                </a:solidFill>
                <a:latin typeface="Arial"/>
              </a:endParaRPr>
            </a:p>
          </p:txBody>
        </p:sp>
      </p:grpSp>
      <p:grpSp>
        <p:nvGrpSpPr>
          <p:cNvPr id="295" name="Group 35"/>
          <p:cNvGrpSpPr/>
          <p:nvPr/>
        </p:nvGrpSpPr>
        <p:grpSpPr>
          <a:xfrm>
            <a:off x="6598440" y="2822040"/>
            <a:ext cx="1213560" cy="116280"/>
            <a:chOff x="6598440" y="2822040"/>
            <a:chExt cx="1213560" cy="116280"/>
          </a:xfrm>
        </p:grpSpPr>
        <p:sp>
          <p:nvSpPr>
            <p:cNvPr id="296" name="Freeform 36"/>
            <p:cNvSpPr/>
            <p:nvPr/>
          </p:nvSpPr>
          <p:spPr>
            <a:xfrm>
              <a:off x="6611040" y="2834640"/>
              <a:ext cx="1188360" cy="91080"/>
            </a:xfrm>
            <a:custGeom>
              <a:avLst/>
              <a:gdLst>
                <a:gd name="textAreaLeft" fmla="*/ 0 w 1188360"/>
                <a:gd name="textAreaRight" fmla="*/ 1188720 w 1188360"/>
                <a:gd name="textAreaTop" fmla="*/ 0 h 91080"/>
                <a:gd name="textAreaBottom" fmla="*/ 91440 h 91080"/>
              </a:gdLst>
              <a:ahLst/>
              <a:rect l="textAreaLeft" t="textAreaTop" r="textAreaRight" b="textAreaBottom"/>
              <a:pathLst>
                <a:path w="1584960" h="121920">
                  <a:moveTo>
                    <a:pt x="0" y="0"/>
                  </a:moveTo>
                  <a:lnTo>
                    <a:pt x="1584960" y="0"/>
                  </a:lnTo>
                  <a:lnTo>
                    <a:pt x="158496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7" name="Freeform 37"/>
            <p:cNvSpPr/>
            <p:nvPr/>
          </p:nvSpPr>
          <p:spPr>
            <a:xfrm>
              <a:off x="6598440" y="2822040"/>
              <a:ext cx="1213560" cy="116280"/>
            </a:xfrm>
            <a:custGeom>
              <a:avLst/>
              <a:gdLst>
                <a:gd name="textAreaLeft" fmla="*/ 0 w 1213560"/>
                <a:gd name="textAreaRight" fmla="*/ 1213920 w 1213560"/>
                <a:gd name="textAreaTop" fmla="*/ 0 h 116280"/>
                <a:gd name="textAreaBottom" fmla="*/ 116640 h 116280"/>
              </a:gdLst>
              <a:ahLst/>
              <a:rect l="textAreaLeft" t="textAreaTop" r="textAreaRight" b="textAreaBottom"/>
              <a:pathLst>
                <a:path w="1618742" h="155704">
                  <a:moveTo>
                    <a:pt x="16891" y="0"/>
                  </a:moveTo>
                  <a:lnTo>
                    <a:pt x="1601851" y="0"/>
                  </a:lnTo>
                  <a:cubicBezTo>
                    <a:pt x="1611249" y="0"/>
                    <a:pt x="1618742" y="7620"/>
                    <a:pt x="1618742" y="16891"/>
                  </a:cubicBezTo>
                  <a:lnTo>
                    <a:pt x="1618742" y="138811"/>
                  </a:lnTo>
                  <a:cubicBezTo>
                    <a:pt x="1618742" y="148209"/>
                    <a:pt x="1611122" y="155702"/>
                    <a:pt x="16018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601851" y="121920"/>
                  </a:lnTo>
                  <a:lnTo>
                    <a:pt x="1601851" y="138811"/>
                  </a:lnTo>
                  <a:lnTo>
                    <a:pt x="1584960" y="138811"/>
                  </a:lnTo>
                  <a:lnTo>
                    <a:pt x="1584960" y="16891"/>
                  </a:lnTo>
                  <a:lnTo>
                    <a:pt x="1601851" y="16891"/>
                  </a:lnTo>
                  <a:lnTo>
                    <a:pt x="160185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298" name="Group 38"/>
          <p:cNvGrpSpPr/>
          <p:nvPr/>
        </p:nvGrpSpPr>
        <p:grpSpPr>
          <a:xfrm>
            <a:off x="6611040" y="2975400"/>
            <a:ext cx="5065560" cy="2364480"/>
            <a:chOff x="6611040" y="2975400"/>
            <a:chExt cx="5065560" cy="2364480"/>
          </a:xfrm>
        </p:grpSpPr>
        <p:sp>
          <p:nvSpPr>
            <p:cNvPr id="299" name="Freeform 39"/>
            <p:cNvSpPr/>
            <p:nvPr/>
          </p:nvSpPr>
          <p:spPr>
            <a:xfrm>
              <a:off x="6611040" y="3054240"/>
              <a:ext cx="5065560" cy="2285640"/>
            </a:xfrm>
            <a:custGeom>
              <a:avLst/>
              <a:gdLst>
                <a:gd name="textAreaLeft" fmla="*/ 0 w 5065560"/>
                <a:gd name="textAreaRight" fmla="*/ 5065920 w 5065560"/>
                <a:gd name="textAreaTop" fmla="*/ 0 h 2285640"/>
                <a:gd name="textAreaBottom" fmla="*/ 2286000 h 2285640"/>
              </a:gdLst>
              <a:ahLst/>
              <a:rect l="textAreaLeft" t="textAreaTop" r="textAreaRight" b="textAreaBottom"/>
              <a:pathLst>
                <a:path w="6754368" h="3048000">
                  <a:moveTo>
                    <a:pt x="0" y="0"/>
                  </a:moveTo>
                  <a:lnTo>
                    <a:pt x="6754368" y="0"/>
                  </a:lnTo>
                  <a:lnTo>
                    <a:pt x="6754368" y="3048000"/>
                  </a:lnTo>
                  <a:lnTo>
                    <a:pt x="0" y="304800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0" name="TextBox 40"/>
            <p:cNvSpPr/>
            <p:nvPr/>
          </p:nvSpPr>
          <p:spPr>
            <a:xfrm>
              <a:off x="6611040" y="2975400"/>
              <a:ext cx="5065560" cy="236412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Governments use satellite elevation data plus ML to predict which communities flood when it rains. Evacuation plans are built from these models.</a:t>
              </a:r>
              <a:endParaRPr b="0" lang="en-US" sz="2000" spc="-1" strike="noStrike">
                <a:solidFill>
                  <a:srgbClr val="000000"/>
                </a:solidFill>
                <a:latin typeface="Arial"/>
              </a:endParaRPr>
            </a:p>
          </p:txBody>
        </p:sp>
      </p:grpSp>
      <p:grpSp>
        <p:nvGrpSpPr>
          <p:cNvPr id="301" name="Group 41"/>
          <p:cNvGrpSpPr/>
          <p:nvPr/>
        </p:nvGrpSpPr>
        <p:grpSpPr>
          <a:xfrm>
            <a:off x="12118680" y="1730880"/>
            <a:ext cx="5626800" cy="3816360"/>
            <a:chOff x="12118680" y="1730880"/>
            <a:chExt cx="5626800" cy="3816360"/>
          </a:xfrm>
        </p:grpSpPr>
        <p:sp>
          <p:nvSpPr>
            <p:cNvPr id="302" name="Freeform 42"/>
            <p:cNvSpPr/>
            <p:nvPr/>
          </p:nvSpPr>
          <p:spPr>
            <a:xfrm>
              <a:off x="12124800" y="1737360"/>
              <a:ext cx="5614200" cy="3803400"/>
            </a:xfrm>
            <a:custGeom>
              <a:avLst/>
              <a:gdLst>
                <a:gd name="textAreaLeft" fmla="*/ 0 w 5614200"/>
                <a:gd name="textAreaRight" fmla="*/ 5614560 w 5614200"/>
                <a:gd name="textAreaTop" fmla="*/ 0 h 3803400"/>
                <a:gd name="textAreaBottom" fmla="*/ 3803760 h 3803400"/>
              </a:gdLst>
              <a:ahLst/>
              <a:rect l="textAreaLeft" t="textAreaTop" r="textAreaRight" b="textAreaBottom"/>
              <a:pathLst>
                <a:path w="7485888" h="5071872">
                  <a:moveTo>
                    <a:pt x="0" y="0"/>
                  </a:moveTo>
                  <a:lnTo>
                    <a:pt x="7485888" y="0"/>
                  </a:lnTo>
                  <a:lnTo>
                    <a:pt x="7485888" y="5071872"/>
                  </a:lnTo>
                  <a:lnTo>
                    <a:pt x="0" y="5071872"/>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3" name="Freeform 43"/>
            <p:cNvSpPr/>
            <p:nvPr/>
          </p:nvSpPr>
          <p:spPr>
            <a:xfrm>
              <a:off x="12118680" y="1730880"/>
              <a:ext cx="5626800" cy="3816360"/>
            </a:xfrm>
            <a:custGeom>
              <a:avLst/>
              <a:gdLst>
                <a:gd name="textAreaLeft" fmla="*/ 0 w 5626800"/>
                <a:gd name="textAreaRight" fmla="*/ 5627160 w 5626800"/>
                <a:gd name="textAreaTop" fmla="*/ 0 h 3816360"/>
                <a:gd name="textAreaBottom" fmla="*/ 3816720 h 3816360"/>
              </a:gdLst>
              <a:ahLst/>
              <a:rect l="textAreaLeft" t="textAreaTop" r="textAreaRight" b="textAreaBottom"/>
              <a:pathLst>
                <a:path w="7502906" h="5088890">
                  <a:moveTo>
                    <a:pt x="8509" y="0"/>
                  </a:moveTo>
                  <a:lnTo>
                    <a:pt x="7494397" y="0"/>
                  </a:lnTo>
                  <a:cubicBezTo>
                    <a:pt x="7499096" y="0"/>
                    <a:pt x="7502906" y="3810"/>
                    <a:pt x="7502906" y="8509"/>
                  </a:cubicBezTo>
                  <a:lnTo>
                    <a:pt x="7502906" y="5080381"/>
                  </a:lnTo>
                  <a:cubicBezTo>
                    <a:pt x="7502906" y="5085080"/>
                    <a:pt x="7499096" y="5088890"/>
                    <a:pt x="7494397" y="5088890"/>
                  </a:cubicBezTo>
                  <a:lnTo>
                    <a:pt x="8509" y="5088890"/>
                  </a:lnTo>
                  <a:cubicBezTo>
                    <a:pt x="3810" y="5088890"/>
                    <a:pt x="0" y="5085080"/>
                    <a:pt x="0" y="5080381"/>
                  </a:cubicBezTo>
                  <a:lnTo>
                    <a:pt x="0" y="8509"/>
                  </a:lnTo>
                  <a:cubicBezTo>
                    <a:pt x="0" y="3810"/>
                    <a:pt x="3810" y="0"/>
                    <a:pt x="8509" y="0"/>
                  </a:cubicBezTo>
                  <a:moveTo>
                    <a:pt x="8509" y="16891"/>
                  </a:moveTo>
                  <a:lnTo>
                    <a:pt x="8509" y="8509"/>
                  </a:lnTo>
                  <a:lnTo>
                    <a:pt x="17018" y="8509"/>
                  </a:lnTo>
                  <a:lnTo>
                    <a:pt x="17018" y="5080381"/>
                  </a:lnTo>
                  <a:lnTo>
                    <a:pt x="8509" y="5080381"/>
                  </a:lnTo>
                  <a:lnTo>
                    <a:pt x="8509" y="5071872"/>
                  </a:lnTo>
                  <a:lnTo>
                    <a:pt x="7494397" y="5071872"/>
                  </a:lnTo>
                  <a:lnTo>
                    <a:pt x="7494397" y="5080381"/>
                  </a:lnTo>
                  <a:lnTo>
                    <a:pt x="7485888" y="5080381"/>
                  </a:lnTo>
                  <a:lnTo>
                    <a:pt x="7485888" y="8509"/>
                  </a:lnTo>
                  <a:lnTo>
                    <a:pt x="7494397" y="8509"/>
                  </a:lnTo>
                  <a:lnTo>
                    <a:pt x="7494397"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04" name="Group 44"/>
          <p:cNvGrpSpPr/>
          <p:nvPr/>
        </p:nvGrpSpPr>
        <p:grpSpPr>
          <a:xfrm>
            <a:off x="12112200" y="1724760"/>
            <a:ext cx="5639400" cy="134640"/>
            <a:chOff x="12112200" y="1724760"/>
            <a:chExt cx="5639400" cy="134640"/>
          </a:xfrm>
        </p:grpSpPr>
        <p:sp>
          <p:nvSpPr>
            <p:cNvPr id="305" name="Freeform 45"/>
            <p:cNvSpPr/>
            <p:nvPr/>
          </p:nvSpPr>
          <p:spPr>
            <a:xfrm>
              <a:off x="12124800" y="1737360"/>
              <a:ext cx="5614200" cy="109440"/>
            </a:xfrm>
            <a:custGeom>
              <a:avLst/>
              <a:gdLst>
                <a:gd name="textAreaLeft" fmla="*/ 0 w 5614200"/>
                <a:gd name="textAreaRight" fmla="*/ 5614560 w 5614200"/>
                <a:gd name="textAreaTop" fmla="*/ 0 h 109440"/>
                <a:gd name="textAreaBottom" fmla="*/ 109800 h 109440"/>
              </a:gdLst>
              <a:ahLst/>
              <a:rect l="textAreaLeft" t="textAreaTop" r="textAreaRight" b="textAreaBottom"/>
              <a:pathLst>
                <a:path w="7485888" h="146304">
                  <a:moveTo>
                    <a:pt x="0" y="0"/>
                  </a:moveTo>
                  <a:lnTo>
                    <a:pt x="7485888" y="0"/>
                  </a:lnTo>
                  <a:lnTo>
                    <a:pt x="7485888" y="146304"/>
                  </a:lnTo>
                  <a:lnTo>
                    <a:pt x="0" y="146304"/>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6" name="Freeform 46"/>
            <p:cNvSpPr/>
            <p:nvPr/>
          </p:nvSpPr>
          <p:spPr>
            <a:xfrm>
              <a:off x="12112200" y="1724760"/>
              <a:ext cx="5639400" cy="134640"/>
            </a:xfrm>
            <a:custGeom>
              <a:avLst/>
              <a:gdLst>
                <a:gd name="textAreaLeft" fmla="*/ 0 w 5639400"/>
                <a:gd name="textAreaRight" fmla="*/ 5639760 w 5639400"/>
                <a:gd name="textAreaTop" fmla="*/ 0 h 134640"/>
                <a:gd name="textAreaBottom" fmla="*/ 135000 h 134640"/>
              </a:gdLst>
              <a:ahLst/>
              <a:rect l="textAreaLeft" t="textAreaTop" r="textAreaRight" b="textAreaBottom"/>
              <a:pathLst>
                <a:path w="7519670" h="180088">
                  <a:moveTo>
                    <a:pt x="16891" y="0"/>
                  </a:moveTo>
                  <a:lnTo>
                    <a:pt x="7502779" y="0"/>
                  </a:lnTo>
                  <a:cubicBezTo>
                    <a:pt x="7512177" y="0"/>
                    <a:pt x="7519670" y="7620"/>
                    <a:pt x="7519670" y="16891"/>
                  </a:cubicBezTo>
                  <a:lnTo>
                    <a:pt x="7519670" y="163195"/>
                  </a:lnTo>
                  <a:cubicBezTo>
                    <a:pt x="7519670" y="172593"/>
                    <a:pt x="7512050" y="180086"/>
                    <a:pt x="7502779"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502779" y="146304"/>
                  </a:lnTo>
                  <a:lnTo>
                    <a:pt x="7502779" y="163195"/>
                  </a:lnTo>
                  <a:lnTo>
                    <a:pt x="7485888" y="163195"/>
                  </a:lnTo>
                  <a:lnTo>
                    <a:pt x="7485888" y="16891"/>
                  </a:lnTo>
                  <a:lnTo>
                    <a:pt x="7502779" y="16891"/>
                  </a:lnTo>
                  <a:lnTo>
                    <a:pt x="7502779"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07" name="Group 47"/>
          <p:cNvGrpSpPr/>
          <p:nvPr/>
        </p:nvGrpSpPr>
        <p:grpSpPr>
          <a:xfrm>
            <a:off x="12399120" y="2004480"/>
            <a:ext cx="5065560" cy="775080"/>
            <a:chOff x="12399120" y="2004480"/>
            <a:chExt cx="5065560" cy="775080"/>
          </a:xfrm>
        </p:grpSpPr>
        <p:sp>
          <p:nvSpPr>
            <p:cNvPr id="308" name="Freeform 48"/>
            <p:cNvSpPr/>
            <p:nvPr/>
          </p:nvSpPr>
          <p:spPr>
            <a:xfrm>
              <a:off x="12399120" y="2011680"/>
              <a:ext cx="5065560" cy="767880"/>
            </a:xfrm>
            <a:custGeom>
              <a:avLst/>
              <a:gdLst>
                <a:gd name="textAreaLeft" fmla="*/ 0 w 5065560"/>
                <a:gd name="textAreaRight" fmla="*/ 5065920 w 5065560"/>
                <a:gd name="textAreaTop" fmla="*/ 0 h 767880"/>
                <a:gd name="textAreaBottom" fmla="*/ 768240 h 767880"/>
              </a:gdLst>
              <a:ahLst/>
              <a:rect l="textAreaLeft" t="textAreaTop" r="textAreaRight" b="textAreaBottom"/>
              <a:pathLst>
                <a:path w="6754368" h="1024128">
                  <a:moveTo>
                    <a:pt x="0" y="0"/>
                  </a:moveTo>
                  <a:lnTo>
                    <a:pt x="6754368" y="0"/>
                  </a:lnTo>
                  <a:lnTo>
                    <a:pt x="6754368" y="1024128"/>
                  </a:lnTo>
                  <a:lnTo>
                    <a:pt x="0" y="1024128"/>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9" name="TextBox 49"/>
            <p:cNvSpPr/>
            <p:nvPr/>
          </p:nvSpPr>
          <p:spPr>
            <a:xfrm>
              <a:off x="12399120" y="2004480"/>
              <a:ext cx="506556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a2332"/>
                  </a:solidFill>
                  <a:latin typeface="Trebuchet MS Bold"/>
                  <a:ea typeface="Trebuchet MS Bold"/>
                </a:rPr>
                <a:t>Crop Health Monitoring</a:t>
              </a:r>
              <a:endParaRPr b="0" lang="en-US" sz="2400" spc="-1" strike="noStrike">
                <a:solidFill>
                  <a:srgbClr val="000000"/>
                </a:solidFill>
                <a:latin typeface="Arial"/>
              </a:endParaRPr>
            </a:p>
          </p:txBody>
        </p:sp>
      </p:grpSp>
      <p:grpSp>
        <p:nvGrpSpPr>
          <p:cNvPr id="310" name="Group 50"/>
          <p:cNvGrpSpPr/>
          <p:nvPr/>
        </p:nvGrpSpPr>
        <p:grpSpPr>
          <a:xfrm>
            <a:off x="12386520" y="2822040"/>
            <a:ext cx="1213560" cy="116280"/>
            <a:chOff x="12386520" y="2822040"/>
            <a:chExt cx="1213560" cy="116280"/>
          </a:xfrm>
        </p:grpSpPr>
        <p:sp>
          <p:nvSpPr>
            <p:cNvPr id="311" name="Freeform 51"/>
            <p:cNvSpPr/>
            <p:nvPr/>
          </p:nvSpPr>
          <p:spPr>
            <a:xfrm>
              <a:off x="12399120" y="2834640"/>
              <a:ext cx="1188360" cy="91080"/>
            </a:xfrm>
            <a:custGeom>
              <a:avLst/>
              <a:gdLst>
                <a:gd name="textAreaLeft" fmla="*/ 0 w 1188360"/>
                <a:gd name="textAreaRight" fmla="*/ 1188720 w 1188360"/>
                <a:gd name="textAreaTop" fmla="*/ 0 h 91080"/>
                <a:gd name="textAreaBottom" fmla="*/ 91440 h 91080"/>
              </a:gdLst>
              <a:ahLst/>
              <a:rect l="textAreaLeft" t="textAreaTop" r="textAreaRight" b="textAreaBottom"/>
              <a:pathLst>
                <a:path w="1584960" h="121920">
                  <a:moveTo>
                    <a:pt x="0" y="0"/>
                  </a:moveTo>
                  <a:lnTo>
                    <a:pt x="1584960" y="0"/>
                  </a:lnTo>
                  <a:lnTo>
                    <a:pt x="1584960"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2" name="Freeform 52"/>
            <p:cNvSpPr/>
            <p:nvPr/>
          </p:nvSpPr>
          <p:spPr>
            <a:xfrm>
              <a:off x="12386520" y="2822040"/>
              <a:ext cx="1213560" cy="116280"/>
            </a:xfrm>
            <a:custGeom>
              <a:avLst/>
              <a:gdLst>
                <a:gd name="textAreaLeft" fmla="*/ 0 w 1213560"/>
                <a:gd name="textAreaRight" fmla="*/ 1213920 w 1213560"/>
                <a:gd name="textAreaTop" fmla="*/ 0 h 116280"/>
                <a:gd name="textAreaBottom" fmla="*/ 116640 h 116280"/>
              </a:gdLst>
              <a:ahLst/>
              <a:rect l="textAreaLeft" t="textAreaTop" r="textAreaRight" b="textAreaBottom"/>
              <a:pathLst>
                <a:path w="1618742" h="155704">
                  <a:moveTo>
                    <a:pt x="16891" y="0"/>
                  </a:moveTo>
                  <a:lnTo>
                    <a:pt x="1601851" y="0"/>
                  </a:lnTo>
                  <a:cubicBezTo>
                    <a:pt x="1611249" y="0"/>
                    <a:pt x="1618742" y="7620"/>
                    <a:pt x="1618742" y="16891"/>
                  </a:cubicBezTo>
                  <a:lnTo>
                    <a:pt x="1618742" y="138811"/>
                  </a:lnTo>
                  <a:cubicBezTo>
                    <a:pt x="1618742" y="148209"/>
                    <a:pt x="1611122" y="155702"/>
                    <a:pt x="16018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601851" y="121920"/>
                  </a:lnTo>
                  <a:lnTo>
                    <a:pt x="1601851" y="138811"/>
                  </a:lnTo>
                  <a:lnTo>
                    <a:pt x="1584960" y="138811"/>
                  </a:lnTo>
                  <a:lnTo>
                    <a:pt x="1584960" y="16891"/>
                  </a:lnTo>
                  <a:lnTo>
                    <a:pt x="1601851" y="16891"/>
                  </a:lnTo>
                  <a:lnTo>
                    <a:pt x="160185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13" name="Group 53"/>
          <p:cNvGrpSpPr/>
          <p:nvPr/>
        </p:nvGrpSpPr>
        <p:grpSpPr>
          <a:xfrm>
            <a:off x="12399120" y="2975400"/>
            <a:ext cx="5065560" cy="2364480"/>
            <a:chOff x="12399120" y="2975400"/>
            <a:chExt cx="5065560" cy="2364480"/>
          </a:xfrm>
        </p:grpSpPr>
        <p:sp>
          <p:nvSpPr>
            <p:cNvPr id="314" name="Freeform 54"/>
            <p:cNvSpPr/>
            <p:nvPr/>
          </p:nvSpPr>
          <p:spPr>
            <a:xfrm>
              <a:off x="12399120" y="3054240"/>
              <a:ext cx="5065560" cy="2285640"/>
            </a:xfrm>
            <a:custGeom>
              <a:avLst/>
              <a:gdLst>
                <a:gd name="textAreaLeft" fmla="*/ 0 w 5065560"/>
                <a:gd name="textAreaRight" fmla="*/ 5065920 w 5065560"/>
                <a:gd name="textAreaTop" fmla="*/ 0 h 2285640"/>
                <a:gd name="textAreaBottom" fmla="*/ 2286000 h 2285640"/>
              </a:gdLst>
              <a:ahLst/>
              <a:rect l="textAreaLeft" t="textAreaTop" r="textAreaRight" b="textAreaBottom"/>
              <a:pathLst>
                <a:path w="6754368" h="3048000">
                  <a:moveTo>
                    <a:pt x="0" y="0"/>
                  </a:moveTo>
                  <a:lnTo>
                    <a:pt x="6754368" y="0"/>
                  </a:lnTo>
                  <a:lnTo>
                    <a:pt x="6754368" y="3048000"/>
                  </a:lnTo>
                  <a:lnTo>
                    <a:pt x="0" y="3048000"/>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5" name="TextBox 55"/>
            <p:cNvSpPr/>
            <p:nvPr/>
          </p:nvSpPr>
          <p:spPr>
            <a:xfrm>
              <a:off x="12399120" y="2975400"/>
              <a:ext cx="5065560" cy="236412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Satellites image farmland weekly. AI classifies crop stress, disease, and yield predictions at field level across sub-Saharan Africa.</a:t>
              </a:r>
              <a:endParaRPr b="0" lang="en-US" sz="2000" spc="-1" strike="noStrike">
                <a:solidFill>
                  <a:srgbClr val="000000"/>
                </a:solidFill>
                <a:latin typeface="Arial"/>
              </a:endParaRPr>
            </a:p>
          </p:txBody>
        </p:sp>
      </p:grpSp>
      <p:grpSp>
        <p:nvGrpSpPr>
          <p:cNvPr id="316" name="Group 56"/>
          <p:cNvGrpSpPr/>
          <p:nvPr/>
        </p:nvGrpSpPr>
        <p:grpSpPr>
          <a:xfrm>
            <a:off x="542160" y="5708520"/>
            <a:ext cx="5626800" cy="3816360"/>
            <a:chOff x="542160" y="5708520"/>
            <a:chExt cx="5626800" cy="3816360"/>
          </a:xfrm>
        </p:grpSpPr>
        <p:sp>
          <p:nvSpPr>
            <p:cNvPr id="317" name="Freeform 57"/>
            <p:cNvSpPr/>
            <p:nvPr/>
          </p:nvSpPr>
          <p:spPr>
            <a:xfrm>
              <a:off x="548640" y="5715000"/>
              <a:ext cx="5614200" cy="3803400"/>
            </a:xfrm>
            <a:custGeom>
              <a:avLst/>
              <a:gdLst>
                <a:gd name="textAreaLeft" fmla="*/ 0 w 5614200"/>
                <a:gd name="textAreaRight" fmla="*/ 5614560 w 5614200"/>
                <a:gd name="textAreaTop" fmla="*/ 0 h 3803400"/>
                <a:gd name="textAreaBottom" fmla="*/ 3803760 h 3803400"/>
              </a:gdLst>
              <a:ahLst/>
              <a:rect l="textAreaLeft" t="textAreaTop" r="textAreaRight" b="textAreaBottom"/>
              <a:pathLst>
                <a:path w="7485888" h="5071872">
                  <a:moveTo>
                    <a:pt x="0" y="0"/>
                  </a:moveTo>
                  <a:lnTo>
                    <a:pt x="7485888" y="0"/>
                  </a:lnTo>
                  <a:lnTo>
                    <a:pt x="7485888" y="5071872"/>
                  </a:lnTo>
                  <a:lnTo>
                    <a:pt x="0" y="5071872"/>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8" name="Freeform 58"/>
            <p:cNvSpPr/>
            <p:nvPr/>
          </p:nvSpPr>
          <p:spPr>
            <a:xfrm>
              <a:off x="542160" y="5708520"/>
              <a:ext cx="5626800" cy="3816360"/>
            </a:xfrm>
            <a:custGeom>
              <a:avLst/>
              <a:gdLst>
                <a:gd name="textAreaLeft" fmla="*/ 0 w 5626800"/>
                <a:gd name="textAreaRight" fmla="*/ 5627160 w 5626800"/>
                <a:gd name="textAreaTop" fmla="*/ 0 h 3816360"/>
                <a:gd name="textAreaBottom" fmla="*/ 3816720 h 3816360"/>
              </a:gdLst>
              <a:ahLst/>
              <a:rect l="textAreaLeft" t="textAreaTop" r="textAreaRight" b="textAreaBottom"/>
              <a:pathLst>
                <a:path w="7502906" h="5088890">
                  <a:moveTo>
                    <a:pt x="8509" y="0"/>
                  </a:moveTo>
                  <a:lnTo>
                    <a:pt x="7494397" y="0"/>
                  </a:lnTo>
                  <a:cubicBezTo>
                    <a:pt x="7499096" y="0"/>
                    <a:pt x="7502906" y="3810"/>
                    <a:pt x="7502906" y="8509"/>
                  </a:cubicBezTo>
                  <a:lnTo>
                    <a:pt x="7502906" y="5080381"/>
                  </a:lnTo>
                  <a:cubicBezTo>
                    <a:pt x="7502906" y="5085080"/>
                    <a:pt x="7499096" y="5088890"/>
                    <a:pt x="7494397" y="5088890"/>
                  </a:cubicBezTo>
                  <a:lnTo>
                    <a:pt x="8509" y="5088890"/>
                  </a:lnTo>
                  <a:cubicBezTo>
                    <a:pt x="3810" y="5088890"/>
                    <a:pt x="0" y="5085080"/>
                    <a:pt x="0" y="5080381"/>
                  </a:cubicBezTo>
                  <a:lnTo>
                    <a:pt x="0" y="8509"/>
                  </a:lnTo>
                  <a:cubicBezTo>
                    <a:pt x="0" y="3810"/>
                    <a:pt x="3810" y="0"/>
                    <a:pt x="8509" y="0"/>
                  </a:cubicBezTo>
                  <a:moveTo>
                    <a:pt x="8509" y="16891"/>
                  </a:moveTo>
                  <a:lnTo>
                    <a:pt x="8509" y="8509"/>
                  </a:lnTo>
                  <a:lnTo>
                    <a:pt x="17018" y="8509"/>
                  </a:lnTo>
                  <a:lnTo>
                    <a:pt x="17018" y="5080381"/>
                  </a:lnTo>
                  <a:lnTo>
                    <a:pt x="8509" y="5080381"/>
                  </a:lnTo>
                  <a:lnTo>
                    <a:pt x="8509" y="5071872"/>
                  </a:lnTo>
                  <a:lnTo>
                    <a:pt x="7494397" y="5071872"/>
                  </a:lnTo>
                  <a:lnTo>
                    <a:pt x="7494397" y="5080381"/>
                  </a:lnTo>
                  <a:lnTo>
                    <a:pt x="7485888" y="5080381"/>
                  </a:lnTo>
                  <a:lnTo>
                    <a:pt x="7485888" y="8509"/>
                  </a:lnTo>
                  <a:lnTo>
                    <a:pt x="7494397" y="8509"/>
                  </a:lnTo>
                  <a:lnTo>
                    <a:pt x="7494397"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19" name="Group 59"/>
          <p:cNvGrpSpPr/>
          <p:nvPr/>
        </p:nvGrpSpPr>
        <p:grpSpPr>
          <a:xfrm>
            <a:off x="536040" y="5702400"/>
            <a:ext cx="5639400" cy="134640"/>
            <a:chOff x="536040" y="5702400"/>
            <a:chExt cx="5639400" cy="134640"/>
          </a:xfrm>
        </p:grpSpPr>
        <p:sp>
          <p:nvSpPr>
            <p:cNvPr id="320" name="Freeform 60"/>
            <p:cNvSpPr/>
            <p:nvPr/>
          </p:nvSpPr>
          <p:spPr>
            <a:xfrm>
              <a:off x="548640" y="5715000"/>
              <a:ext cx="5614200" cy="109440"/>
            </a:xfrm>
            <a:custGeom>
              <a:avLst/>
              <a:gdLst>
                <a:gd name="textAreaLeft" fmla="*/ 0 w 5614200"/>
                <a:gd name="textAreaRight" fmla="*/ 5614560 w 5614200"/>
                <a:gd name="textAreaTop" fmla="*/ 0 h 109440"/>
                <a:gd name="textAreaBottom" fmla="*/ 109800 h 109440"/>
              </a:gdLst>
              <a:ahLst/>
              <a:rect l="textAreaLeft" t="textAreaTop" r="textAreaRight" b="textAreaBottom"/>
              <a:pathLst>
                <a:path w="7485888" h="146304">
                  <a:moveTo>
                    <a:pt x="0" y="0"/>
                  </a:moveTo>
                  <a:lnTo>
                    <a:pt x="7485888" y="0"/>
                  </a:lnTo>
                  <a:lnTo>
                    <a:pt x="7485888" y="146304"/>
                  </a:lnTo>
                  <a:lnTo>
                    <a:pt x="0" y="146304"/>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1" name="Freeform 61"/>
            <p:cNvSpPr/>
            <p:nvPr/>
          </p:nvSpPr>
          <p:spPr>
            <a:xfrm>
              <a:off x="536040" y="5702400"/>
              <a:ext cx="5639400" cy="134640"/>
            </a:xfrm>
            <a:custGeom>
              <a:avLst/>
              <a:gdLst>
                <a:gd name="textAreaLeft" fmla="*/ 0 w 5639400"/>
                <a:gd name="textAreaRight" fmla="*/ 5639760 w 5639400"/>
                <a:gd name="textAreaTop" fmla="*/ 0 h 134640"/>
                <a:gd name="textAreaBottom" fmla="*/ 135000 h 134640"/>
              </a:gdLst>
              <a:ahLst/>
              <a:rect l="textAreaLeft" t="textAreaTop" r="textAreaRight" b="textAreaBottom"/>
              <a:pathLst>
                <a:path w="7519670" h="180088">
                  <a:moveTo>
                    <a:pt x="16891" y="0"/>
                  </a:moveTo>
                  <a:lnTo>
                    <a:pt x="7502779" y="0"/>
                  </a:lnTo>
                  <a:cubicBezTo>
                    <a:pt x="7512177" y="0"/>
                    <a:pt x="7519670" y="7620"/>
                    <a:pt x="7519670" y="16891"/>
                  </a:cubicBezTo>
                  <a:lnTo>
                    <a:pt x="7519670" y="163195"/>
                  </a:lnTo>
                  <a:cubicBezTo>
                    <a:pt x="7519670" y="172593"/>
                    <a:pt x="7512050" y="180086"/>
                    <a:pt x="7502779"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502779" y="146304"/>
                  </a:lnTo>
                  <a:lnTo>
                    <a:pt x="7502779" y="163195"/>
                  </a:lnTo>
                  <a:lnTo>
                    <a:pt x="7485888" y="163195"/>
                  </a:lnTo>
                  <a:lnTo>
                    <a:pt x="7485888" y="16891"/>
                  </a:lnTo>
                  <a:lnTo>
                    <a:pt x="7502779" y="16891"/>
                  </a:lnTo>
                  <a:lnTo>
                    <a:pt x="7502779"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22" name="Group 62"/>
          <p:cNvGrpSpPr/>
          <p:nvPr/>
        </p:nvGrpSpPr>
        <p:grpSpPr>
          <a:xfrm>
            <a:off x="822960" y="5982120"/>
            <a:ext cx="5065560" cy="775080"/>
            <a:chOff x="822960" y="5982120"/>
            <a:chExt cx="5065560" cy="775080"/>
          </a:xfrm>
        </p:grpSpPr>
        <p:sp>
          <p:nvSpPr>
            <p:cNvPr id="323" name="Freeform 63"/>
            <p:cNvSpPr/>
            <p:nvPr/>
          </p:nvSpPr>
          <p:spPr>
            <a:xfrm>
              <a:off x="822960" y="5989320"/>
              <a:ext cx="5065560" cy="767880"/>
            </a:xfrm>
            <a:custGeom>
              <a:avLst/>
              <a:gdLst>
                <a:gd name="textAreaLeft" fmla="*/ 0 w 5065560"/>
                <a:gd name="textAreaRight" fmla="*/ 5065920 w 5065560"/>
                <a:gd name="textAreaTop" fmla="*/ 0 h 767880"/>
                <a:gd name="textAreaBottom" fmla="*/ 768240 h 767880"/>
              </a:gdLst>
              <a:ahLst/>
              <a:rect l="textAreaLeft" t="textAreaTop" r="textAreaRight" b="textAreaBottom"/>
              <a:pathLst>
                <a:path w="6754368" h="1024128">
                  <a:moveTo>
                    <a:pt x="0" y="0"/>
                  </a:moveTo>
                  <a:lnTo>
                    <a:pt x="6754368" y="0"/>
                  </a:lnTo>
                  <a:lnTo>
                    <a:pt x="6754368" y="1024128"/>
                  </a:lnTo>
                  <a:lnTo>
                    <a:pt x="0" y="1024128"/>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4" name="TextBox 64"/>
            <p:cNvSpPr/>
            <p:nvPr/>
          </p:nvSpPr>
          <p:spPr>
            <a:xfrm>
              <a:off x="822960" y="5982120"/>
              <a:ext cx="506556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a2332"/>
                  </a:solidFill>
                  <a:latin typeface="Trebuchet MS Bold"/>
                  <a:ea typeface="Trebuchet MS Bold"/>
                </a:rPr>
                <a:t>Disease Outbreak Tracking</a:t>
              </a:r>
              <a:endParaRPr b="0" lang="en-US" sz="2400" spc="-1" strike="noStrike">
                <a:solidFill>
                  <a:srgbClr val="000000"/>
                </a:solidFill>
                <a:latin typeface="Arial"/>
              </a:endParaRPr>
            </a:p>
          </p:txBody>
        </p:sp>
      </p:grpSp>
      <p:grpSp>
        <p:nvGrpSpPr>
          <p:cNvPr id="325" name="Group 65"/>
          <p:cNvGrpSpPr/>
          <p:nvPr/>
        </p:nvGrpSpPr>
        <p:grpSpPr>
          <a:xfrm>
            <a:off x="810360" y="6799680"/>
            <a:ext cx="1213560" cy="116280"/>
            <a:chOff x="810360" y="6799680"/>
            <a:chExt cx="1213560" cy="116280"/>
          </a:xfrm>
        </p:grpSpPr>
        <p:sp>
          <p:nvSpPr>
            <p:cNvPr id="326" name="Freeform 66"/>
            <p:cNvSpPr/>
            <p:nvPr/>
          </p:nvSpPr>
          <p:spPr>
            <a:xfrm>
              <a:off x="822960" y="6812280"/>
              <a:ext cx="1188360" cy="91080"/>
            </a:xfrm>
            <a:custGeom>
              <a:avLst/>
              <a:gdLst>
                <a:gd name="textAreaLeft" fmla="*/ 0 w 1188360"/>
                <a:gd name="textAreaRight" fmla="*/ 1188720 w 1188360"/>
                <a:gd name="textAreaTop" fmla="*/ 0 h 91080"/>
                <a:gd name="textAreaBottom" fmla="*/ 91440 h 91080"/>
              </a:gdLst>
              <a:ahLst/>
              <a:rect l="textAreaLeft" t="textAreaTop" r="textAreaRight" b="textAreaBottom"/>
              <a:pathLst>
                <a:path w="1584960" h="121920">
                  <a:moveTo>
                    <a:pt x="0" y="0"/>
                  </a:moveTo>
                  <a:lnTo>
                    <a:pt x="1584960" y="0"/>
                  </a:lnTo>
                  <a:lnTo>
                    <a:pt x="1584960"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7" name="Freeform 67"/>
            <p:cNvSpPr/>
            <p:nvPr/>
          </p:nvSpPr>
          <p:spPr>
            <a:xfrm>
              <a:off x="810360" y="6799680"/>
              <a:ext cx="1213560" cy="116280"/>
            </a:xfrm>
            <a:custGeom>
              <a:avLst/>
              <a:gdLst>
                <a:gd name="textAreaLeft" fmla="*/ 0 w 1213560"/>
                <a:gd name="textAreaRight" fmla="*/ 1213920 w 1213560"/>
                <a:gd name="textAreaTop" fmla="*/ 0 h 116280"/>
                <a:gd name="textAreaBottom" fmla="*/ 116640 h 116280"/>
              </a:gdLst>
              <a:ahLst/>
              <a:rect l="textAreaLeft" t="textAreaTop" r="textAreaRight" b="textAreaBottom"/>
              <a:pathLst>
                <a:path w="1618742" h="155704">
                  <a:moveTo>
                    <a:pt x="16891" y="0"/>
                  </a:moveTo>
                  <a:lnTo>
                    <a:pt x="1601851" y="0"/>
                  </a:lnTo>
                  <a:cubicBezTo>
                    <a:pt x="1611249" y="0"/>
                    <a:pt x="1618742" y="7620"/>
                    <a:pt x="1618742" y="16891"/>
                  </a:cubicBezTo>
                  <a:lnTo>
                    <a:pt x="1618742" y="138811"/>
                  </a:lnTo>
                  <a:cubicBezTo>
                    <a:pt x="1618742" y="148209"/>
                    <a:pt x="1611122" y="155702"/>
                    <a:pt x="16018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601851" y="121920"/>
                  </a:lnTo>
                  <a:lnTo>
                    <a:pt x="1601851" y="138811"/>
                  </a:lnTo>
                  <a:lnTo>
                    <a:pt x="1584960" y="138811"/>
                  </a:lnTo>
                  <a:lnTo>
                    <a:pt x="1584960" y="16891"/>
                  </a:lnTo>
                  <a:lnTo>
                    <a:pt x="1601851" y="16891"/>
                  </a:lnTo>
                  <a:lnTo>
                    <a:pt x="160185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28" name="Group 68"/>
          <p:cNvGrpSpPr/>
          <p:nvPr/>
        </p:nvGrpSpPr>
        <p:grpSpPr>
          <a:xfrm>
            <a:off x="822960" y="6953040"/>
            <a:ext cx="5065560" cy="2364480"/>
            <a:chOff x="822960" y="6953040"/>
            <a:chExt cx="5065560" cy="2364480"/>
          </a:xfrm>
        </p:grpSpPr>
        <p:sp>
          <p:nvSpPr>
            <p:cNvPr id="329" name="Freeform 69"/>
            <p:cNvSpPr/>
            <p:nvPr/>
          </p:nvSpPr>
          <p:spPr>
            <a:xfrm>
              <a:off x="822960" y="7031880"/>
              <a:ext cx="5065560" cy="2285640"/>
            </a:xfrm>
            <a:custGeom>
              <a:avLst/>
              <a:gdLst>
                <a:gd name="textAreaLeft" fmla="*/ 0 w 5065560"/>
                <a:gd name="textAreaRight" fmla="*/ 5065920 w 5065560"/>
                <a:gd name="textAreaTop" fmla="*/ 0 h 2285640"/>
                <a:gd name="textAreaBottom" fmla="*/ 2286000 h 2285640"/>
              </a:gdLst>
              <a:ahLst/>
              <a:rect l="textAreaLeft" t="textAreaTop" r="textAreaRight" b="textAreaBottom"/>
              <a:pathLst>
                <a:path w="6754368" h="3048000">
                  <a:moveTo>
                    <a:pt x="0" y="0"/>
                  </a:moveTo>
                  <a:lnTo>
                    <a:pt x="6754368" y="0"/>
                  </a:lnTo>
                  <a:lnTo>
                    <a:pt x="6754368" y="3048000"/>
                  </a:lnTo>
                  <a:lnTo>
                    <a:pt x="0" y="3048000"/>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0" name="TextBox 70"/>
            <p:cNvSpPr/>
            <p:nvPr/>
          </p:nvSpPr>
          <p:spPr>
            <a:xfrm>
              <a:off x="822960" y="6953040"/>
              <a:ext cx="5065560" cy="236412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The Malaria Atlas Project maps infection probability across every district in Africa using spatial AI to guide where bed nets are distributed.</a:t>
              </a:r>
              <a:endParaRPr b="0" lang="en-US" sz="2000" spc="-1" strike="noStrike">
                <a:solidFill>
                  <a:srgbClr val="000000"/>
                </a:solidFill>
                <a:latin typeface="Arial"/>
              </a:endParaRPr>
            </a:p>
          </p:txBody>
        </p:sp>
      </p:grpSp>
      <p:grpSp>
        <p:nvGrpSpPr>
          <p:cNvPr id="331" name="Group 71"/>
          <p:cNvGrpSpPr/>
          <p:nvPr/>
        </p:nvGrpSpPr>
        <p:grpSpPr>
          <a:xfrm>
            <a:off x="6330600" y="5708520"/>
            <a:ext cx="5626800" cy="3816360"/>
            <a:chOff x="6330600" y="5708520"/>
            <a:chExt cx="5626800" cy="3816360"/>
          </a:xfrm>
        </p:grpSpPr>
        <p:sp>
          <p:nvSpPr>
            <p:cNvPr id="332" name="Freeform 72"/>
            <p:cNvSpPr/>
            <p:nvPr/>
          </p:nvSpPr>
          <p:spPr>
            <a:xfrm>
              <a:off x="6336720" y="5715000"/>
              <a:ext cx="5614200" cy="3803400"/>
            </a:xfrm>
            <a:custGeom>
              <a:avLst/>
              <a:gdLst>
                <a:gd name="textAreaLeft" fmla="*/ 0 w 5614200"/>
                <a:gd name="textAreaRight" fmla="*/ 5614560 w 5614200"/>
                <a:gd name="textAreaTop" fmla="*/ 0 h 3803400"/>
                <a:gd name="textAreaBottom" fmla="*/ 3803760 h 3803400"/>
              </a:gdLst>
              <a:ahLst/>
              <a:rect l="textAreaLeft" t="textAreaTop" r="textAreaRight" b="textAreaBottom"/>
              <a:pathLst>
                <a:path w="7485888" h="5071872">
                  <a:moveTo>
                    <a:pt x="0" y="0"/>
                  </a:moveTo>
                  <a:lnTo>
                    <a:pt x="7485888" y="0"/>
                  </a:lnTo>
                  <a:lnTo>
                    <a:pt x="7485888" y="5071872"/>
                  </a:lnTo>
                  <a:lnTo>
                    <a:pt x="0" y="5071872"/>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3" name="Freeform 73"/>
            <p:cNvSpPr/>
            <p:nvPr/>
          </p:nvSpPr>
          <p:spPr>
            <a:xfrm>
              <a:off x="6330600" y="5708520"/>
              <a:ext cx="5626800" cy="3816360"/>
            </a:xfrm>
            <a:custGeom>
              <a:avLst/>
              <a:gdLst>
                <a:gd name="textAreaLeft" fmla="*/ 0 w 5626800"/>
                <a:gd name="textAreaRight" fmla="*/ 5627160 w 5626800"/>
                <a:gd name="textAreaTop" fmla="*/ 0 h 3816360"/>
                <a:gd name="textAreaBottom" fmla="*/ 3816720 h 3816360"/>
              </a:gdLst>
              <a:ahLst/>
              <a:rect l="textAreaLeft" t="textAreaTop" r="textAreaRight" b="textAreaBottom"/>
              <a:pathLst>
                <a:path w="7502906" h="5088890">
                  <a:moveTo>
                    <a:pt x="8509" y="0"/>
                  </a:moveTo>
                  <a:lnTo>
                    <a:pt x="7494397" y="0"/>
                  </a:lnTo>
                  <a:cubicBezTo>
                    <a:pt x="7499096" y="0"/>
                    <a:pt x="7502906" y="3810"/>
                    <a:pt x="7502906" y="8509"/>
                  </a:cubicBezTo>
                  <a:lnTo>
                    <a:pt x="7502906" y="5080381"/>
                  </a:lnTo>
                  <a:cubicBezTo>
                    <a:pt x="7502906" y="5085080"/>
                    <a:pt x="7499096" y="5088890"/>
                    <a:pt x="7494397" y="5088890"/>
                  </a:cubicBezTo>
                  <a:lnTo>
                    <a:pt x="8509" y="5088890"/>
                  </a:lnTo>
                  <a:cubicBezTo>
                    <a:pt x="3810" y="5088890"/>
                    <a:pt x="0" y="5085080"/>
                    <a:pt x="0" y="5080381"/>
                  </a:cubicBezTo>
                  <a:lnTo>
                    <a:pt x="0" y="8509"/>
                  </a:lnTo>
                  <a:cubicBezTo>
                    <a:pt x="0" y="3810"/>
                    <a:pt x="3810" y="0"/>
                    <a:pt x="8509" y="0"/>
                  </a:cubicBezTo>
                  <a:moveTo>
                    <a:pt x="8509" y="16891"/>
                  </a:moveTo>
                  <a:lnTo>
                    <a:pt x="8509" y="8509"/>
                  </a:lnTo>
                  <a:lnTo>
                    <a:pt x="17018" y="8509"/>
                  </a:lnTo>
                  <a:lnTo>
                    <a:pt x="17018" y="5080381"/>
                  </a:lnTo>
                  <a:lnTo>
                    <a:pt x="8509" y="5080381"/>
                  </a:lnTo>
                  <a:lnTo>
                    <a:pt x="8509" y="5071872"/>
                  </a:lnTo>
                  <a:lnTo>
                    <a:pt x="7494397" y="5071872"/>
                  </a:lnTo>
                  <a:lnTo>
                    <a:pt x="7494397" y="5080381"/>
                  </a:lnTo>
                  <a:lnTo>
                    <a:pt x="7485888" y="5080381"/>
                  </a:lnTo>
                  <a:lnTo>
                    <a:pt x="7485888" y="8509"/>
                  </a:lnTo>
                  <a:lnTo>
                    <a:pt x="7494397" y="8509"/>
                  </a:lnTo>
                  <a:lnTo>
                    <a:pt x="7494397"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34" name="Group 74"/>
          <p:cNvGrpSpPr/>
          <p:nvPr/>
        </p:nvGrpSpPr>
        <p:grpSpPr>
          <a:xfrm>
            <a:off x="6324120" y="5702400"/>
            <a:ext cx="5639400" cy="134640"/>
            <a:chOff x="6324120" y="5702400"/>
            <a:chExt cx="5639400" cy="134640"/>
          </a:xfrm>
        </p:grpSpPr>
        <p:sp>
          <p:nvSpPr>
            <p:cNvPr id="335" name="Freeform 75"/>
            <p:cNvSpPr/>
            <p:nvPr/>
          </p:nvSpPr>
          <p:spPr>
            <a:xfrm>
              <a:off x="6336720" y="5715000"/>
              <a:ext cx="5614200" cy="109440"/>
            </a:xfrm>
            <a:custGeom>
              <a:avLst/>
              <a:gdLst>
                <a:gd name="textAreaLeft" fmla="*/ 0 w 5614200"/>
                <a:gd name="textAreaRight" fmla="*/ 5614560 w 5614200"/>
                <a:gd name="textAreaTop" fmla="*/ 0 h 109440"/>
                <a:gd name="textAreaBottom" fmla="*/ 109800 h 109440"/>
              </a:gdLst>
              <a:ahLst/>
              <a:rect l="textAreaLeft" t="textAreaTop" r="textAreaRight" b="textAreaBottom"/>
              <a:pathLst>
                <a:path w="7485888" h="146304">
                  <a:moveTo>
                    <a:pt x="0" y="0"/>
                  </a:moveTo>
                  <a:lnTo>
                    <a:pt x="7485888" y="0"/>
                  </a:lnTo>
                  <a:lnTo>
                    <a:pt x="7485888" y="146304"/>
                  </a:lnTo>
                  <a:lnTo>
                    <a:pt x="0" y="146304"/>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6" name="Freeform 76"/>
            <p:cNvSpPr/>
            <p:nvPr/>
          </p:nvSpPr>
          <p:spPr>
            <a:xfrm>
              <a:off x="6324120" y="5702400"/>
              <a:ext cx="5639400" cy="134640"/>
            </a:xfrm>
            <a:custGeom>
              <a:avLst/>
              <a:gdLst>
                <a:gd name="textAreaLeft" fmla="*/ 0 w 5639400"/>
                <a:gd name="textAreaRight" fmla="*/ 5639760 w 5639400"/>
                <a:gd name="textAreaTop" fmla="*/ 0 h 134640"/>
                <a:gd name="textAreaBottom" fmla="*/ 135000 h 134640"/>
              </a:gdLst>
              <a:ahLst/>
              <a:rect l="textAreaLeft" t="textAreaTop" r="textAreaRight" b="textAreaBottom"/>
              <a:pathLst>
                <a:path w="7519670" h="180088">
                  <a:moveTo>
                    <a:pt x="16891" y="0"/>
                  </a:moveTo>
                  <a:lnTo>
                    <a:pt x="7502779" y="0"/>
                  </a:lnTo>
                  <a:cubicBezTo>
                    <a:pt x="7512177" y="0"/>
                    <a:pt x="7519670" y="7620"/>
                    <a:pt x="7519670" y="16891"/>
                  </a:cubicBezTo>
                  <a:lnTo>
                    <a:pt x="7519670" y="163195"/>
                  </a:lnTo>
                  <a:cubicBezTo>
                    <a:pt x="7519670" y="172593"/>
                    <a:pt x="7512050" y="180086"/>
                    <a:pt x="7502779"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502779" y="146304"/>
                  </a:lnTo>
                  <a:lnTo>
                    <a:pt x="7502779" y="163195"/>
                  </a:lnTo>
                  <a:lnTo>
                    <a:pt x="7485888" y="163195"/>
                  </a:lnTo>
                  <a:lnTo>
                    <a:pt x="7485888" y="16891"/>
                  </a:lnTo>
                  <a:lnTo>
                    <a:pt x="7502779" y="16891"/>
                  </a:lnTo>
                  <a:lnTo>
                    <a:pt x="7502779"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37" name="Group 77"/>
          <p:cNvGrpSpPr/>
          <p:nvPr/>
        </p:nvGrpSpPr>
        <p:grpSpPr>
          <a:xfrm>
            <a:off x="6611040" y="5982120"/>
            <a:ext cx="5065560" cy="775080"/>
            <a:chOff x="6611040" y="5982120"/>
            <a:chExt cx="5065560" cy="775080"/>
          </a:xfrm>
        </p:grpSpPr>
        <p:sp>
          <p:nvSpPr>
            <p:cNvPr id="338" name="Freeform 78"/>
            <p:cNvSpPr/>
            <p:nvPr/>
          </p:nvSpPr>
          <p:spPr>
            <a:xfrm>
              <a:off x="6611040" y="5989320"/>
              <a:ext cx="5065560" cy="767880"/>
            </a:xfrm>
            <a:custGeom>
              <a:avLst/>
              <a:gdLst>
                <a:gd name="textAreaLeft" fmla="*/ 0 w 5065560"/>
                <a:gd name="textAreaRight" fmla="*/ 5065920 w 5065560"/>
                <a:gd name="textAreaTop" fmla="*/ 0 h 767880"/>
                <a:gd name="textAreaBottom" fmla="*/ 768240 h 767880"/>
              </a:gdLst>
              <a:ahLst/>
              <a:rect l="textAreaLeft" t="textAreaTop" r="textAreaRight" b="textAreaBottom"/>
              <a:pathLst>
                <a:path w="6754368" h="1024128">
                  <a:moveTo>
                    <a:pt x="0" y="0"/>
                  </a:moveTo>
                  <a:lnTo>
                    <a:pt x="6754368" y="0"/>
                  </a:lnTo>
                  <a:lnTo>
                    <a:pt x="6754368" y="1024128"/>
                  </a:lnTo>
                  <a:lnTo>
                    <a:pt x="0" y="1024128"/>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9" name="TextBox 79"/>
            <p:cNvSpPr/>
            <p:nvPr/>
          </p:nvSpPr>
          <p:spPr>
            <a:xfrm>
              <a:off x="6611040" y="5982120"/>
              <a:ext cx="506556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a2332"/>
                  </a:solidFill>
                  <a:latin typeface="Trebuchet MS Bold"/>
                  <a:ea typeface="Trebuchet MS Bold"/>
                </a:rPr>
                <a:t>Urban Planning</a:t>
              </a:r>
              <a:endParaRPr b="0" lang="en-US" sz="2400" spc="-1" strike="noStrike">
                <a:solidFill>
                  <a:srgbClr val="000000"/>
                </a:solidFill>
                <a:latin typeface="Arial"/>
              </a:endParaRPr>
            </a:p>
          </p:txBody>
        </p:sp>
      </p:grpSp>
      <p:grpSp>
        <p:nvGrpSpPr>
          <p:cNvPr id="340" name="Group 80"/>
          <p:cNvGrpSpPr/>
          <p:nvPr/>
        </p:nvGrpSpPr>
        <p:grpSpPr>
          <a:xfrm>
            <a:off x="6598440" y="6799680"/>
            <a:ext cx="1213560" cy="116280"/>
            <a:chOff x="6598440" y="6799680"/>
            <a:chExt cx="1213560" cy="116280"/>
          </a:xfrm>
        </p:grpSpPr>
        <p:sp>
          <p:nvSpPr>
            <p:cNvPr id="341" name="Freeform 81"/>
            <p:cNvSpPr/>
            <p:nvPr/>
          </p:nvSpPr>
          <p:spPr>
            <a:xfrm>
              <a:off x="6611040" y="6812280"/>
              <a:ext cx="1188360" cy="91080"/>
            </a:xfrm>
            <a:custGeom>
              <a:avLst/>
              <a:gdLst>
                <a:gd name="textAreaLeft" fmla="*/ 0 w 1188360"/>
                <a:gd name="textAreaRight" fmla="*/ 1188720 w 1188360"/>
                <a:gd name="textAreaTop" fmla="*/ 0 h 91080"/>
                <a:gd name="textAreaBottom" fmla="*/ 91440 h 91080"/>
              </a:gdLst>
              <a:ahLst/>
              <a:rect l="textAreaLeft" t="textAreaTop" r="textAreaRight" b="textAreaBottom"/>
              <a:pathLst>
                <a:path w="1584960" h="121920">
                  <a:moveTo>
                    <a:pt x="0" y="0"/>
                  </a:moveTo>
                  <a:lnTo>
                    <a:pt x="1584960" y="0"/>
                  </a:lnTo>
                  <a:lnTo>
                    <a:pt x="1584960" y="121920"/>
                  </a:lnTo>
                  <a:lnTo>
                    <a:pt x="0" y="121920"/>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2" name="Freeform 82"/>
            <p:cNvSpPr/>
            <p:nvPr/>
          </p:nvSpPr>
          <p:spPr>
            <a:xfrm>
              <a:off x="6598440" y="6799680"/>
              <a:ext cx="1213560" cy="116280"/>
            </a:xfrm>
            <a:custGeom>
              <a:avLst/>
              <a:gdLst>
                <a:gd name="textAreaLeft" fmla="*/ 0 w 1213560"/>
                <a:gd name="textAreaRight" fmla="*/ 1213920 w 1213560"/>
                <a:gd name="textAreaTop" fmla="*/ 0 h 116280"/>
                <a:gd name="textAreaBottom" fmla="*/ 116640 h 116280"/>
              </a:gdLst>
              <a:ahLst/>
              <a:rect l="textAreaLeft" t="textAreaTop" r="textAreaRight" b="textAreaBottom"/>
              <a:pathLst>
                <a:path w="1618742" h="155704">
                  <a:moveTo>
                    <a:pt x="16891" y="0"/>
                  </a:moveTo>
                  <a:lnTo>
                    <a:pt x="1601851" y="0"/>
                  </a:lnTo>
                  <a:cubicBezTo>
                    <a:pt x="1611249" y="0"/>
                    <a:pt x="1618742" y="7620"/>
                    <a:pt x="1618742" y="16891"/>
                  </a:cubicBezTo>
                  <a:lnTo>
                    <a:pt x="1618742" y="138811"/>
                  </a:lnTo>
                  <a:cubicBezTo>
                    <a:pt x="1618742" y="148209"/>
                    <a:pt x="1611122" y="155702"/>
                    <a:pt x="16018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601851" y="121920"/>
                  </a:lnTo>
                  <a:lnTo>
                    <a:pt x="1601851" y="138811"/>
                  </a:lnTo>
                  <a:lnTo>
                    <a:pt x="1584960" y="138811"/>
                  </a:lnTo>
                  <a:lnTo>
                    <a:pt x="1584960" y="16891"/>
                  </a:lnTo>
                  <a:lnTo>
                    <a:pt x="1601851" y="16891"/>
                  </a:lnTo>
                  <a:lnTo>
                    <a:pt x="1601851"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43" name="Group 83"/>
          <p:cNvGrpSpPr/>
          <p:nvPr/>
        </p:nvGrpSpPr>
        <p:grpSpPr>
          <a:xfrm>
            <a:off x="6611040" y="6953040"/>
            <a:ext cx="5065560" cy="2364480"/>
            <a:chOff x="6611040" y="6953040"/>
            <a:chExt cx="5065560" cy="2364480"/>
          </a:xfrm>
        </p:grpSpPr>
        <p:sp>
          <p:nvSpPr>
            <p:cNvPr id="344" name="Freeform 84"/>
            <p:cNvSpPr/>
            <p:nvPr/>
          </p:nvSpPr>
          <p:spPr>
            <a:xfrm>
              <a:off x="6611040" y="7031880"/>
              <a:ext cx="5065560" cy="2285640"/>
            </a:xfrm>
            <a:custGeom>
              <a:avLst/>
              <a:gdLst>
                <a:gd name="textAreaLeft" fmla="*/ 0 w 5065560"/>
                <a:gd name="textAreaRight" fmla="*/ 5065920 w 5065560"/>
                <a:gd name="textAreaTop" fmla="*/ 0 h 2285640"/>
                <a:gd name="textAreaBottom" fmla="*/ 2286000 h 2285640"/>
              </a:gdLst>
              <a:ahLst/>
              <a:rect l="textAreaLeft" t="textAreaTop" r="textAreaRight" b="textAreaBottom"/>
              <a:pathLst>
                <a:path w="6754368" h="3048000">
                  <a:moveTo>
                    <a:pt x="0" y="0"/>
                  </a:moveTo>
                  <a:lnTo>
                    <a:pt x="6754368" y="0"/>
                  </a:lnTo>
                  <a:lnTo>
                    <a:pt x="6754368" y="3048000"/>
                  </a:lnTo>
                  <a:lnTo>
                    <a:pt x="0" y="3048000"/>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5" name="TextBox 85"/>
            <p:cNvSpPr/>
            <p:nvPr/>
          </p:nvSpPr>
          <p:spPr>
            <a:xfrm>
              <a:off x="6611040" y="6953040"/>
              <a:ext cx="5065560" cy="236412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City governments use GeoAI to identify where new clinics, schools, and transport hubs will serve the most people for the least cost.</a:t>
              </a:r>
              <a:endParaRPr b="0" lang="en-US" sz="2000" spc="-1" strike="noStrike">
                <a:solidFill>
                  <a:srgbClr val="000000"/>
                </a:solidFill>
                <a:latin typeface="Arial"/>
              </a:endParaRPr>
            </a:p>
          </p:txBody>
        </p:sp>
      </p:grpSp>
      <p:grpSp>
        <p:nvGrpSpPr>
          <p:cNvPr id="346" name="Group 86"/>
          <p:cNvGrpSpPr/>
          <p:nvPr/>
        </p:nvGrpSpPr>
        <p:grpSpPr>
          <a:xfrm>
            <a:off x="12118680" y="5708520"/>
            <a:ext cx="5626800" cy="3816360"/>
            <a:chOff x="12118680" y="5708520"/>
            <a:chExt cx="5626800" cy="3816360"/>
          </a:xfrm>
        </p:grpSpPr>
        <p:sp>
          <p:nvSpPr>
            <p:cNvPr id="347" name="Freeform 87"/>
            <p:cNvSpPr/>
            <p:nvPr/>
          </p:nvSpPr>
          <p:spPr>
            <a:xfrm>
              <a:off x="12124800" y="5715000"/>
              <a:ext cx="5614200" cy="3803400"/>
            </a:xfrm>
            <a:custGeom>
              <a:avLst/>
              <a:gdLst>
                <a:gd name="textAreaLeft" fmla="*/ 0 w 5614200"/>
                <a:gd name="textAreaRight" fmla="*/ 5614560 w 5614200"/>
                <a:gd name="textAreaTop" fmla="*/ 0 h 3803400"/>
                <a:gd name="textAreaBottom" fmla="*/ 3803760 h 3803400"/>
              </a:gdLst>
              <a:ahLst/>
              <a:rect l="textAreaLeft" t="textAreaTop" r="textAreaRight" b="textAreaBottom"/>
              <a:pathLst>
                <a:path w="7485888" h="5071872">
                  <a:moveTo>
                    <a:pt x="0" y="0"/>
                  </a:moveTo>
                  <a:lnTo>
                    <a:pt x="7485888" y="0"/>
                  </a:lnTo>
                  <a:lnTo>
                    <a:pt x="7485888" y="5071872"/>
                  </a:lnTo>
                  <a:lnTo>
                    <a:pt x="0" y="5071872"/>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8" name="Freeform 88"/>
            <p:cNvSpPr/>
            <p:nvPr/>
          </p:nvSpPr>
          <p:spPr>
            <a:xfrm>
              <a:off x="12118680" y="5708520"/>
              <a:ext cx="5626800" cy="3816360"/>
            </a:xfrm>
            <a:custGeom>
              <a:avLst/>
              <a:gdLst>
                <a:gd name="textAreaLeft" fmla="*/ 0 w 5626800"/>
                <a:gd name="textAreaRight" fmla="*/ 5627160 w 5626800"/>
                <a:gd name="textAreaTop" fmla="*/ 0 h 3816360"/>
                <a:gd name="textAreaBottom" fmla="*/ 3816720 h 3816360"/>
              </a:gdLst>
              <a:ahLst/>
              <a:rect l="textAreaLeft" t="textAreaTop" r="textAreaRight" b="textAreaBottom"/>
              <a:pathLst>
                <a:path w="7502906" h="5088890">
                  <a:moveTo>
                    <a:pt x="8509" y="0"/>
                  </a:moveTo>
                  <a:lnTo>
                    <a:pt x="7494397" y="0"/>
                  </a:lnTo>
                  <a:cubicBezTo>
                    <a:pt x="7499096" y="0"/>
                    <a:pt x="7502906" y="3810"/>
                    <a:pt x="7502906" y="8509"/>
                  </a:cubicBezTo>
                  <a:lnTo>
                    <a:pt x="7502906" y="5080381"/>
                  </a:lnTo>
                  <a:cubicBezTo>
                    <a:pt x="7502906" y="5085080"/>
                    <a:pt x="7499096" y="5088890"/>
                    <a:pt x="7494397" y="5088890"/>
                  </a:cubicBezTo>
                  <a:lnTo>
                    <a:pt x="8509" y="5088890"/>
                  </a:lnTo>
                  <a:cubicBezTo>
                    <a:pt x="3810" y="5088890"/>
                    <a:pt x="0" y="5085080"/>
                    <a:pt x="0" y="5080381"/>
                  </a:cubicBezTo>
                  <a:lnTo>
                    <a:pt x="0" y="8509"/>
                  </a:lnTo>
                  <a:cubicBezTo>
                    <a:pt x="0" y="3810"/>
                    <a:pt x="3810" y="0"/>
                    <a:pt x="8509" y="0"/>
                  </a:cubicBezTo>
                  <a:moveTo>
                    <a:pt x="8509" y="16891"/>
                  </a:moveTo>
                  <a:lnTo>
                    <a:pt x="8509" y="8509"/>
                  </a:lnTo>
                  <a:lnTo>
                    <a:pt x="17018" y="8509"/>
                  </a:lnTo>
                  <a:lnTo>
                    <a:pt x="17018" y="5080381"/>
                  </a:lnTo>
                  <a:lnTo>
                    <a:pt x="8509" y="5080381"/>
                  </a:lnTo>
                  <a:lnTo>
                    <a:pt x="8509" y="5071872"/>
                  </a:lnTo>
                  <a:lnTo>
                    <a:pt x="7494397" y="5071872"/>
                  </a:lnTo>
                  <a:lnTo>
                    <a:pt x="7494397" y="5080381"/>
                  </a:lnTo>
                  <a:lnTo>
                    <a:pt x="7485888" y="5080381"/>
                  </a:lnTo>
                  <a:lnTo>
                    <a:pt x="7485888" y="8509"/>
                  </a:lnTo>
                  <a:lnTo>
                    <a:pt x="7494397" y="8509"/>
                  </a:lnTo>
                  <a:lnTo>
                    <a:pt x="7494397"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49" name="Group 89"/>
          <p:cNvGrpSpPr/>
          <p:nvPr/>
        </p:nvGrpSpPr>
        <p:grpSpPr>
          <a:xfrm>
            <a:off x="12112200" y="5702400"/>
            <a:ext cx="5639400" cy="134640"/>
            <a:chOff x="12112200" y="5702400"/>
            <a:chExt cx="5639400" cy="134640"/>
          </a:xfrm>
        </p:grpSpPr>
        <p:sp>
          <p:nvSpPr>
            <p:cNvPr id="350" name="Freeform 90"/>
            <p:cNvSpPr/>
            <p:nvPr/>
          </p:nvSpPr>
          <p:spPr>
            <a:xfrm>
              <a:off x="12124800" y="5715000"/>
              <a:ext cx="5614200" cy="109440"/>
            </a:xfrm>
            <a:custGeom>
              <a:avLst/>
              <a:gdLst>
                <a:gd name="textAreaLeft" fmla="*/ 0 w 5614200"/>
                <a:gd name="textAreaRight" fmla="*/ 5614560 w 5614200"/>
                <a:gd name="textAreaTop" fmla="*/ 0 h 109440"/>
                <a:gd name="textAreaBottom" fmla="*/ 109800 h 109440"/>
              </a:gdLst>
              <a:ahLst/>
              <a:rect l="textAreaLeft" t="textAreaTop" r="textAreaRight" b="textAreaBottom"/>
              <a:pathLst>
                <a:path w="7485888" h="146304">
                  <a:moveTo>
                    <a:pt x="0" y="0"/>
                  </a:moveTo>
                  <a:lnTo>
                    <a:pt x="7485888" y="0"/>
                  </a:lnTo>
                  <a:lnTo>
                    <a:pt x="7485888" y="146304"/>
                  </a:lnTo>
                  <a:lnTo>
                    <a:pt x="0" y="146304"/>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1" name="Freeform 91"/>
            <p:cNvSpPr/>
            <p:nvPr/>
          </p:nvSpPr>
          <p:spPr>
            <a:xfrm>
              <a:off x="12112200" y="5702400"/>
              <a:ext cx="5639400" cy="134640"/>
            </a:xfrm>
            <a:custGeom>
              <a:avLst/>
              <a:gdLst>
                <a:gd name="textAreaLeft" fmla="*/ 0 w 5639400"/>
                <a:gd name="textAreaRight" fmla="*/ 5639760 w 5639400"/>
                <a:gd name="textAreaTop" fmla="*/ 0 h 134640"/>
                <a:gd name="textAreaBottom" fmla="*/ 135000 h 134640"/>
              </a:gdLst>
              <a:ahLst/>
              <a:rect l="textAreaLeft" t="textAreaTop" r="textAreaRight" b="textAreaBottom"/>
              <a:pathLst>
                <a:path w="7519670" h="180088">
                  <a:moveTo>
                    <a:pt x="16891" y="0"/>
                  </a:moveTo>
                  <a:lnTo>
                    <a:pt x="7502779" y="0"/>
                  </a:lnTo>
                  <a:cubicBezTo>
                    <a:pt x="7512177" y="0"/>
                    <a:pt x="7519670" y="7620"/>
                    <a:pt x="7519670" y="16891"/>
                  </a:cubicBezTo>
                  <a:lnTo>
                    <a:pt x="7519670" y="163195"/>
                  </a:lnTo>
                  <a:cubicBezTo>
                    <a:pt x="7519670" y="172593"/>
                    <a:pt x="7512050" y="180086"/>
                    <a:pt x="7502779"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502779" y="146304"/>
                  </a:lnTo>
                  <a:lnTo>
                    <a:pt x="7502779" y="163195"/>
                  </a:lnTo>
                  <a:lnTo>
                    <a:pt x="7485888" y="163195"/>
                  </a:lnTo>
                  <a:lnTo>
                    <a:pt x="7485888" y="16891"/>
                  </a:lnTo>
                  <a:lnTo>
                    <a:pt x="7502779" y="16891"/>
                  </a:lnTo>
                  <a:lnTo>
                    <a:pt x="7502779"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52" name="Group 92"/>
          <p:cNvGrpSpPr/>
          <p:nvPr/>
        </p:nvGrpSpPr>
        <p:grpSpPr>
          <a:xfrm>
            <a:off x="12399120" y="5982120"/>
            <a:ext cx="5065560" cy="775080"/>
            <a:chOff x="12399120" y="5982120"/>
            <a:chExt cx="5065560" cy="775080"/>
          </a:xfrm>
        </p:grpSpPr>
        <p:sp>
          <p:nvSpPr>
            <p:cNvPr id="353" name="Freeform 93"/>
            <p:cNvSpPr/>
            <p:nvPr/>
          </p:nvSpPr>
          <p:spPr>
            <a:xfrm>
              <a:off x="12399120" y="5989320"/>
              <a:ext cx="5065560" cy="767880"/>
            </a:xfrm>
            <a:custGeom>
              <a:avLst/>
              <a:gdLst>
                <a:gd name="textAreaLeft" fmla="*/ 0 w 5065560"/>
                <a:gd name="textAreaRight" fmla="*/ 5065920 w 5065560"/>
                <a:gd name="textAreaTop" fmla="*/ 0 h 767880"/>
                <a:gd name="textAreaBottom" fmla="*/ 768240 h 767880"/>
              </a:gdLst>
              <a:ahLst/>
              <a:rect l="textAreaLeft" t="textAreaTop" r="textAreaRight" b="textAreaBottom"/>
              <a:pathLst>
                <a:path w="6754368" h="1024128">
                  <a:moveTo>
                    <a:pt x="0" y="0"/>
                  </a:moveTo>
                  <a:lnTo>
                    <a:pt x="6754368" y="0"/>
                  </a:lnTo>
                  <a:lnTo>
                    <a:pt x="6754368" y="1024128"/>
                  </a:lnTo>
                  <a:lnTo>
                    <a:pt x="0" y="1024128"/>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4" name="TextBox 94"/>
            <p:cNvSpPr/>
            <p:nvPr/>
          </p:nvSpPr>
          <p:spPr>
            <a:xfrm>
              <a:off x="12399120" y="5982120"/>
              <a:ext cx="506556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a2332"/>
                  </a:solidFill>
                  <a:latin typeface="Trebuchet MS Bold"/>
                  <a:ea typeface="Trebuchet MS Bold"/>
                </a:rPr>
                <a:t>Food Price Monitoring</a:t>
              </a:r>
              <a:endParaRPr b="0" lang="en-US" sz="2400" spc="-1" strike="noStrike">
                <a:solidFill>
                  <a:srgbClr val="000000"/>
                </a:solidFill>
                <a:latin typeface="Arial"/>
              </a:endParaRPr>
            </a:p>
          </p:txBody>
        </p:sp>
      </p:grpSp>
      <p:grpSp>
        <p:nvGrpSpPr>
          <p:cNvPr id="355" name="Group 95"/>
          <p:cNvGrpSpPr/>
          <p:nvPr/>
        </p:nvGrpSpPr>
        <p:grpSpPr>
          <a:xfrm>
            <a:off x="12386520" y="6799680"/>
            <a:ext cx="1213560" cy="116280"/>
            <a:chOff x="12386520" y="6799680"/>
            <a:chExt cx="1213560" cy="116280"/>
          </a:xfrm>
        </p:grpSpPr>
        <p:sp>
          <p:nvSpPr>
            <p:cNvPr id="356" name="Freeform 96"/>
            <p:cNvSpPr/>
            <p:nvPr/>
          </p:nvSpPr>
          <p:spPr>
            <a:xfrm>
              <a:off x="12399120" y="6812280"/>
              <a:ext cx="1188360" cy="91080"/>
            </a:xfrm>
            <a:custGeom>
              <a:avLst/>
              <a:gdLst>
                <a:gd name="textAreaLeft" fmla="*/ 0 w 1188360"/>
                <a:gd name="textAreaRight" fmla="*/ 1188720 w 1188360"/>
                <a:gd name="textAreaTop" fmla="*/ 0 h 91080"/>
                <a:gd name="textAreaBottom" fmla="*/ 91440 h 91080"/>
              </a:gdLst>
              <a:ahLst/>
              <a:rect l="textAreaLeft" t="textAreaTop" r="textAreaRight" b="textAreaBottom"/>
              <a:pathLst>
                <a:path w="1584960" h="121920">
                  <a:moveTo>
                    <a:pt x="0" y="0"/>
                  </a:moveTo>
                  <a:lnTo>
                    <a:pt x="1584960" y="0"/>
                  </a:lnTo>
                  <a:lnTo>
                    <a:pt x="158496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7" name="Freeform 97"/>
            <p:cNvSpPr/>
            <p:nvPr/>
          </p:nvSpPr>
          <p:spPr>
            <a:xfrm>
              <a:off x="12386520" y="6799680"/>
              <a:ext cx="1213560" cy="116280"/>
            </a:xfrm>
            <a:custGeom>
              <a:avLst/>
              <a:gdLst>
                <a:gd name="textAreaLeft" fmla="*/ 0 w 1213560"/>
                <a:gd name="textAreaRight" fmla="*/ 1213920 w 1213560"/>
                <a:gd name="textAreaTop" fmla="*/ 0 h 116280"/>
                <a:gd name="textAreaBottom" fmla="*/ 116640 h 116280"/>
              </a:gdLst>
              <a:ahLst/>
              <a:rect l="textAreaLeft" t="textAreaTop" r="textAreaRight" b="textAreaBottom"/>
              <a:pathLst>
                <a:path w="1618742" h="155704">
                  <a:moveTo>
                    <a:pt x="16891" y="0"/>
                  </a:moveTo>
                  <a:lnTo>
                    <a:pt x="1601851" y="0"/>
                  </a:lnTo>
                  <a:cubicBezTo>
                    <a:pt x="1611249" y="0"/>
                    <a:pt x="1618742" y="7620"/>
                    <a:pt x="1618742" y="16891"/>
                  </a:cubicBezTo>
                  <a:lnTo>
                    <a:pt x="1618742" y="138811"/>
                  </a:lnTo>
                  <a:cubicBezTo>
                    <a:pt x="1618742" y="148209"/>
                    <a:pt x="1611122" y="155702"/>
                    <a:pt x="16018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601851" y="121920"/>
                  </a:lnTo>
                  <a:lnTo>
                    <a:pt x="1601851" y="138811"/>
                  </a:lnTo>
                  <a:lnTo>
                    <a:pt x="1584960" y="138811"/>
                  </a:lnTo>
                  <a:lnTo>
                    <a:pt x="1584960" y="16891"/>
                  </a:lnTo>
                  <a:lnTo>
                    <a:pt x="1601851" y="16891"/>
                  </a:lnTo>
                  <a:lnTo>
                    <a:pt x="160185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58" name="Group 98"/>
          <p:cNvGrpSpPr/>
          <p:nvPr/>
        </p:nvGrpSpPr>
        <p:grpSpPr>
          <a:xfrm>
            <a:off x="12399120" y="6953040"/>
            <a:ext cx="5065560" cy="2364480"/>
            <a:chOff x="12399120" y="6953040"/>
            <a:chExt cx="5065560" cy="2364480"/>
          </a:xfrm>
        </p:grpSpPr>
        <p:sp>
          <p:nvSpPr>
            <p:cNvPr id="359" name="Freeform 99"/>
            <p:cNvSpPr/>
            <p:nvPr/>
          </p:nvSpPr>
          <p:spPr>
            <a:xfrm>
              <a:off x="12399120" y="7031880"/>
              <a:ext cx="5065560" cy="2285640"/>
            </a:xfrm>
            <a:custGeom>
              <a:avLst/>
              <a:gdLst>
                <a:gd name="textAreaLeft" fmla="*/ 0 w 5065560"/>
                <a:gd name="textAreaRight" fmla="*/ 5065920 w 5065560"/>
                <a:gd name="textAreaTop" fmla="*/ 0 h 2285640"/>
                <a:gd name="textAreaBottom" fmla="*/ 2286000 h 2285640"/>
              </a:gdLst>
              <a:ahLst/>
              <a:rect l="textAreaLeft" t="textAreaTop" r="textAreaRight" b="textAreaBottom"/>
              <a:pathLst>
                <a:path w="6754368" h="3048000">
                  <a:moveTo>
                    <a:pt x="0" y="0"/>
                  </a:moveTo>
                  <a:lnTo>
                    <a:pt x="6754368" y="0"/>
                  </a:lnTo>
                  <a:lnTo>
                    <a:pt x="6754368" y="3048000"/>
                  </a:lnTo>
                  <a:lnTo>
                    <a:pt x="0" y="3048000"/>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0" name="TextBox 100"/>
            <p:cNvSpPr/>
            <p:nvPr/>
          </p:nvSpPr>
          <p:spPr>
            <a:xfrm>
              <a:off x="12399120" y="6953040"/>
              <a:ext cx="5065560" cy="236412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The WFP maps food prices across 90+ countries to detect supply shocks before they become crises. This is exactly what we are building today.</a:t>
              </a:r>
              <a:endParaRPr b="0" lang="en-US" sz="2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361" name="Group 2"/>
          <p:cNvGrpSpPr/>
          <p:nvPr/>
        </p:nvGrpSpPr>
        <p:grpSpPr>
          <a:xfrm>
            <a:off x="-12600" y="-12600"/>
            <a:ext cx="281160" cy="10311840"/>
            <a:chOff x="-12600" y="-12600"/>
            <a:chExt cx="281160" cy="10311840"/>
          </a:xfrm>
        </p:grpSpPr>
        <p:sp>
          <p:nvSpPr>
            <p:cNvPr id="362"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3"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64" name="Group 5"/>
          <p:cNvGrpSpPr/>
          <p:nvPr/>
        </p:nvGrpSpPr>
        <p:grpSpPr>
          <a:xfrm>
            <a:off x="1645920" y="450000"/>
            <a:ext cx="14630040" cy="1104120"/>
            <a:chOff x="1645920" y="450000"/>
            <a:chExt cx="14630040" cy="1104120"/>
          </a:xfrm>
        </p:grpSpPr>
        <p:sp>
          <p:nvSpPr>
            <p:cNvPr id="365" name="Freeform 6"/>
            <p:cNvSpPr/>
            <p:nvPr/>
          </p:nvSpPr>
          <p:spPr>
            <a:xfrm>
              <a:off x="1645920" y="457200"/>
              <a:ext cx="14630040" cy="1096920"/>
            </a:xfrm>
            <a:custGeom>
              <a:avLst/>
              <a:gdLst>
                <a:gd name="textAreaLeft" fmla="*/ 0 w 14630040"/>
                <a:gd name="textAreaRight" fmla="*/ 14630400 w 14630040"/>
                <a:gd name="textAreaTop" fmla="*/ 0 h 1096920"/>
                <a:gd name="textAreaBottom" fmla="*/ 1097280 h 1096920"/>
              </a:gdLst>
              <a:ahLst/>
              <a:rect l="textAreaLeft" t="textAreaTop" r="textAreaRight" b="textAreaBottom"/>
              <a:pathLst>
                <a:path w="19507200" h="1463040">
                  <a:moveTo>
                    <a:pt x="0" y="0"/>
                  </a:moveTo>
                  <a:lnTo>
                    <a:pt x="19507200" y="0"/>
                  </a:lnTo>
                  <a:lnTo>
                    <a:pt x="19507200" y="1463040"/>
                  </a:lnTo>
                  <a:lnTo>
                    <a:pt x="0" y="1463040"/>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6" name="TextBox 7"/>
            <p:cNvSpPr/>
            <p:nvPr/>
          </p:nvSpPr>
          <p:spPr>
            <a:xfrm>
              <a:off x="1645920" y="450000"/>
              <a:ext cx="14630040" cy="1104120"/>
            </a:xfrm>
            <a:prstGeom prst="rect">
              <a:avLst/>
            </a:prstGeom>
            <a:noFill/>
            <a:ln w="0">
              <a:noFill/>
            </a:ln>
          </p:spPr>
          <p:style>
            <a:lnRef idx="0"/>
            <a:fillRef idx="0"/>
            <a:effectRef idx="0"/>
            <a:fontRef idx="minor"/>
          </p:style>
          <p:txBody>
            <a:bodyPr lIns="0" rIns="0" tIns="0" bIns="0" anchor="ctr">
              <a:noAutofit/>
            </a:bodyPr>
            <a:p>
              <a:pPr defTabSz="914400">
                <a:lnSpc>
                  <a:spcPts val="5760"/>
                </a:lnSpc>
              </a:pPr>
              <a:r>
                <a:rPr b="1" lang="en-US" sz="4800" spc="-1" strike="noStrike">
                  <a:solidFill>
                    <a:srgbClr val="ffffff"/>
                  </a:solidFill>
                  <a:latin typeface="Trebuchet MS Bold"/>
                  <a:ea typeface="Trebuchet MS Bold"/>
                </a:rPr>
                <a:t>How New Is GeoAI?</a:t>
              </a:r>
              <a:endParaRPr b="0" lang="en-US" sz="4800" spc="-1" strike="noStrike">
                <a:solidFill>
                  <a:srgbClr val="ffffff"/>
                </a:solidFill>
                <a:latin typeface="Arial"/>
              </a:endParaRPr>
            </a:p>
          </p:txBody>
        </p:sp>
      </p:grpSp>
      <p:grpSp>
        <p:nvGrpSpPr>
          <p:cNvPr id="367" name="Group 8"/>
          <p:cNvGrpSpPr/>
          <p:nvPr/>
        </p:nvGrpSpPr>
        <p:grpSpPr>
          <a:xfrm>
            <a:off x="1645920" y="1553040"/>
            <a:ext cx="14995800" cy="1098360"/>
            <a:chOff x="1645920" y="1553040"/>
            <a:chExt cx="14995800" cy="1098360"/>
          </a:xfrm>
        </p:grpSpPr>
        <p:sp>
          <p:nvSpPr>
            <p:cNvPr id="368" name="Freeform 9"/>
            <p:cNvSpPr/>
            <p:nvPr/>
          </p:nvSpPr>
          <p:spPr>
            <a:xfrm>
              <a:off x="1645920" y="1645920"/>
              <a:ext cx="14995800" cy="1005480"/>
            </a:xfrm>
            <a:custGeom>
              <a:avLst/>
              <a:gdLst>
                <a:gd name="textAreaLeft" fmla="*/ 0 w 14995800"/>
                <a:gd name="textAreaRight" fmla="*/ 14996160 w 14995800"/>
                <a:gd name="textAreaTop" fmla="*/ 0 h 1005480"/>
                <a:gd name="textAreaBottom" fmla="*/ 1005840 h 1005480"/>
              </a:gdLst>
              <a:ahLst/>
              <a:rect l="textAreaLeft" t="textAreaTop" r="textAreaRight" b="textAreaBottom"/>
              <a:pathLst>
                <a:path w="19994880" h="1341120">
                  <a:moveTo>
                    <a:pt x="0" y="0"/>
                  </a:moveTo>
                  <a:lnTo>
                    <a:pt x="19994880" y="0"/>
                  </a:lnTo>
                  <a:lnTo>
                    <a:pt x="19994880" y="1341120"/>
                  </a:lnTo>
                  <a:lnTo>
                    <a:pt x="0" y="134112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9" name="TextBox 10"/>
            <p:cNvSpPr/>
            <p:nvPr/>
          </p:nvSpPr>
          <p:spPr>
            <a:xfrm>
              <a:off x="1645920" y="1553040"/>
              <a:ext cx="14995800" cy="1098360"/>
            </a:xfrm>
            <a:prstGeom prst="rect">
              <a:avLst/>
            </a:prstGeom>
            <a:noFill/>
            <a:ln w="0">
              <a:noFill/>
            </a:ln>
          </p:spPr>
          <p:style>
            <a:lnRef idx="0"/>
            <a:fillRef idx="0"/>
            <a:effectRef idx="0"/>
            <a:fontRef idx="minor"/>
          </p:style>
          <p:txBody>
            <a:bodyPr lIns="0" rIns="0" tIns="0" bIns="0" anchor="ctr">
              <a:noAutofit/>
            </a:bodyPr>
            <a:p>
              <a:pPr defTabSz="914400">
                <a:lnSpc>
                  <a:spcPts val="3433"/>
                </a:lnSpc>
              </a:pPr>
              <a:r>
                <a:rPr b="0" lang="en-US" sz="2200" spc="-1" strike="noStrike">
                  <a:solidFill>
                    <a:srgbClr val="ffffff"/>
                  </a:solidFill>
                  <a:latin typeface="Calibri (MS)"/>
                  <a:ea typeface="Calibri (MS)"/>
                </a:rPr>
                <a:t>Compared to other branches of AI, GeoAI as a named, distinct discipline is barely a decade old. </a:t>
              </a:r>
              <a:endParaRPr b="0" lang="en-US" sz="2200" spc="-1" strike="noStrike">
                <a:solidFill>
                  <a:srgbClr val="ffffff"/>
                </a:solidFill>
                <a:latin typeface="Arial"/>
              </a:endParaRPr>
            </a:p>
          </p:txBody>
        </p:sp>
      </p:grpSp>
      <p:grpSp>
        <p:nvGrpSpPr>
          <p:cNvPr id="370" name="Group 11"/>
          <p:cNvGrpSpPr/>
          <p:nvPr/>
        </p:nvGrpSpPr>
        <p:grpSpPr>
          <a:xfrm>
            <a:off x="901800" y="5382360"/>
            <a:ext cx="16484040" cy="116280"/>
            <a:chOff x="901800" y="5382360"/>
            <a:chExt cx="16484040" cy="116280"/>
          </a:xfrm>
        </p:grpSpPr>
        <p:sp>
          <p:nvSpPr>
            <p:cNvPr id="371" name="Freeform 12"/>
            <p:cNvSpPr/>
            <p:nvPr/>
          </p:nvSpPr>
          <p:spPr>
            <a:xfrm>
              <a:off x="914400" y="5394960"/>
              <a:ext cx="16458840" cy="91080"/>
            </a:xfrm>
            <a:custGeom>
              <a:avLst/>
              <a:gdLst>
                <a:gd name="textAreaLeft" fmla="*/ 0 w 16458840"/>
                <a:gd name="textAreaRight" fmla="*/ 16459200 w 16458840"/>
                <a:gd name="textAreaTop" fmla="*/ 0 h 91080"/>
                <a:gd name="textAreaBottom" fmla="*/ 91440 h 91080"/>
              </a:gdLst>
              <a:ahLst/>
              <a:rect l="textAreaLeft" t="textAreaTop" r="textAreaRight" b="textAreaBottom"/>
              <a:pathLst>
                <a:path w="21945599" h="121920">
                  <a:moveTo>
                    <a:pt x="0" y="0"/>
                  </a:moveTo>
                  <a:lnTo>
                    <a:pt x="21945599" y="0"/>
                  </a:lnTo>
                  <a:lnTo>
                    <a:pt x="21945599" y="121920"/>
                  </a:lnTo>
                  <a:lnTo>
                    <a:pt x="0" y="121920"/>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2" name="Freeform 13"/>
            <p:cNvSpPr/>
            <p:nvPr/>
          </p:nvSpPr>
          <p:spPr>
            <a:xfrm>
              <a:off x="901800" y="5382360"/>
              <a:ext cx="16484040" cy="116280"/>
            </a:xfrm>
            <a:custGeom>
              <a:avLst/>
              <a:gdLst>
                <a:gd name="textAreaLeft" fmla="*/ 0 w 16484040"/>
                <a:gd name="textAreaRight" fmla="*/ 16484400 w 16484040"/>
                <a:gd name="textAreaTop" fmla="*/ 0 h 116280"/>
                <a:gd name="textAreaBottom" fmla="*/ 116640 h 116280"/>
              </a:gdLst>
              <a:ahLst/>
              <a:rect l="textAreaLeft" t="textAreaTop" r="textAreaRight" b="textAreaBottom"/>
              <a:pathLst>
                <a:path w="21979382" h="155704">
                  <a:moveTo>
                    <a:pt x="16891" y="0"/>
                  </a:moveTo>
                  <a:lnTo>
                    <a:pt x="21962490" y="0"/>
                  </a:lnTo>
                  <a:cubicBezTo>
                    <a:pt x="21971890" y="0"/>
                    <a:pt x="21979382" y="7620"/>
                    <a:pt x="21979382" y="16891"/>
                  </a:cubicBezTo>
                  <a:lnTo>
                    <a:pt x="21979382" y="138811"/>
                  </a:lnTo>
                  <a:cubicBezTo>
                    <a:pt x="21979382" y="148209"/>
                    <a:pt x="21971763" y="155702"/>
                    <a:pt x="21962490"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21962490" y="121920"/>
                  </a:lnTo>
                  <a:lnTo>
                    <a:pt x="21962490" y="138811"/>
                  </a:lnTo>
                  <a:lnTo>
                    <a:pt x="21945600" y="138811"/>
                  </a:lnTo>
                  <a:lnTo>
                    <a:pt x="21945600" y="16891"/>
                  </a:lnTo>
                  <a:lnTo>
                    <a:pt x="21962490" y="16891"/>
                  </a:lnTo>
                  <a:lnTo>
                    <a:pt x="21962490" y="33909"/>
                  </a:lnTo>
                  <a:lnTo>
                    <a:pt x="16891" y="33909"/>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73" name="Group 14"/>
          <p:cNvGrpSpPr/>
          <p:nvPr/>
        </p:nvGrpSpPr>
        <p:grpSpPr>
          <a:xfrm>
            <a:off x="1359000" y="5336640"/>
            <a:ext cx="207720" cy="207720"/>
            <a:chOff x="1359000" y="5336640"/>
            <a:chExt cx="207720" cy="207720"/>
          </a:xfrm>
        </p:grpSpPr>
        <p:sp>
          <p:nvSpPr>
            <p:cNvPr id="374" name="Freeform 15"/>
            <p:cNvSpPr/>
            <p:nvPr/>
          </p:nvSpPr>
          <p:spPr>
            <a:xfrm>
              <a:off x="1371600" y="5349240"/>
              <a:ext cx="182520" cy="182520"/>
            </a:xfrm>
            <a:custGeom>
              <a:avLst/>
              <a:gdLst>
                <a:gd name="textAreaLeft" fmla="*/ 0 w 182520"/>
                <a:gd name="textAreaRight" fmla="*/ 182880 w 182520"/>
                <a:gd name="textAreaTop" fmla="*/ 0 h 182520"/>
                <a:gd name="textAreaBottom" fmla="*/ 182880 h 182520"/>
              </a:gdLst>
              <a:ahLst/>
              <a:rect l="textAreaLeft" t="textAreaTop" r="textAreaRight" b="textAreaBottom"/>
              <a:pathLst>
                <a:path w="243840" h="243840">
                  <a:moveTo>
                    <a:pt x="0" y="0"/>
                  </a:moveTo>
                  <a:lnTo>
                    <a:pt x="243840" y="0"/>
                  </a:lnTo>
                  <a:lnTo>
                    <a:pt x="243840" y="243840"/>
                  </a:lnTo>
                  <a:lnTo>
                    <a:pt x="0" y="243840"/>
                  </a:lnTo>
                  <a:close/>
                </a:path>
              </a:pathLst>
            </a:custGeom>
            <a:solidFill>
              <a:srgbClr val="3a6a8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5" name="Freeform 16"/>
            <p:cNvSpPr/>
            <p:nvPr/>
          </p:nvSpPr>
          <p:spPr>
            <a:xfrm>
              <a:off x="1359000" y="5336640"/>
              <a:ext cx="207720" cy="207720"/>
            </a:xfrm>
            <a:custGeom>
              <a:avLst/>
              <a:gdLst>
                <a:gd name="textAreaLeft" fmla="*/ 0 w 207720"/>
                <a:gd name="textAreaRight" fmla="*/ 208080 w 207720"/>
                <a:gd name="textAreaTop" fmla="*/ 0 h 207720"/>
                <a:gd name="textAreaBottom" fmla="*/ 208080 h 207720"/>
              </a:gdLst>
              <a:ahLst/>
              <a:rect l="textAreaLeft" t="textAreaTop" r="textAreaRight" b="textAreaBottom"/>
              <a:pathLst>
                <a:path w="277622" h="277624">
                  <a:moveTo>
                    <a:pt x="16891" y="0"/>
                  </a:moveTo>
                  <a:lnTo>
                    <a:pt x="260731" y="0"/>
                  </a:lnTo>
                  <a:cubicBezTo>
                    <a:pt x="270129" y="0"/>
                    <a:pt x="277622" y="7620"/>
                    <a:pt x="277622" y="16891"/>
                  </a:cubicBezTo>
                  <a:lnTo>
                    <a:pt x="277622" y="260731"/>
                  </a:lnTo>
                  <a:cubicBezTo>
                    <a:pt x="277622" y="270129"/>
                    <a:pt x="270002" y="277622"/>
                    <a:pt x="26073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60731" y="243840"/>
                  </a:lnTo>
                  <a:lnTo>
                    <a:pt x="260731" y="260731"/>
                  </a:lnTo>
                  <a:lnTo>
                    <a:pt x="243840" y="260731"/>
                  </a:lnTo>
                  <a:lnTo>
                    <a:pt x="243840" y="16891"/>
                  </a:lnTo>
                  <a:lnTo>
                    <a:pt x="260731" y="16891"/>
                  </a:lnTo>
                  <a:lnTo>
                    <a:pt x="260731" y="33909"/>
                  </a:lnTo>
                  <a:lnTo>
                    <a:pt x="16891" y="33909"/>
                  </a:lnTo>
                  <a:close/>
                </a:path>
              </a:pathLst>
            </a:custGeom>
            <a:solidFill>
              <a:srgbClr val="3a6a8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76" name="Group 17"/>
          <p:cNvGrpSpPr/>
          <p:nvPr/>
        </p:nvGrpSpPr>
        <p:grpSpPr>
          <a:xfrm>
            <a:off x="365760" y="2728800"/>
            <a:ext cx="2194200" cy="654120"/>
            <a:chOff x="365760" y="2728800"/>
            <a:chExt cx="2194200" cy="654120"/>
          </a:xfrm>
        </p:grpSpPr>
        <p:sp>
          <p:nvSpPr>
            <p:cNvPr id="377" name="Freeform 18"/>
            <p:cNvSpPr/>
            <p:nvPr/>
          </p:nvSpPr>
          <p:spPr>
            <a:xfrm>
              <a:off x="365760" y="2743200"/>
              <a:ext cx="2194200" cy="639720"/>
            </a:xfrm>
            <a:custGeom>
              <a:avLst/>
              <a:gdLst>
                <a:gd name="textAreaLeft" fmla="*/ 0 w 2194200"/>
                <a:gd name="textAreaRight" fmla="*/ 2194560 w 2194200"/>
                <a:gd name="textAreaTop" fmla="*/ 0 h 639720"/>
                <a:gd name="textAreaBottom" fmla="*/ 640080 h 639720"/>
              </a:gdLst>
              <a:ahLst/>
              <a:rect l="textAreaLeft" t="textAreaTop" r="textAreaRight" b="textAreaBottom"/>
              <a:pathLst>
                <a:path w="2926080" h="853440">
                  <a:moveTo>
                    <a:pt x="0" y="0"/>
                  </a:moveTo>
                  <a:lnTo>
                    <a:pt x="2926080" y="0"/>
                  </a:lnTo>
                  <a:lnTo>
                    <a:pt x="2926080" y="853440"/>
                  </a:lnTo>
                  <a:lnTo>
                    <a:pt x="0" y="85344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8" name="TextBox 19"/>
            <p:cNvSpPr/>
            <p:nvPr/>
          </p:nvSpPr>
          <p:spPr>
            <a:xfrm>
              <a:off x="365760" y="2728800"/>
              <a:ext cx="2194200" cy="654120"/>
            </a:xfrm>
            <a:prstGeom prst="rect">
              <a:avLst/>
            </a:prstGeom>
            <a:noFill/>
            <a:ln w="0">
              <a:noFill/>
            </a:ln>
          </p:spPr>
          <p:style>
            <a:lnRef idx="0"/>
            <a:fillRef idx="0"/>
            <a:effectRef idx="0"/>
            <a:fontRef idx="minor"/>
          </p:style>
          <p:txBody>
            <a:bodyPr lIns="0" rIns="0" tIns="0" bIns="0" anchor="ctr">
              <a:noAutofit/>
            </a:bodyPr>
            <a:p>
              <a:pPr algn="ctr" defTabSz="914400">
                <a:lnSpc>
                  <a:spcPts val="2160"/>
                </a:lnSpc>
              </a:pPr>
              <a:r>
                <a:rPr b="1" lang="en-US" sz="1800" spc="-1" strike="noStrike">
                  <a:solidFill>
                    <a:srgbClr val="4a7a9a"/>
                  </a:solidFill>
                  <a:latin typeface="Trebuchet MS Bold"/>
                  <a:ea typeface="Trebuchet MS Bold"/>
                </a:rPr>
                <a:t>1950s</a:t>
              </a:r>
              <a:endParaRPr b="0" lang="en-US" sz="1800" spc="-1" strike="noStrike">
                <a:solidFill>
                  <a:srgbClr val="ffffff"/>
                </a:solidFill>
                <a:latin typeface="Arial"/>
              </a:endParaRPr>
            </a:p>
          </p:txBody>
        </p:sp>
      </p:grpSp>
      <p:grpSp>
        <p:nvGrpSpPr>
          <p:cNvPr id="379" name="Group 20"/>
          <p:cNvGrpSpPr/>
          <p:nvPr/>
        </p:nvGrpSpPr>
        <p:grpSpPr>
          <a:xfrm>
            <a:off x="365760" y="3417480"/>
            <a:ext cx="2194200" cy="1337040"/>
            <a:chOff x="365760" y="3417480"/>
            <a:chExt cx="2194200" cy="1337040"/>
          </a:xfrm>
        </p:grpSpPr>
        <p:sp>
          <p:nvSpPr>
            <p:cNvPr id="380" name="Freeform 21"/>
            <p:cNvSpPr/>
            <p:nvPr/>
          </p:nvSpPr>
          <p:spPr>
            <a:xfrm>
              <a:off x="365760" y="3474720"/>
              <a:ext cx="2194200" cy="1279800"/>
            </a:xfrm>
            <a:custGeom>
              <a:avLst/>
              <a:gdLst>
                <a:gd name="textAreaLeft" fmla="*/ 0 w 2194200"/>
                <a:gd name="textAreaRight" fmla="*/ 2194560 w 2194200"/>
                <a:gd name="textAreaTop" fmla="*/ 0 h 1279800"/>
                <a:gd name="textAreaBottom" fmla="*/ 1280160 h 1279800"/>
              </a:gdLst>
              <a:ahLst/>
              <a:rect l="textAreaLeft" t="textAreaTop" r="textAreaRight" b="textAreaBottom"/>
              <a:pathLst>
                <a:path w="2926080" h="1706880">
                  <a:moveTo>
                    <a:pt x="0" y="0"/>
                  </a:moveTo>
                  <a:lnTo>
                    <a:pt x="2926080" y="0"/>
                  </a:lnTo>
                  <a:lnTo>
                    <a:pt x="2926080" y="1706880"/>
                  </a:lnTo>
                  <a:lnTo>
                    <a:pt x="0" y="170688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1" name="TextBox 22"/>
            <p:cNvSpPr/>
            <p:nvPr/>
          </p:nvSpPr>
          <p:spPr>
            <a:xfrm>
              <a:off x="365760" y="3417480"/>
              <a:ext cx="2194200" cy="133704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3a6a8a"/>
                  </a:solidFill>
                  <a:latin typeface="Calibri (MS)"/>
                  <a:ea typeface="Calibri (MS)"/>
                </a:rPr>
                <a:t>Early AI &amp;</a:t>
              </a:r>
              <a:endParaRPr b="0" lang="en-US" sz="1600" spc="-1" strike="noStrike">
                <a:solidFill>
                  <a:srgbClr val="ffffff"/>
                </a:solidFill>
                <a:latin typeface="Arial"/>
              </a:endParaRPr>
            </a:p>
            <a:p>
              <a:pPr algn="ctr" defTabSz="914400">
                <a:lnSpc>
                  <a:spcPts val="2497"/>
                </a:lnSpc>
              </a:pPr>
              <a:r>
                <a:rPr b="0" lang="en-US" sz="1600" spc="-1" strike="noStrike">
                  <a:solidFill>
                    <a:srgbClr val="3a6a8a"/>
                  </a:solidFill>
                  <a:latin typeface="Calibri (MS)"/>
                  <a:ea typeface="Calibri (MS)"/>
                </a:rPr>
                <a:t>Logic Systems</a:t>
              </a:r>
              <a:endParaRPr b="0" lang="en-US" sz="1600" spc="-1" strike="noStrike">
                <a:solidFill>
                  <a:srgbClr val="ffffff"/>
                </a:solidFill>
                <a:latin typeface="Arial"/>
              </a:endParaRPr>
            </a:p>
          </p:txBody>
        </p:sp>
      </p:grpSp>
      <p:grpSp>
        <p:nvGrpSpPr>
          <p:cNvPr id="382" name="Group 23"/>
          <p:cNvGrpSpPr/>
          <p:nvPr/>
        </p:nvGrpSpPr>
        <p:grpSpPr>
          <a:xfrm>
            <a:off x="1432080" y="4687200"/>
            <a:ext cx="61560" cy="720000"/>
            <a:chOff x="1432080" y="4687200"/>
            <a:chExt cx="61560" cy="720000"/>
          </a:xfrm>
        </p:grpSpPr>
        <p:sp>
          <p:nvSpPr>
            <p:cNvPr id="383" name="Freeform 24"/>
            <p:cNvSpPr/>
            <p:nvPr/>
          </p:nvSpPr>
          <p:spPr>
            <a:xfrm>
              <a:off x="1444680" y="4700160"/>
              <a:ext cx="36360" cy="694440"/>
            </a:xfrm>
            <a:custGeom>
              <a:avLst/>
              <a:gdLst>
                <a:gd name="textAreaLeft" fmla="*/ 0 w 36360"/>
                <a:gd name="textAreaRight" fmla="*/ 36720 w 36360"/>
                <a:gd name="textAreaTop" fmla="*/ 0 h 694440"/>
                <a:gd name="textAreaBottom" fmla="*/ 694800 h 694440"/>
              </a:gdLst>
              <a:ahLst/>
              <a:rect l="textAreaLeft" t="textAreaTop" r="textAreaRight" b="textAreaBottom"/>
              <a:pathLst>
                <a:path w="48768" h="926592">
                  <a:moveTo>
                    <a:pt x="0" y="0"/>
                  </a:moveTo>
                  <a:lnTo>
                    <a:pt x="48768" y="0"/>
                  </a:lnTo>
                  <a:lnTo>
                    <a:pt x="48768" y="926592"/>
                  </a:lnTo>
                  <a:lnTo>
                    <a:pt x="0" y="926592"/>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4" name="Freeform 25"/>
            <p:cNvSpPr/>
            <p:nvPr/>
          </p:nvSpPr>
          <p:spPr>
            <a:xfrm>
              <a:off x="1432080" y="4687200"/>
              <a:ext cx="61560" cy="720000"/>
            </a:xfrm>
            <a:custGeom>
              <a:avLst/>
              <a:gdLst>
                <a:gd name="textAreaLeft" fmla="*/ 0 w 61560"/>
                <a:gd name="textAreaRight" fmla="*/ 61920 w 61560"/>
                <a:gd name="textAreaTop" fmla="*/ 0 h 720000"/>
                <a:gd name="textAreaBottom" fmla="*/ 720360 h 720000"/>
              </a:gdLst>
              <a:ahLst/>
              <a:rect l="textAreaLeft" t="textAreaTop" r="textAreaRight" b="textAreaBottom"/>
              <a:pathLst>
                <a:path w="82550" h="960376">
                  <a:moveTo>
                    <a:pt x="16891" y="0"/>
                  </a:moveTo>
                  <a:lnTo>
                    <a:pt x="65659" y="0"/>
                  </a:lnTo>
                  <a:cubicBezTo>
                    <a:pt x="75057" y="0"/>
                    <a:pt x="82550" y="7620"/>
                    <a:pt x="82550" y="16891"/>
                  </a:cubicBezTo>
                  <a:lnTo>
                    <a:pt x="82550" y="943483"/>
                  </a:lnTo>
                  <a:cubicBezTo>
                    <a:pt x="82550" y="952881"/>
                    <a:pt x="74930" y="960374"/>
                    <a:pt x="65659"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65659" y="926592"/>
                  </a:lnTo>
                  <a:lnTo>
                    <a:pt x="65659" y="943483"/>
                  </a:lnTo>
                  <a:lnTo>
                    <a:pt x="48768" y="943483"/>
                  </a:lnTo>
                  <a:lnTo>
                    <a:pt x="48768" y="16891"/>
                  </a:lnTo>
                  <a:lnTo>
                    <a:pt x="65659" y="16891"/>
                  </a:lnTo>
                  <a:lnTo>
                    <a:pt x="65659" y="33909"/>
                  </a:lnTo>
                  <a:lnTo>
                    <a:pt x="16891" y="33909"/>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85" name="Group 26"/>
          <p:cNvGrpSpPr/>
          <p:nvPr/>
        </p:nvGrpSpPr>
        <p:grpSpPr>
          <a:xfrm>
            <a:off x="3919320" y="5336640"/>
            <a:ext cx="207720" cy="207720"/>
            <a:chOff x="3919320" y="5336640"/>
            <a:chExt cx="207720" cy="207720"/>
          </a:xfrm>
        </p:grpSpPr>
        <p:sp>
          <p:nvSpPr>
            <p:cNvPr id="386" name="Freeform 27"/>
            <p:cNvSpPr/>
            <p:nvPr/>
          </p:nvSpPr>
          <p:spPr>
            <a:xfrm>
              <a:off x="3931920" y="5349240"/>
              <a:ext cx="182520" cy="182520"/>
            </a:xfrm>
            <a:custGeom>
              <a:avLst/>
              <a:gdLst>
                <a:gd name="textAreaLeft" fmla="*/ 0 w 182520"/>
                <a:gd name="textAreaRight" fmla="*/ 182880 w 182520"/>
                <a:gd name="textAreaTop" fmla="*/ 0 h 182520"/>
                <a:gd name="textAreaBottom" fmla="*/ 182880 h 182520"/>
              </a:gdLst>
              <a:ahLst/>
              <a:rect l="textAreaLeft" t="textAreaTop" r="textAreaRight" b="textAreaBottom"/>
              <a:pathLst>
                <a:path w="243840" h="243840">
                  <a:moveTo>
                    <a:pt x="0" y="0"/>
                  </a:moveTo>
                  <a:lnTo>
                    <a:pt x="243840" y="0"/>
                  </a:lnTo>
                  <a:lnTo>
                    <a:pt x="243840" y="243840"/>
                  </a:lnTo>
                  <a:lnTo>
                    <a:pt x="0" y="243840"/>
                  </a:lnTo>
                  <a:close/>
                </a:path>
              </a:pathLst>
            </a:custGeom>
            <a:solidFill>
              <a:srgbClr val="3a6a8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7" name="Freeform 28"/>
            <p:cNvSpPr/>
            <p:nvPr/>
          </p:nvSpPr>
          <p:spPr>
            <a:xfrm>
              <a:off x="3919320" y="5336640"/>
              <a:ext cx="207720" cy="207720"/>
            </a:xfrm>
            <a:custGeom>
              <a:avLst/>
              <a:gdLst>
                <a:gd name="textAreaLeft" fmla="*/ 0 w 207720"/>
                <a:gd name="textAreaRight" fmla="*/ 208080 w 207720"/>
                <a:gd name="textAreaTop" fmla="*/ 0 h 207720"/>
                <a:gd name="textAreaBottom" fmla="*/ 208080 h 207720"/>
              </a:gdLst>
              <a:ahLst/>
              <a:rect l="textAreaLeft" t="textAreaTop" r="textAreaRight" b="textAreaBottom"/>
              <a:pathLst>
                <a:path w="277622" h="277624">
                  <a:moveTo>
                    <a:pt x="16891" y="0"/>
                  </a:moveTo>
                  <a:lnTo>
                    <a:pt x="260731" y="0"/>
                  </a:lnTo>
                  <a:cubicBezTo>
                    <a:pt x="270129" y="0"/>
                    <a:pt x="277622" y="7620"/>
                    <a:pt x="277622" y="16891"/>
                  </a:cubicBezTo>
                  <a:lnTo>
                    <a:pt x="277622" y="260731"/>
                  </a:lnTo>
                  <a:cubicBezTo>
                    <a:pt x="277622" y="270129"/>
                    <a:pt x="270002" y="277622"/>
                    <a:pt x="26073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60731" y="243840"/>
                  </a:lnTo>
                  <a:lnTo>
                    <a:pt x="260731" y="260731"/>
                  </a:lnTo>
                  <a:lnTo>
                    <a:pt x="243840" y="260731"/>
                  </a:lnTo>
                  <a:lnTo>
                    <a:pt x="243840" y="16891"/>
                  </a:lnTo>
                  <a:lnTo>
                    <a:pt x="260731" y="16891"/>
                  </a:lnTo>
                  <a:lnTo>
                    <a:pt x="260731" y="33909"/>
                  </a:lnTo>
                  <a:lnTo>
                    <a:pt x="16891" y="33909"/>
                  </a:lnTo>
                  <a:close/>
                </a:path>
              </a:pathLst>
            </a:custGeom>
            <a:solidFill>
              <a:srgbClr val="3a6a8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88" name="Group 29"/>
          <p:cNvGrpSpPr/>
          <p:nvPr/>
        </p:nvGrpSpPr>
        <p:grpSpPr>
          <a:xfrm>
            <a:off x="2926080" y="5746320"/>
            <a:ext cx="2194200" cy="654120"/>
            <a:chOff x="2926080" y="5746320"/>
            <a:chExt cx="2194200" cy="654120"/>
          </a:xfrm>
        </p:grpSpPr>
        <p:sp>
          <p:nvSpPr>
            <p:cNvPr id="389" name="Freeform 30"/>
            <p:cNvSpPr/>
            <p:nvPr/>
          </p:nvSpPr>
          <p:spPr>
            <a:xfrm>
              <a:off x="2926080" y="5760720"/>
              <a:ext cx="2194200" cy="639720"/>
            </a:xfrm>
            <a:custGeom>
              <a:avLst/>
              <a:gdLst>
                <a:gd name="textAreaLeft" fmla="*/ 0 w 2194200"/>
                <a:gd name="textAreaRight" fmla="*/ 2194560 w 2194200"/>
                <a:gd name="textAreaTop" fmla="*/ 0 h 639720"/>
                <a:gd name="textAreaBottom" fmla="*/ 640080 h 639720"/>
              </a:gdLst>
              <a:ahLst/>
              <a:rect l="textAreaLeft" t="textAreaTop" r="textAreaRight" b="textAreaBottom"/>
              <a:pathLst>
                <a:path w="2926080" h="853440">
                  <a:moveTo>
                    <a:pt x="0" y="0"/>
                  </a:moveTo>
                  <a:lnTo>
                    <a:pt x="2926080" y="0"/>
                  </a:lnTo>
                  <a:lnTo>
                    <a:pt x="2926080" y="853440"/>
                  </a:lnTo>
                  <a:lnTo>
                    <a:pt x="0" y="85344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0" name="TextBox 31"/>
            <p:cNvSpPr/>
            <p:nvPr/>
          </p:nvSpPr>
          <p:spPr>
            <a:xfrm>
              <a:off x="2926080" y="5746320"/>
              <a:ext cx="2194200" cy="654120"/>
            </a:xfrm>
            <a:prstGeom prst="rect">
              <a:avLst/>
            </a:prstGeom>
            <a:noFill/>
            <a:ln w="0">
              <a:noFill/>
            </a:ln>
          </p:spPr>
          <p:style>
            <a:lnRef idx="0"/>
            <a:fillRef idx="0"/>
            <a:effectRef idx="0"/>
            <a:fontRef idx="minor"/>
          </p:style>
          <p:txBody>
            <a:bodyPr lIns="0" rIns="0" tIns="0" bIns="0" anchor="ctr">
              <a:noAutofit/>
            </a:bodyPr>
            <a:p>
              <a:pPr algn="ctr" defTabSz="914400">
                <a:lnSpc>
                  <a:spcPts val="2160"/>
                </a:lnSpc>
              </a:pPr>
              <a:r>
                <a:rPr b="1" lang="en-US" sz="1800" spc="-1" strike="noStrike">
                  <a:solidFill>
                    <a:srgbClr val="4a7a9a"/>
                  </a:solidFill>
                  <a:latin typeface="Trebuchet MS Bold"/>
                  <a:ea typeface="Trebuchet MS Bold"/>
                </a:rPr>
                <a:t>1960s</a:t>
              </a:r>
              <a:endParaRPr b="0" lang="en-US" sz="1800" spc="-1" strike="noStrike">
                <a:solidFill>
                  <a:srgbClr val="ffffff"/>
                </a:solidFill>
                <a:latin typeface="Arial"/>
              </a:endParaRPr>
            </a:p>
          </p:txBody>
        </p:sp>
      </p:grpSp>
      <p:grpSp>
        <p:nvGrpSpPr>
          <p:cNvPr id="391" name="Group 32"/>
          <p:cNvGrpSpPr/>
          <p:nvPr/>
        </p:nvGrpSpPr>
        <p:grpSpPr>
          <a:xfrm>
            <a:off x="2926080" y="6343560"/>
            <a:ext cx="2194200" cy="1337040"/>
            <a:chOff x="2926080" y="6343560"/>
            <a:chExt cx="2194200" cy="1337040"/>
          </a:xfrm>
        </p:grpSpPr>
        <p:sp>
          <p:nvSpPr>
            <p:cNvPr id="392" name="Freeform 33"/>
            <p:cNvSpPr/>
            <p:nvPr/>
          </p:nvSpPr>
          <p:spPr>
            <a:xfrm>
              <a:off x="2926080" y="6400800"/>
              <a:ext cx="2194200" cy="1279800"/>
            </a:xfrm>
            <a:custGeom>
              <a:avLst/>
              <a:gdLst>
                <a:gd name="textAreaLeft" fmla="*/ 0 w 2194200"/>
                <a:gd name="textAreaRight" fmla="*/ 2194560 w 2194200"/>
                <a:gd name="textAreaTop" fmla="*/ 0 h 1279800"/>
                <a:gd name="textAreaBottom" fmla="*/ 1280160 h 1279800"/>
              </a:gdLst>
              <a:ahLst/>
              <a:rect l="textAreaLeft" t="textAreaTop" r="textAreaRight" b="textAreaBottom"/>
              <a:pathLst>
                <a:path w="2926080" h="1706880">
                  <a:moveTo>
                    <a:pt x="0" y="0"/>
                  </a:moveTo>
                  <a:lnTo>
                    <a:pt x="2926080" y="0"/>
                  </a:lnTo>
                  <a:lnTo>
                    <a:pt x="2926080" y="1706880"/>
                  </a:lnTo>
                  <a:lnTo>
                    <a:pt x="0" y="1706880"/>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3" name="TextBox 34"/>
            <p:cNvSpPr/>
            <p:nvPr/>
          </p:nvSpPr>
          <p:spPr>
            <a:xfrm>
              <a:off x="2926080" y="6343560"/>
              <a:ext cx="2194200" cy="133704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3a6a8a"/>
                  </a:solidFill>
                  <a:latin typeface="Calibri (MS)"/>
                  <a:ea typeface="Calibri (MS)"/>
                </a:rPr>
                <a:t>Computer Vision</a:t>
              </a:r>
              <a:endParaRPr b="0" lang="en-US" sz="1600" spc="-1" strike="noStrike">
                <a:solidFill>
                  <a:srgbClr val="ffffff"/>
                </a:solidFill>
                <a:latin typeface="Arial"/>
              </a:endParaRPr>
            </a:p>
            <a:p>
              <a:pPr algn="ctr" defTabSz="914400">
                <a:lnSpc>
                  <a:spcPts val="2497"/>
                </a:lnSpc>
              </a:pPr>
              <a:r>
                <a:rPr b="0" lang="en-US" sz="1600" spc="-1" strike="noStrike">
                  <a:solidFill>
                    <a:srgbClr val="3a6a8a"/>
                  </a:solidFill>
                  <a:latin typeface="Calibri (MS)"/>
                  <a:ea typeface="Calibri (MS)"/>
                </a:rPr>
                <a:t>begins</a:t>
              </a:r>
              <a:endParaRPr b="0" lang="en-US" sz="1600" spc="-1" strike="noStrike">
                <a:solidFill>
                  <a:srgbClr val="ffffff"/>
                </a:solidFill>
                <a:latin typeface="Arial"/>
              </a:endParaRPr>
            </a:p>
          </p:txBody>
        </p:sp>
      </p:grpSp>
      <p:grpSp>
        <p:nvGrpSpPr>
          <p:cNvPr id="394" name="Group 35"/>
          <p:cNvGrpSpPr/>
          <p:nvPr/>
        </p:nvGrpSpPr>
        <p:grpSpPr>
          <a:xfrm>
            <a:off x="3992400" y="5473800"/>
            <a:ext cx="61560" cy="299160"/>
            <a:chOff x="3992400" y="5473800"/>
            <a:chExt cx="61560" cy="299160"/>
          </a:xfrm>
        </p:grpSpPr>
        <p:sp>
          <p:nvSpPr>
            <p:cNvPr id="395" name="Freeform 36"/>
            <p:cNvSpPr/>
            <p:nvPr/>
          </p:nvSpPr>
          <p:spPr>
            <a:xfrm>
              <a:off x="4005000" y="5486400"/>
              <a:ext cx="36360" cy="273960"/>
            </a:xfrm>
            <a:custGeom>
              <a:avLst/>
              <a:gdLst>
                <a:gd name="textAreaLeft" fmla="*/ 0 w 36360"/>
                <a:gd name="textAreaRight" fmla="*/ 36720 w 36360"/>
                <a:gd name="textAreaTop" fmla="*/ 0 h 273960"/>
                <a:gd name="textAreaBottom" fmla="*/ 274320 h 273960"/>
              </a:gdLst>
              <a:ahLst/>
              <a:rect l="textAreaLeft" t="textAreaTop" r="textAreaRight" b="textAreaBottom"/>
              <a:pathLst>
                <a:path w="48768" h="365760">
                  <a:moveTo>
                    <a:pt x="0" y="0"/>
                  </a:moveTo>
                  <a:lnTo>
                    <a:pt x="48768" y="0"/>
                  </a:lnTo>
                  <a:lnTo>
                    <a:pt x="48768" y="365760"/>
                  </a:lnTo>
                  <a:lnTo>
                    <a:pt x="0" y="365760"/>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6" name="Freeform 37"/>
            <p:cNvSpPr/>
            <p:nvPr/>
          </p:nvSpPr>
          <p:spPr>
            <a:xfrm>
              <a:off x="3992400" y="5473800"/>
              <a:ext cx="61560" cy="299160"/>
            </a:xfrm>
            <a:custGeom>
              <a:avLst/>
              <a:gdLst>
                <a:gd name="textAreaLeft" fmla="*/ 0 w 61560"/>
                <a:gd name="textAreaRight" fmla="*/ 61920 w 61560"/>
                <a:gd name="textAreaTop" fmla="*/ 0 h 299160"/>
                <a:gd name="textAreaBottom" fmla="*/ 299520 h 299160"/>
              </a:gdLst>
              <a:ahLst/>
              <a:rect l="textAreaLeft" t="textAreaTop" r="textAreaRight" b="textAreaBottom"/>
              <a:pathLst>
                <a:path w="82550" h="399544">
                  <a:moveTo>
                    <a:pt x="16891" y="0"/>
                  </a:moveTo>
                  <a:lnTo>
                    <a:pt x="65659" y="0"/>
                  </a:lnTo>
                  <a:cubicBezTo>
                    <a:pt x="75057" y="0"/>
                    <a:pt x="82550" y="7620"/>
                    <a:pt x="82550" y="16891"/>
                  </a:cubicBezTo>
                  <a:lnTo>
                    <a:pt x="82550" y="382651"/>
                  </a:lnTo>
                  <a:cubicBezTo>
                    <a:pt x="82550" y="392049"/>
                    <a:pt x="74930" y="399542"/>
                    <a:pt x="65659"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65659" y="365760"/>
                  </a:lnTo>
                  <a:lnTo>
                    <a:pt x="65659" y="382651"/>
                  </a:lnTo>
                  <a:lnTo>
                    <a:pt x="48768" y="382651"/>
                  </a:lnTo>
                  <a:lnTo>
                    <a:pt x="48768" y="16891"/>
                  </a:lnTo>
                  <a:lnTo>
                    <a:pt x="65659" y="16891"/>
                  </a:lnTo>
                  <a:lnTo>
                    <a:pt x="65659" y="33909"/>
                  </a:lnTo>
                  <a:lnTo>
                    <a:pt x="16891" y="33909"/>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97" name="Group 38"/>
          <p:cNvGrpSpPr/>
          <p:nvPr/>
        </p:nvGrpSpPr>
        <p:grpSpPr>
          <a:xfrm>
            <a:off x="7211160" y="5336640"/>
            <a:ext cx="207720" cy="207720"/>
            <a:chOff x="7211160" y="5336640"/>
            <a:chExt cx="207720" cy="207720"/>
          </a:xfrm>
        </p:grpSpPr>
        <p:sp>
          <p:nvSpPr>
            <p:cNvPr id="398" name="Freeform 39"/>
            <p:cNvSpPr/>
            <p:nvPr/>
          </p:nvSpPr>
          <p:spPr>
            <a:xfrm>
              <a:off x="7223760" y="5349240"/>
              <a:ext cx="182520" cy="182520"/>
            </a:xfrm>
            <a:custGeom>
              <a:avLst/>
              <a:gdLst>
                <a:gd name="textAreaLeft" fmla="*/ 0 w 182520"/>
                <a:gd name="textAreaRight" fmla="*/ 182880 w 182520"/>
                <a:gd name="textAreaTop" fmla="*/ 0 h 182520"/>
                <a:gd name="textAreaBottom" fmla="*/ 182880 h 182520"/>
              </a:gdLst>
              <a:ahLst/>
              <a:rect l="textAreaLeft" t="textAreaTop" r="textAreaRight" b="textAreaBottom"/>
              <a:pathLst>
                <a:path w="243840" h="243840">
                  <a:moveTo>
                    <a:pt x="0" y="0"/>
                  </a:moveTo>
                  <a:lnTo>
                    <a:pt x="243840" y="0"/>
                  </a:lnTo>
                  <a:lnTo>
                    <a:pt x="243840" y="243840"/>
                  </a:lnTo>
                  <a:lnTo>
                    <a:pt x="0" y="243840"/>
                  </a:lnTo>
                  <a:close/>
                </a:path>
              </a:pathLst>
            </a:custGeom>
            <a:solidFill>
              <a:srgbClr val="3a6a8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9" name="Freeform 40"/>
            <p:cNvSpPr/>
            <p:nvPr/>
          </p:nvSpPr>
          <p:spPr>
            <a:xfrm>
              <a:off x="7211160" y="5336640"/>
              <a:ext cx="207720" cy="207720"/>
            </a:xfrm>
            <a:custGeom>
              <a:avLst/>
              <a:gdLst>
                <a:gd name="textAreaLeft" fmla="*/ 0 w 207720"/>
                <a:gd name="textAreaRight" fmla="*/ 208080 w 207720"/>
                <a:gd name="textAreaTop" fmla="*/ 0 h 207720"/>
                <a:gd name="textAreaBottom" fmla="*/ 208080 h 207720"/>
              </a:gdLst>
              <a:ahLst/>
              <a:rect l="textAreaLeft" t="textAreaTop" r="textAreaRight" b="textAreaBottom"/>
              <a:pathLst>
                <a:path w="277622" h="277624">
                  <a:moveTo>
                    <a:pt x="16891" y="0"/>
                  </a:moveTo>
                  <a:lnTo>
                    <a:pt x="260731" y="0"/>
                  </a:lnTo>
                  <a:cubicBezTo>
                    <a:pt x="270129" y="0"/>
                    <a:pt x="277622" y="7620"/>
                    <a:pt x="277622" y="16891"/>
                  </a:cubicBezTo>
                  <a:lnTo>
                    <a:pt x="277622" y="260731"/>
                  </a:lnTo>
                  <a:cubicBezTo>
                    <a:pt x="277622" y="270129"/>
                    <a:pt x="270002" y="277622"/>
                    <a:pt x="26073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60731" y="243840"/>
                  </a:lnTo>
                  <a:lnTo>
                    <a:pt x="260731" y="260731"/>
                  </a:lnTo>
                  <a:lnTo>
                    <a:pt x="243840" y="260731"/>
                  </a:lnTo>
                  <a:lnTo>
                    <a:pt x="243840" y="16891"/>
                  </a:lnTo>
                  <a:lnTo>
                    <a:pt x="260731" y="16891"/>
                  </a:lnTo>
                  <a:lnTo>
                    <a:pt x="260731" y="33909"/>
                  </a:lnTo>
                  <a:lnTo>
                    <a:pt x="16891" y="33909"/>
                  </a:lnTo>
                  <a:close/>
                </a:path>
              </a:pathLst>
            </a:custGeom>
            <a:solidFill>
              <a:srgbClr val="3a6a8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00" name="Group 41"/>
          <p:cNvGrpSpPr/>
          <p:nvPr/>
        </p:nvGrpSpPr>
        <p:grpSpPr>
          <a:xfrm>
            <a:off x="6217920" y="2728800"/>
            <a:ext cx="2194200" cy="654120"/>
            <a:chOff x="6217920" y="2728800"/>
            <a:chExt cx="2194200" cy="654120"/>
          </a:xfrm>
        </p:grpSpPr>
        <p:sp>
          <p:nvSpPr>
            <p:cNvPr id="401" name="Freeform 42"/>
            <p:cNvSpPr/>
            <p:nvPr/>
          </p:nvSpPr>
          <p:spPr>
            <a:xfrm>
              <a:off x="6217920" y="2743200"/>
              <a:ext cx="2194200" cy="639720"/>
            </a:xfrm>
            <a:custGeom>
              <a:avLst/>
              <a:gdLst>
                <a:gd name="textAreaLeft" fmla="*/ 0 w 2194200"/>
                <a:gd name="textAreaRight" fmla="*/ 2194560 w 2194200"/>
                <a:gd name="textAreaTop" fmla="*/ 0 h 639720"/>
                <a:gd name="textAreaBottom" fmla="*/ 640080 h 639720"/>
              </a:gdLst>
              <a:ahLst/>
              <a:rect l="textAreaLeft" t="textAreaTop" r="textAreaRight" b="textAreaBottom"/>
              <a:pathLst>
                <a:path w="2926080" h="853440">
                  <a:moveTo>
                    <a:pt x="0" y="0"/>
                  </a:moveTo>
                  <a:lnTo>
                    <a:pt x="2926080" y="0"/>
                  </a:lnTo>
                  <a:lnTo>
                    <a:pt x="2926080" y="853440"/>
                  </a:lnTo>
                  <a:lnTo>
                    <a:pt x="0" y="853440"/>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2" name="TextBox 43"/>
            <p:cNvSpPr/>
            <p:nvPr/>
          </p:nvSpPr>
          <p:spPr>
            <a:xfrm>
              <a:off x="6217920" y="2728800"/>
              <a:ext cx="2194200" cy="654120"/>
            </a:xfrm>
            <a:prstGeom prst="rect">
              <a:avLst/>
            </a:prstGeom>
            <a:noFill/>
            <a:ln w="0">
              <a:noFill/>
            </a:ln>
          </p:spPr>
          <p:style>
            <a:lnRef idx="0"/>
            <a:fillRef idx="0"/>
            <a:effectRef idx="0"/>
            <a:fontRef idx="minor"/>
          </p:style>
          <p:txBody>
            <a:bodyPr lIns="0" rIns="0" tIns="0" bIns="0" anchor="ctr">
              <a:noAutofit/>
            </a:bodyPr>
            <a:p>
              <a:pPr algn="ctr" defTabSz="914400">
                <a:lnSpc>
                  <a:spcPts val="2160"/>
                </a:lnSpc>
              </a:pPr>
              <a:r>
                <a:rPr b="1" lang="en-US" sz="1800" spc="-1" strike="noStrike">
                  <a:solidFill>
                    <a:srgbClr val="4a7a9a"/>
                  </a:solidFill>
                  <a:latin typeface="Trebuchet MS Bold"/>
                  <a:ea typeface="Trebuchet MS Bold"/>
                </a:rPr>
                <a:t>1980s</a:t>
              </a:r>
              <a:endParaRPr b="0" lang="en-US" sz="1800" spc="-1" strike="noStrike">
                <a:solidFill>
                  <a:srgbClr val="ffffff"/>
                </a:solidFill>
                <a:latin typeface="Arial"/>
              </a:endParaRPr>
            </a:p>
          </p:txBody>
        </p:sp>
      </p:grpSp>
      <p:grpSp>
        <p:nvGrpSpPr>
          <p:cNvPr id="403" name="Group 44"/>
          <p:cNvGrpSpPr/>
          <p:nvPr/>
        </p:nvGrpSpPr>
        <p:grpSpPr>
          <a:xfrm>
            <a:off x="6217920" y="3417480"/>
            <a:ext cx="2194200" cy="1337040"/>
            <a:chOff x="6217920" y="3417480"/>
            <a:chExt cx="2194200" cy="1337040"/>
          </a:xfrm>
        </p:grpSpPr>
        <p:sp>
          <p:nvSpPr>
            <p:cNvPr id="404" name="Freeform 45"/>
            <p:cNvSpPr/>
            <p:nvPr/>
          </p:nvSpPr>
          <p:spPr>
            <a:xfrm>
              <a:off x="6217920" y="3474720"/>
              <a:ext cx="2194200" cy="1279800"/>
            </a:xfrm>
            <a:custGeom>
              <a:avLst/>
              <a:gdLst>
                <a:gd name="textAreaLeft" fmla="*/ 0 w 2194200"/>
                <a:gd name="textAreaRight" fmla="*/ 2194560 w 2194200"/>
                <a:gd name="textAreaTop" fmla="*/ 0 h 1279800"/>
                <a:gd name="textAreaBottom" fmla="*/ 1280160 h 1279800"/>
              </a:gdLst>
              <a:ahLst/>
              <a:rect l="textAreaLeft" t="textAreaTop" r="textAreaRight" b="textAreaBottom"/>
              <a:pathLst>
                <a:path w="2926080" h="1706880">
                  <a:moveTo>
                    <a:pt x="0" y="0"/>
                  </a:moveTo>
                  <a:lnTo>
                    <a:pt x="2926080" y="0"/>
                  </a:lnTo>
                  <a:lnTo>
                    <a:pt x="2926080" y="1706880"/>
                  </a:lnTo>
                  <a:lnTo>
                    <a:pt x="0" y="1706880"/>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5" name="TextBox 46"/>
            <p:cNvSpPr/>
            <p:nvPr/>
          </p:nvSpPr>
          <p:spPr>
            <a:xfrm>
              <a:off x="6217920" y="3417480"/>
              <a:ext cx="2194200" cy="133704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3a6a8a"/>
                  </a:solidFill>
                  <a:latin typeface="Calibri (MS)"/>
                  <a:ea typeface="Calibri (MS)"/>
                </a:rPr>
                <a:t>NLP &amp; Speech</a:t>
              </a:r>
              <a:endParaRPr b="0" lang="en-US" sz="1600" spc="-1" strike="noStrike">
                <a:solidFill>
                  <a:srgbClr val="ffffff"/>
                </a:solidFill>
                <a:latin typeface="Arial"/>
              </a:endParaRPr>
            </a:p>
            <a:p>
              <a:pPr algn="ctr" defTabSz="914400">
                <a:lnSpc>
                  <a:spcPts val="2497"/>
                </a:lnSpc>
              </a:pPr>
              <a:r>
                <a:rPr b="0" lang="en-US" sz="1600" spc="-1" strike="noStrike">
                  <a:solidFill>
                    <a:srgbClr val="3a6a8a"/>
                  </a:solidFill>
                  <a:latin typeface="Calibri (MS)"/>
                  <a:ea typeface="Calibri (MS)"/>
                </a:rPr>
                <a:t>Recognition</a:t>
              </a:r>
              <a:endParaRPr b="0" lang="en-US" sz="1600" spc="-1" strike="noStrike">
                <a:solidFill>
                  <a:srgbClr val="ffffff"/>
                </a:solidFill>
                <a:latin typeface="Arial"/>
              </a:endParaRPr>
            </a:p>
          </p:txBody>
        </p:sp>
      </p:grpSp>
      <p:grpSp>
        <p:nvGrpSpPr>
          <p:cNvPr id="406" name="Group 47"/>
          <p:cNvGrpSpPr/>
          <p:nvPr/>
        </p:nvGrpSpPr>
        <p:grpSpPr>
          <a:xfrm>
            <a:off x="7284240" y="4687200"/>
            <a:ext cx="61560" cy="720000"/>
            <a:chOff x="7284240" y="4687200"/>
            <a:chExt cx="61560" cy="720000"/>
          </a:xfrm>
        </p:grpSpPr>
        <p:sp>
          <p:nvSpPr>
            <p:cNvPr id="407" name="Freeform 48"/>
            <p:cNvSpPr/>
            <p:nvPr/>
          </p:nvSpPr>
          <p:spPr>
            <a:xfrm>
              <a:off x="7296840" y="4700160"/>
              <a:ext cx="36360" cy="694440"/>
            </a:xfrm>
            <a:custGeom>
              <a:avLst/>
              <a:gdLst>
                <a:gd name="textAreaLeft" fmla="*/ 0 w 36360"/>
                <a:gd name="textAreaRight" fmla="*/ 36720 w 36360"/>
                <a:gd name="textAreaTop" fmla="*/ 0 h 694440"/>
                <a:gd name="textAreaBottom" fmla="*/ 694800 h 694440"/>
              </a:gdLst>
              <a:ahLst/>
              <a:rect l="textAreaLeft" t="textAreaTop" r="textAreaRight" b="textAreaBottom"/>
              <a:pathLst>
                <a:path w="48768" h="926592">
                  <a:moveTo>
                    <a:pt x="0" y="0"/>
                  </a:moveTo>
                  <a:lnTo>
                    <a:pt x="48768" y="0"/>
                  </a:lnTo>
                  <a:lnTo>
                    <a:pt x="48768" y="926592"/>
                  </a:lnTo>
                  <a:lnTo>
                    <a:pt x="0" y="926592"/>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8" name="Freeform 49"/>
            <p:cNvSpPr/>
            <p:nvPr/>
          </p:nvSpPr>
          <p:spPr>
            <a:xfrm>
              <a:off x="7284240" y="4687200"/>
              <a:ext cx="61560" cy="720000"/>
            </a:xfrm>
            <a:custGeom>
              <a:avLst/>
              <a:gdLst>
                <a:gd name="textAreaLeft" fmla="*/ 0 w 61560"/>
                <a:gd name="textAreaRight" fmla="*/ 61920 w 61560"/>
                <a:gd name="textAreaTop" fmla="*/ 0 h 720000"/>
                <a:gd name="textAreaBottom" fmla="*/ 720360 h 720000"/>
              </a:gdLst>
              <a:ahLst/>
              <a:rect l="textAreaLeft" t="textAreaTop" r="textAreaRight" b="textAreaBottom"/>
              <a:pathLst>
                <a:path w="82550" h="960376">
                  <a:moveTo>
                    <a:pt x="16891" y="0"/>
                  </a:moveTo>
                  <a:lnTo>
                    <a:pt x="65659" y="0"/>
                  </a:lnTo>
                  <a:cubicBezTo>
                    <a:pt x="75057" y="0"/>
                    <a:pt x="82550" y="7620"/>
                    <a:pt x="82550" y="16891"/>
                  </a:cubicBezTo>
                  <a:lnTo>
                    <a:pt x="82550" y="943483"/>
                  </a:lnTo>
                  <a:cubicBezTo>
                    <a:pt x="82550" y="952881"/>
                    <a:pt x="74930" y="960374"/>
                    <a:pt x="65659"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65659" y="926592"/>
                  </a:lnTo>
                  <a:lnTo>
                    <a:pt x="65659" y="943483"/>
                  </a:lnTo>
                  <a:lnTo>
                    <a:pt x="48768" y="943483"/>
                  </a:lnTo>
                  <a:lnTo>
                    <a:pt x="48768" y="16891"/>
                  </a:lnTo>
                  <a:lnTo>
                    <a:pt x="65659" y="16891"/>
                  </a:lnTo>
                  <a:lnTo>
                    <a:pt x="65659" y="33909"/>
                  </a:lnTo>
                  <a:lnTo>
                    <a:pt x="16891" y="33909"/>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09" name="Group 50"/>
          <p:cNvGrpSpPr/>
          <p:nvPr/>
        </p:nvGrpSpPr>
        <p:grpSpPr>
          <a:xfrm>
            <a:off x="11417400" y="5336640"/>
            <a:ext cx="207720" cy="207720"/>
            <a:chOff x="11417400" y="5336640"/>
            <a:chExt cx="207720" cy="207720"/>
          </a:xfrm>
        </p:grpSpPr>
        <p:sp>
          <p:nvSpPr>
            <p:cNvPr id="410" name="Freeform 51"/>
            <p:cNvSpPr/>
            <p:nvPr/>
          </p:nvSpPr>
          <p:spPr>
            <a:xfrm>
              <a:off x="11430000" y="5349240"/>
              <a:ext cx="182520" cy="182520"/>
            </a:xfrm>
            <a:custGeom>
              <a:avLst/>
              <a:gdLst>
                <a:gd name="textAreaLeft" fmla="*/ 0 w 182520"/>
                <a:gd name="textAreaRight" fmla="*/ 182880 w 182520"/>
                <a:gd name="textAreaTop" fmla="*/ 0 h 182520"/>
                <a:gd name="textAreaBottom" fmla="*/ 182880 h 182520"/>
              </a:gdLst>
              <a:ahLst/>
              <a:rect l="textAreaLeft" t="textAreaTop" r="textAreaRight" b="textAreaBottom"/>
              <a:pathLst>
                <a:path w="243840" h="243840">
                  <a:moveTo>
                    <a:pt x="0" y="0"/>
                  </a:moveTo>
                  <a:lnTo>
                    <a:pt x="243840" y="0"/>
                  </a:lnTo>
                  <a:lnTo>
                    <a:pt x="243840" y="243840"/>
                  </a:lnTo>
                  <a:lnTo>
                    <a:pt x="0" y="243840"/>
                  </a:lnTo>
                  <a:close/>
                </a:path>
              </a:pathLst>
            </a:custGeom>
            <a:solidFill>
              <a:srgbClr val="3a6a8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1" name="Freeform 52"/>
            <p:cNvSpPr/>
            <p:nvPr/>
          </p:nvSpPr>
          <p:spPr>
            <a:xfrm>
              <a:off x="11417400" y="5336640"/>
              <a:ext cx="207720" cy="207720"/>
            </a:xfrm>
            <a:custGeom>
              <a:avLst/>
              <a:gdLst>
                <a:gd name="textAreaLeft" fmla="*/ 0 w 207720"/>
                <a:gd name="textAreaRight" fmla="*/ 208080 w 207720"/>
                <a:gd name="textAreaTop" fmla="*/ 0 h 207720"/>
                <a:gd name="textAreaBottom" fmla="*/ 208080 h 207720"/>
              </a:gdLst>
              <a:ahLst/>
              <a:rect l="textAreaLeft" t="textAreaTop" r="textAreaRight" b="textAreaBottom"/>
              <a:pathLst>
                <a:path w="277622" h="277624">
                  <a:moveTo>
                    <a:pt x="16891" y="0"/>
                  </a:moveTo>
                  <a:lnTo>
                    <a:pt x="260731" y="0"/>
                  </a:lnTo>
                  <a:cubicBezTo>
                    <a:pt x="270129" y="0"/>
                    <a:pt x="277622" y="7620"/>
                    <a:pt x="277622" y="16891"/>
                  </a:cubicBezTo>
                  <a:lnTo>
                    <a:pt x="277622" y="260731"/>
                  </a:lnTo>
                  <a:cubicBezTo>
                    <a:pt x="277622" y="270129"/>
                    <a:pt x="270002" y="277622"/>
                    <a:pt x="26073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60731" y="243840"/>
                  </a:lnTo>
                  <a:lnTo>
                    <a:pt x="260731" y="260731"/>
                  </a:lnTo>
                  <a:lnTo>
                    <a:pt x="243840" y="260731"/>
                  </a:lnTo>
                  <a:lnTo>
                    <a:pt x="243840" y="16891"/>
                  </a:lnTo>
                  <a:lnTo>
                    <a:pt x="260731" y="16891"/>
                  </a:lnTo>
                  <a:lnTo>
                    <a:pt x="260731" y="33909"/>
                  </a:lnTo>
                  <a:lnTo>
                    <a:pt x="16891" y="33909"/>
                  </a:lnTo>
                  <a:close/>
                </a:path>
              </a:pathLst>
            </a:custGeom>
            <a:solidFill>
              <a:srgbClr val="3a6a8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12" name="Group 53"/>
          <p:cNvGrpSpPr/>
          <p:nvPr/>
        </p:nvGrpSpPr>
        <p:grpSpPr>
          <a:xfrm>
            <a:off x="10424160" y="5746320"/>
            <a:ext cx="2194200" cy="654120"/>
            <a:chOff x="10424160" y="5746320"/>
            <a:chExt cx="2194200" cy="654120"/>
          </a:xfrm>
        </p:grpSpPr>
        <p:sp>
          <p:nvSpPr>
            <p:cNvPr id="413" name="Freeform 54"/>
            <p:cNvSpPr/>
            <p:nvPr/>
          </p:nvSpPr>
          <p:spPr>
            <a:xfrm>
              <a:off x="10424160" y="5760720"/>
              <a:ext cx="2194200" cy="639720"/>
            </a:xfrm>
            <a:custGeom>
              <a:avLst/>
              <a:gdLst>
                <a:gd name="textAreaLeft" fmla="*/ 0 w 2194200"/>
                <a:gd name="textAreaRight" fmla="*/ 2194560 w 2194200"/>
                <a:gd name="textAreaTop" fmla="*/ 0 h 639720"/>
                <a:gd name="textAreaBottom" fmla="*/ 640080 h 639720"/>
              </a:gdLst>
              <a:ahLst/>
              <a:rect l="textAreaLeft" t="textAreaTop" r="textAreaRight" b="textAreaBottom"/>
              <a:pathLst>
                <a:path w="2926080" h="853440">
                  <a:moveTo>
                    <a:pt x="0" y="0"/>
                  </a:moveTo>
                  <a:lnTo>
                    <a:pt x="2926080" y="0"/>
                  </a:lnTo>
                  <a:lnTo>
                    <a:pt x="2926080" y="853440"/>
                  </a:lnTo>
                  <a:lnTo>
                    <a:pt x="0" y="853440"/>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4" name="TextBox 55"/>
            <p:cNvSpPr/>
            <p:nvPr/>
          </p:nvSpPr>
          <p:spPr>
            <a:xfrm>
              <a:off x="10424160" y="5746320"/>
              <a:ext cx="2194200" cy="654120"/>
            </a:xfrm>
            <a:prstGeom prst="rect">
              <a:avLst/>
            </a:prstGeom>
            <a:noFill/>
            <a:ln w="0">
              <a:noFill/>
            </a:ln>
          </p:spPr>
          <p:style>
            <a:lnRef idx="0"/>
            <a:fillRef idx="0"/>
            <a:effectRef idx="0"/>
            <a:fontRef idx="minor"/>
          </p:style>
          <p:txBody>
            <a:bodyPr lIns="0" rIns="0" tIns="0" bIns="0" anchor="ctr">
              <a:noAutofit/>
            </a:bodyPr>
            <a:p>
              <a:pPr algn="ctr" defTabSz="914400">
                <a:lnSpc>
                  <a:spcPts val="2160"/>
                </a:lnSpc>
              </a:pPr>
              <a:r>
                <a:rPr b="1" lang="en-US" sz="1800" spc="-1" strike="noStrike">
                  <a:solidFill>
                    <a:srgbClr val="4a7a9a"/>
                  </a:solidFill>
                  <a:latin typeface="Trebuchet MS Bold"/>
                  <a:ea typeface="Trebuchet MS Bold"/>
                </a:rPr>
                <a:t>2012</a:t>
              </a:r>
              <a:endParaRPr b="0" lang="en-US" sz="1800" spc="-1" strike="noStrike">
                <a:solidFill>
                  <a:srgbClr val="ffffff"/>
                </a:solidFill>
                <a:latin typeface="Arial"/>
              </a:endParaRPr>
            </a:p>
          </p:txBody>
        </p:sp>
      </p:grpSp>
      <p:grpSp>
        <p:nvGrpSpPr>
          <p:cNvPr id="415" name="Group 56"/>
          <p:cNvGrpSpPr/>
          <p:nvPr/>
        </p:nvGrpSpPr>
        <p:grpSpPr>
          <a:xfrm>
            <a:off x="10424160" y="6343560"/>
            <a:ext cx="2194200" cy="1337040"/>
            <a:chOff x="10424160" y="6343560"/>
            <a:chExt cx="2194200" cy="1337040"/>
          </a:xfrm>
        </p:grpSpPr>
        <p:sp>
          <p:nvSpPr>
            <p:cNvPr id="416" name="Freeform 57"/>
            <p:cNvSpPr/>
            <p:nvPr/>
          </p:nvSpPr>
          <p:spPr>
            <a:xfrm>
              <a:off x="10424160" y="6400800"/>
              <a:ext cx="2194200" cy="1279800"/>
            </a:xfrm>
            <a:custGeom>
              <a:avLst/>
              <a:gdLst>
                <a:gd name="textAreaLeft" fmla="*/ 0 w 2194200"/>
                <a:gd name="textAreaRight" fmla="*/ 2194560 w 2194200"/>
                <a:gd name="textAreaTop" fmla="*/ 0 h 1279800"/>
                <a:gd name="textAreaBottom" fmla="*/ 1280160 h 1279800"/>
              </a:gdLst>
              <a:ahLst/>
              <a:rect l="textAreaLeft" t="textAreaTop" r="textAreaRight" b="textAreaBottom"/>
              <a:pathLst>
                <a:path w="2926080" h="1706880">
                  <a:moveTo>
                    <a:pt x="0" y="0"/>
                  </a:moveTo>
                  <a:lnTo>
                    <a:pt x="2926080" y="0"/>
                  </a:lnTo>
                  <a:lnTo>
                    <a:pt x="2926080" y="1706880"/>
                  </a:lnTo>
                  <a:lnTo>
                    <a:pt x="0" y="1706880"/>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7" name="TextBox 58"/>
            <p:cNvSpPr/>
            <p:nvPr/>
          </p:nvSpPr>
          <p:spPr>
            <a:xfrm>
              <a:off x="10424160" y="6343560"/>
              <a:ext cx="2194200" cy="133704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3a6a8a"/>
                  </a:solidFill>
                  <a:latin typeface="Calibri (MS)"/>
                  <a:ea typeface="Calibri (MS)"/>
                </a:rPr>
                <a:t>Deep Learning</a:t>
              </a:r>
              <a:endParaRPr b="0" lang="en-US" sz="1600" spc="-1" strike="noStrike">
                <a:solidFill>
                  <a:srgbClr val="ffffff"/>
                </a:solidFill>
                <a:latin typeface="Arial"/>
              </a:endParaRPr>
            </a:p>
            <a:p>
              <a:pPr algn="ctr" defTabSz="914400">
                <a:lnSpc>
                  <a:spcPts val="2497"/>
                </a:lnSpc>
              </a:pPr>
              <a:r>
                <a:rPr b="0" lang="en-US" sz="1600" spc="-1" strike="noStrike">
                  <a:solidFill>
                    <a:srgbClr val="3a6a8a"/>
                  </a:solidFill>
                  <a:latin typeface="Calibri (MS)"/>
                  <a:ea typeface="Calibri (MS)"/>
                </a:rPr>
                <a:t>breakthrough</a:t>
              </a:r>
              <a:endParaRPr b="0" lang="en-US" sz="1600" spc="-1" strike="noStrike">
                <a:solidFill>
                  <a:srgbClr val="ffffff"/>
                </a:solidFill>
                <a:latin typeface="Arial"/>
              </a:endParaRPr>
            </a:p>
          </p:txBody>
        </p:sp>
      </p:grpSp>
      <p:grpSp>
        <p:nvGrpSpPr>
          <p:cNvPr id="418" name="Group 59"/>
          <p:cNvGrpSpPr/>
          <p:nvPr/>
        </p:nvGrpSpPr>
        <p:grpSpPr>
          <a:xfrm>
            <a:off x="11490480" y="5473800"/>
            <a:ext cx="61560" cy="299160"/>
            <a:chOff x="11490480" y="5473800"/>
            <a:chExt cx="61560" cy="299160"/>
          </a:xfrm>
        </p:grpSpPr>
        <p:sp>
          <p:nvSpPr>
            <p:cNvPr id="419" name="Freeform 60"/>
            <p:cNvSpPr/>
            <p:nvPr/>
          </p:nvSpPr>
          <p:spPr>
            <a:xfrm>
              <a:off x="11503080" y="5486400"/>
              <a:ext cx="36360" cy="273960"/>
            </a:xfrm>
            <a:custGeom>
              <a:avLst/>
              <a:gdLst>
                <a:gd name="textAreaLeft" fmla="*/ 0 w 36360"/>
                <a:gd name="textAreaRight" fmla="*/ 36720 w 36360"/>
                <a:gd name="textAreaTop" fmla="*/ 0 h 273960"/>
                <a:gd name="textAreaBottom" fmla="*/ 274320 h 273960"/>
              </a:gdLst>
              <a:ahLst/>
              <a:rect l="textAreaLeft" t="textAreaTop" r="textAreaRight" b="textAreaBottom"/>
              <a:pathLst>
                <a:path w="48768" h="365760">
                  <a:moveTo>
                    <a:pt x="0" y="0"/>
                  </a:moveTo>
                  <a:lnTo>
                    <a:pt x="48768" y="0"/>
                  </a:lnTo>
                  <a:lnTo>
                    <a:pt x="48768" y="365760"/>
                  </a:lnTo>
                  <a:lnTo>
                    <a:pt x="0" y="365760"/>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0" name="Freeform 61"/>
            <p:cNvSpPr/>
            <p:nvPr/>
          </p:nvSpPr>
          <p:spPr>
            <a:xfrm>
              <a:off x="11490480" y="5473800"/>
              <a:ext cx="61560" cy="299160"/>
            </a:xfrm>
            <a:custGeom>
              <a:avLst/>
              <a:gdLst>
                <a:gd name="textAreaLeft" fmla="*/ 0 w 61560"/>
                <a:gd name="textAreaRight" fmla="*/ 61920 w 61560"/>
                <a:gd name="textAreaTop" fmla="*/ 0 h 299160"/>
                <a:gd name="textAreaBottom" fmla="*/ 299520 h 299160"/>
              </a:gdLst>
              <a:ahLst/>
              <a:rect l="textAreaLeft" t="textAreaTop" r="textAreaRight" b="textAreaBottom"/>
              <a:pathLst>
                <a:path w="82550" h="399544">
                  <a:moveTo>
                    <a:pt x="16891" y="0"/>
                  </a:moveTo>
                  <a:lnTo>
                    <a:pt x="65659" y="0"/>
                  </a:lnTo>
                  <a:cubicBezTo>
                    <a:pt x="75057" y="0"/>
                    <a:pt x="82550" y="7620"/>
                    <a:pt x="82550" y="16891"/>
                  </a:cubicBezTo>
                  <a:lnTo>
                    <a:pt x="82550" y="382651"/>
                  </a:lnTo>
                  <a:cubicBezTo>
                    <a:pt x="82550" y="392049"/>
                    <a:pt x="74930" y="399542"/>
                    <a:pt x="65659"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65659" y="365760"/>
                  </a:lnTo>
                  <a:lnTo>
                    <a:pt x="65659" y="382651"/>
                  </a:lnTo>
                  <a:lnTo>
                    <a:pt x="48768" y="382651"/>
                  </a:lnTo>
                  <a:lnTo>
                    <a:pt x="48768" y="16891"/>
                  </a:lnTo>
                  <a:lnTo>
                    <a:pt x="65659" y="16891"/>
                  </a:lnTo>
                  <a:lnTo>
                    <a:pt x="65659" y="33909"/>
                  </a:lnTo>
                  <a:lnTo>
                    <a:pt x="16891" y="33909"/>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21" name="Group 62"/>
          <p:cNvGrpSpPr/>
          <p:nvPr/>
        </p:nvGrpSpPr>
        <p:grpSpPr>
          <a:xfrm>
            <a:off x="15385680" y="5281560"/>
            <a:ext cx="317520" cy="317520"/>
            <a:chOff x="15385680" y="5281560"/>
            <a:chExt cx="317520" cy="317520"/>
          </a:xfrm>
        </p:grpSpPr>
        <p:sp>
          <p:nvSpPr>
            <p:cNvPr id="422" name="Freeform 63"/>
            <p:cNvSpPr/>
            <p:nvPr/>
          </p:nvSpPr>
          <p:spPr>
            <a:xfrm>
              <a:off x="15398640" y="5294520"/>
              <a:ext cx="292320" cy="292320"/>
            </a:xfrm>
            <a:custGeom>
              <a:avLst/>
              <a:gdLst>
                <a:gd name="textAreaLeft" fmla="*/ 0 w 292320"/>
                <a:gd name="textAreaRight" fmla="*/ 292680 w 292320"/>
                <a:gd name="textAreaTop" fmla="*/ 0 h 292320"/>
                <a:gd name="textAreaBottom" fmla="*/ 292680 h 292320"/>
              </a:gdLst>
              <a:ahLst/>
              <a:rect l="textAreaLeft" t="textAreaTop" r="textAreaRight" b="textAreaBottom"/>
              <a:pathLst>
                <a:path w="390144" h="390144">
                  <a:moveTo>
                    <a:pt x="0" y="0"/>
                  </a:moveTo>
                  <a:lnTo>
                    <a:pt x="390144" y="0"/>
                  </a:lnTo>
                  <a:lnTo>
                    <a:pt x="390144" y="390144"/>
                  </a:lnTo>
                  <a:lnTo>
                    <a:pt x="0" y="390144"/>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3" name="Freeform 64"/>
            <p:cNvSpPr/>
            <p:nvPr/>
          </p:nvSpPr>
          <p:spPr>
            <a:xfrm>
              <a:off x="15385680" y="5281560"/>
              <a:ext cx="317520" cy="317520"/>
            </a:xfrm>
            <a:custGeom>
              <a:avLst/>
              <a:gdLst>
                <a:gd name="textAreaLeft" fmla="*/ 0 w 317520"/>
                <a:gd name="textAreaRight" fmla="*/ 317880 w 317520"/>
                <a:gd name="textAreaTop" fmla="*/ 0 h 317520"/>
                <a:gd name="textAreaBottom" fmla="*/ 317880 h 317520"/>
              </a:gdLst>
              <a:ahLst/>
              <a:rect l="textAreaLeft" t="textAreaTop" r="textAreaRight" b="textAreaBottom"/>
              <a:pathLst>
                <a:path w="423926" h="423928">
                  <a:moveTo>
                    <a:pt x="16891" y="0"/>
                  </a:moveTo>
                  <a:lnTo>
                    <a:pt x="407035" y="0"/>
                  </a:lnTo>
                  <a:cubicBezTo>
                    <a:pt x="416433" y="0"/>
                    <a:pt x="423926" y="7620"/>
                    <a:pt x="423926" y="16891"/>
                  </a:cubicBezTo>
                  <a:lnTo>
                    <a:pt x="423926" y="407035"/>
                  </a:lnTo>
                  <a:cubicBezTo>
                    <a:pt x="423926" y="416433"/>
                    <a:pt x="416306" y="423926"/>
                    <a:pt x="407035" y="423926"/>
                  </a:cubicBezTo>
                  <a:lnTo>
                    <a:pt x="16891" y="423926"/>
                  </a:lnTo>
                  <a:cubicBezTo>
                    <a:pt x="7620" y="424053"/>
                    <a:pt x="0" y="416433"/>
                    <a:pt x="0" y="407035"/>
                  </a:cubicBezTo>
                  <a:lnTo>
                    <a:pt x="0" y="16891"/>
                  </a:lnTo>
                  <a:cubicBezTo>
                    <a:pt x="0" y="7620"/>
                    <a:pt x="7620" y="0"/>
                    <a:pt x="16891" y="0"/>
                  </a:cubicBezTo>
                  <a:moveTo>
                    <a:pt x="16891" y="33909"/>
                  </a:moveTo>
                  <a:lnTo>
                    <a:pt x="16891" y="16891"/>
                  </a:lnTo>
                  <a:lnTo>
                    <a:pt x="33909" y="16891"/>
                  </a:lnTo>
                  <a:lnTo>
                    <a:pt x="33909" y="407035"/>
                  </a:lnTo>
                  <a:lnTo>
                    <a:pt x="16891" y="407035"/>
                  </a:lnTo>
                  <a:lnTo>
                    <a:pt x="16891" y="390144"/>
                  </a:lnTo>
                  <a:lnTo>
                    <a:pt x="407035" y="390144"/>
                  </a:lnTo>
                  <a:lnTo>
                    <a:pt x="407035" y="407035"/>
                  </a:lnTo>
                  <a:lnTo>
                    <a:pt x="390144" y="407035"/>
                  </a:lnTo>
                  <a:lnTo>
                    <a:pt x="390144" y="16891"/>
                  </a:lnTo>
                  <a:lnTo>
                    <a:pt x="407035" y="16891"/>
                  </a:lnTo>
                  <a:lnTo>
                    <a:pt x="407035"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424" name="Group 65"/>
          <p:cNvGrpSpPr/>
          <p:nvPr/>
        </p:nvGrpSpPr>
        <p:grpSpPr>
          <a:xfrm>
            <a:off x="14447520" y="2728800"/>
            <a:ext cx="2194200" cy="654120"/>
            <a:chOff x="14447520" y="2728800"/>
            <a:chExt cx="2194200" cy="654120"/>
          </a:xfrm>
        </p:grpSpPr>
        <p:sp>
          <p:nvSpPr>
            <p:cNvPr id="425" name="Freeform 66"/>
            <p:cNvSpPr/>
            <p:nvPr/>
          </p:nvSpPr>
          <p:spPr>
            <a:xfrm>
              <a:off x="14447520" y="2743200"/>
              <a:ext cx="2194200" cy="639720"/>
            </a:xfrm>
            <a:custGeom>
              <a:avLst/>
              <a:gdLst>
                <a:gd name="textAreaLeft" fmla="*/ 0 w 2194200"/>
                <a:gd name="textAreaRight" fmla="*/ 2194560 w 2194200"/>
                <a:gd name="textAreaTop" fmla="*/ 0 h 639720"/>
                <a:gd name="textAreaBottom" fmla="*/ 640080 h 639720"/>
              </a:gdLst>
              <a:ahLst/>
              <a:rect l="textAreaLeft" t="textAreaTop" r="textAreaRight" b="textAreaBottom"/>
              <a:pathLst>
                <a:path w="2926080" h="853440">
                  <a:moveTo>
                    <a:pt x="0" y="0"/>
                  </a:moveTo>
                  <a:lnTo>
                    <a:pt x="2926080" y="0"/>
                  </a:lnTo>
                  <a:lnTo>
                    <a:pt x="2926080" y="853440"/>
                  </a:lnTo>
                  <a:lnTo>
                    <a:pt x="0" y="853440"/>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6" name="TextBox 67"/>
            <p:cNvSpPr/>
            <p:nvPr/>
          </p:nvSpPr>
          <p:spPr>
            <a:xfrm>
              <a:off x="14447520" y="2728800"/>
              <a:ext cx="2194200" cy="654120"/>
            </a:xfrm>
            <a:prstGeom prst="rect">
              <a:avLst/>
            </a:prstGeom>
            <a:noFill/>
            <a:ln w="0">
              <a:noFill/>
            </a:ln>
          </p:spPr>
          <p:style>
            <a:lnRef idx="0"/>
            <a:fillRef idx="0"/>
            <a:effectRef idx="0"/>
            <a:fontRef idx="minor"/>
          </p:style>
          <p:txBody>
            <a:bodyPr lIns="0" rIns="0" tIns="0" bIns="0" anchor="ctr">
              <a:noAutofit/>
            </a:bodyPr>
            <a:p>
              <a:pPr algn="ctr" defTabSz="914400">
                <a:lnSpc>
                  <a:spcPts val="2639"/>
                </a:lnSpc>
              </a:pPr>
              <a:r>
                <a:rPr b="1" lang="en-US" sz="2200" spc="-1" strike="noStrike">
                  <a:solidFill>
                    <a:srgbClr val="f4a261"/>
                  </a:solidFill>
                  <a:latin typeface="Trebuchet MS Bold"/>
                  <a:ea typeface="Trebuchet MS Bold"/>
                </a:rPr>
                <a:t>2018+</a:t>
              </a:r>
              <a:endParaRPr b="0" lang="en-US" sz="2200" spc="-1" strike="noStrike">
                <a:solidFill>
                  <a:srgbClr val="ffffff"/>
                </a:solidFill>
                <a:latin typeface="Arial"/>
              </a:endParaRPr>
            </a:p>
          </p:txBody>
        </p:sp>
      </p:grpSp>
      <p:grpSp>
        <p:nvGrpSpPr>
          <p:cNvPr id="427" name="Group 68"/>
          <p:cNvGrpSpPr/>
          <p:nvPr/>
        </p:nvGrpSpPr>
        <p:grpSpPr>
          <a:xfrm>
            <a:off x="14447520" y="3396240"/>
            <a:ext cx="2194200" cy="1358280"/>
            <a:chOff x="14447520" y="3396240"/>
            <a:chExt cx="2194200" cy="1358280"/>
          </a:xfrm>
        </p:grpSpPr>
        <p:sp>
          <p:nvSpPr>
            <p:cNvPr id="428" name="Freeform 69"/>
            <p:cNvSpPr/>
            <p:nvPr/>
          </p:nvSpPr>
          <p:spPr>
            <a:xfrm>
              <a:off x="14447520" y="3474720"/>
              <a:ext cx="2194200" cy="1279800"/>
            </a:xfrm>
            <a:custGeom>
              <a:avLst/>
              <a:gdLst>
                <a:gd name="textAreaLeft" fmla="*/ 0 w 2194200"/>
                <a:gd name="textAreaRight" fmla="*/ 2194560 w 2194200"/>
                <a:gd name="textAreaTop" fmla="*/ 0 h 1279800"/>
                <a:gd name="textAreaBottom" fmla="*/ 1280160 h 1279800"/>
              </a:gdLst>
              <a:ahLst/>
              <a:rect l="textAreaLeft" t="textAreaTop" r="textAreaRight" b="textAreaBottom"/>
              <a:pathLst>
                <a:path w="2926080" h="1706880">
                  <a:moveTo>
                    <a:pt x="0" y="0"/>
                  </a:moveTo>
                  <a:lnTo>
                    <a:pt x="2926080" y="0"/>
                  </a:lnTo>
                  <a:lnTo>
                    <a:pt x="2926080" y="1706880"/>
                  </a:lnTo>
                  <a:lnTo>
                    <a:pt x="0" y="1706880"/>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9" name="TextBox 70"/>
            <p:cNvSpPr/>
            <p:nvPr/>
          </p:nvSpPr>
          <p:spPr>
            <a:xfrm>
              <a:off x="14447520" y="3396240"/>
              <a:ext cx="2194200" cy="1358280"/>
            </a:xfrm>
            <a:prstGeom prst="rect">
              <a:avLst/>
            </a:prstGeom>
            <a:noFill/>
            <a:ln w="0">
              <a:noFill/>
            </a:ln>
          </p:spPr>
          <p:style>
            <a:lnRef idx="0"/>
            <a:fillRef idx="0"/>
            <a:effectRef idx="0"/>
            <a:fontRef idx="minor"/>
          </p:style>
          <p:txBody>
            <a:bodyPr lIns="0" rIns="0" tIns="0" bIns="0" anchor="ctr">
              <a:noAutofit/>
            </a:bodyPr>
            <a:p>
              <a:pPr algn="ctr" defTabSz="914400">
                <a:lnSpc>
                  <a:spcPts val="3121"/>
                </a:lnSpc>
              </a:pPr>
              <a:r>
                <a:rPr b="0" lang="en-US" sz="2000" spc="-1" strike="noStrike">
                  <a:solidFill>
                    <a:srgbClr val="ddeeff"/>
                  </a:solidFill>
                  <a:latin typeface="Calibri (MS)"/>
                  <a:ea typeface="Calibri (MS)"/>
                </a:rPr>
                <a:t>GeoAI emerges</a:t>
              </a:r>
              <a:endParaRPr b="0" lang="en-US" sz="2000" spc="-1" strike="noStrike">
                <a:solidFill>
                  <a:srgbClr val="ffffff"/>
                </a:solidFill>
                <a:latin typeface="Arial"/>
              </a:endParaRPr>
            </a:p>
            <a:p>
              <a:pPr algn="ctr" defTabSz="914400">
                <a:lnSpc>
                  <a:spcPts val="3121"/>
                </a:lnSpc>
              </a:pPr>
              <a:r>
                <a:rPr b="0" lang="en-US" sz="2000" spc="-1" strike="noStrike">
                  <a:solidFill>
                    <a:srgbClr val="ddeeff"/>
                  </a:solidFill>
                  <a:latin typeface="Calibri (MS)"/>
                  <a:ea typeface="Calibri (MS)"/>
                </a:rPr>
                <a:t>as a named field</a:t>
              </a:r>
              <a:endParaRPr b="0" lang="en-US" sz="2000" spc="-1" strike="noStrike">
                <a:solidFill>
                  <a:srgbClr val="ffffff"/>
                </a:solidFill>
                <a:latin typeface="Arial"/>
              </a:endParaRPr>
            </a:p>
          </p:txBody>
        </p:sp>
      </p:grpSp>
      <p:grpSp>
        <p:nvGrpSpPr>
          <p:cNvPr id="430" name="Group 71"/>
          <p:cNvGrpSpPr/>
          <p:nvPr/>
        </p:nvGrpSpPr>
        <p:grpSpPr>
          <a:xfrm>
            <a:off x="15513840" y="4687200"/>
            <a:ext cx="61560" cy="720000"/>
            <a:chOff x="15513840" y="4687200"/>
            <a:chExt cx="61560" cy="720000"/>
          </a:xfrm>
        </p:grpSpPr>
        <p:sp>
          <p:nvSpPr>
            <p:cNvPr id="431" name="Freeform 72"/>
            <p:cNvSpPr/>
            <p:nvPr/>
          </p:nvSpPr>
          <p:spPr>
            <a:xfrm>
              <a:off x="15526440" y="4700160"/>
              <a:ext cx="36360" cy="694440"/>
            </a:xfrm>
            <a:custGeom>
              <a:avLst/>
              <a:gdLst>
                <a:gd name="textAreaLeft" fmla="*/ 0 w 36360"/>
                <a:gd name="textAreaRight" fmla="*/ 36720 w 36360"/>
                <a:gd name="textAreaTop" fmla="*/ 0 h 694440"/>
                <a:gd name="textAreaBottom" fmla="*/ 694800 h 694440"/>
              </a:gdLst>
              <a:ahLst/>
              <a:rect l="textAreaLeft" t="textAreaTop" r="textAreaRight" b="textAreaBottom"/>
              <a:pathLst>
                <a:path w="48768" h="926592">
                  <a:moveTo>
                    <a:pt x="0" y="0"/>
                  </a:moveTo>
                  <a:lnTo>
                    <a:pt x="48768" y="0"/>
                  </a:lnTo>
                  <a:lnTo>
                    <a:pt x="48768" y="926592"/>
                  </a:lnTo>
                  <a:lnTo>
                    <a:pt x="0" y="926592"/>
                  </a:lnTo>
                  <a:close/>
                </a:path>
              </a:pathLst>
            </a:custGeom>
            <a:solidFill>
              <a:srgbClr val="44668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2" name="Freeform 73"/>
            <p:cNvSpPr/>
            <p:nvPr/>
          </p:nvSpPr>
          <p:spPr>
            <a:xfrm>
              <a:off x="15513840" y="4687200"/>
              <a:ext cx="61560" cy="720000"/>
            </a:xfrm>
            <a:custGeom>
              <a:avLst/>
              <a:gdLst>
                <a:gd name="textAreaLeft" fmla="*/ 0 w 61560"/>
                <a:gd name="textAreaRight" fmla="*/ 61920 w 61560"/>
                <a:gd name="textAreaTop" fmla="*/ 0 h 720000"/>
                <a:gd name="textAreaBottom" fmla="*/ 720360 h 720000"/>
              </a:gdLst>
              <a:ahLst/>
              <a:rect l="textAreaLeft" t="textAreaTop" r="textAreaRight" b="textAreaBottom"/>
              <a:pathLst>
                <a:path w="82550" h="960376">
                  <a:moveTo>
                    <a:pt x="16891" y="0"/>
                  </a:moveTo>
                  <a:lnTo>
                    <a:pt x="65659" y="0"/>
                  </a:lnTo>
                  <a:cubicBezTo>
                    <a:pt x="75057" y="0"/>
                    <a:pt x="82550" y="7620"/>
                    <a:pt x="82550" y="16891"/>
                  </a:cubicBezTo>
                  <a:lnTo>
                    <a:pt x="82550" y="943483"/>
                  </a:lnTo>
                  <a:cubicBezTo>
                    <a:pt x="82550" y="952881"/>
                    <a:pt x="74930" y="960374"/>
                    <a:pt x="65659"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65659" y="926592"/>
                  </a:lnTo>
                  <a:lnTo>
                    <a:pt x="65659" y="943483"/>
                  </a:lnTo>
                  <a:lnTo>
                    <a:pt x="48768" y="943483"/>
                  </a:lnTo>
                  <a:lnTo>
                    <a:pt x="48768" y="16891"/>
                  </a:lnTo>
                  <a:lnTo>
                    <a:pt x="65659" y="16891"/>
                  </a:lnTo>
                  <a:lnTo>
                    <a:pt x="65659" y="33909"/>
                  </a:lnTo>
                  <a:lnTo>
                    <a:pt x="16891" y="33909"/>
                  </a:lnTo>
                  <a:close/>
                </a:path>
              </a:pathLst>
            </a:custGeom>
            <a:solidFill>
              <a:srgbClr val="44668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33" name="Group 74"/>
          <p:cNvGrpSpPr/>
          <p:nvPr/>
        </p:nvGrpSpPr>
        <p:grpSpPr>
          <a:xfrm>
            <a:off x="1633320" y="8125560"/>
            <a:ext cx="15021000" cy="1634400"/>
            <a:chOff x="1633320" y="8125560"/>
            <a:chExt cx="15021000" cy="1634400"/>
          </a:xfrm>
        </p:grpSpPr>
        <p:sp>
          <p:nvSpPr>
            <p:cNvPr id="434" name="Freeform 75"/>
            <p:cNvSpPr/>
            <p:nvPr/>
          </p:nvSpPr>
          <p:spPr>
            <a:xfrm>
              <a:off x="1645920" y="8138160"/>
              <a:ext cx="14995800" cy="1608840"/>
            </a:xfrm>
            <a:custGeom>
              <a:avLst/>
              <a:gdLst>
                <a:gd name="textAreaLeft" fmla="*/ 0 w 14995800"/>
                <a:gd name="textAreaRight" fmla="*/ 14996160 w 14995800"/>
                <a:gd name="textAreaTop" fmla="*/ 0 h 1608840"/>
                <a:gd name="textAreaBottom" fmla="*/ 1609200 h 1608840"/>
              </a:gdLst>
              <a:ahLst/>
              <a:rect l="textAreaLeft" t="textAreaTop" r="textAreaRight" b="textAreaBottom"/>
              <a:pathLst>
                <a:path w="19994880" h="2145792">
                  <a:moveTo>
                    <a:pt x="0" y="0"/>
                  </a:moveTo>
                  <a:lnTo>
                    <a:pt x="19994880" y="0"/>
                  </a:lnTo>
                  <a:lnTo>
                    <a:pt x="19994880" y="2145792"/>
                  </a:lnTo>
                  <a:lnTo>
                    <a:pt x="0" y="2145792"/>
                  </a:lnTo>
                  <a:close/>
                </a:path>
              </a:pathLst>
            </a:custGeom>
            <a:solidFill>
              <a:srgbClr val="1a3d5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5" name="Freeform 76"/>
            <p:cNvSpPr/>
            <p:nvPr/>
          </p:nvSpPr>
          <p:spPr>
            <a:xfrm>
              <a:off x="1633320" y="8125560"/>
              <a:ext cx="15021000" cy="1634400"/>
            </a:xfrm>
            <a:custGeom>
              <a:avLst/>
              <a:gdLst>
                <a:gd name="textAreaLeft" fmla="*/ 0 w 15021000"/>
                <a:gd name="textAreaRight" fmla="*/ 15021360 w 15021000"/>
                <a:gd name="textAreaTop" fmla="*/ 0 h 1634400"/>
                <a:gd name="textAreaBottom" fmla="*/ 1634760 h 1634400"/>
              </a:gdLst>
              <a:ahLst/>
              <a:rect l="textAreaLeft" t="textAreaTop" r="textAreaRight" b="textAreaBottom"/>
              <a:pathLst>
                <a:path w="20028663" h="2179574">
                  <a:moveTo>
                    <a:pt x="16891" y="0"/>
                  </a:moveTo>
                  <a:lnTo>
                    <a:pt x="20011771" y="0"/>
                  </a:lnTo>
                  <a:cubicBezTo>
                    <a:pt x="20021169" y="0"/>
                    <a:pt x="20028663" y="7620"/>
                    <a:pt x="20028663" y="16891"/>
                  </a:cubicBezTo>
                  <a:lnTo>
                    <a:pt x="20028663" y="2162683"/>
                  </a:lnTo>
                  <a:cubicBezTo>
                    <a:pt x="20028663" y="2172081"/>
                    <a:pt x="20021043" y="2179574"/>
                    <a:pt x="2001177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20011771" y="2145792"/>
                  </a:lnTo>
                  <a:lnTo>
                    <a:pt x="20011771" y="2162683"/>
                  </a:lnTo>
                  <a:lnTo>
                    <a:pt x="19994880" y="2162683"/>
                  </a:lnTo>
                  <a:lnTo>
                    <a:pt x="19994880" y="16891"/>
                  </a:lnTo>
                  <a:lnTo>
                    <a:pt x="20011771" y="16891"/>
                  </a:lnTo>
                  <a:lnTo>
                    <a:pt x="20011771" y="33909"/>
                  </a:lnTo>
                  <a:lnTo>
                    <a:pt x="16891" y="33909"/>
                  </a:lnTo>
                  <a:close/>
                </a:path>
              </a:pathLst>
            </a:custGeom>
            <a:solidFill>
              <a:srgbClr val="2a608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36" name="Group 77"/>
          <p:cNvGrpSpPr/>
          <p:nvPr/>
        </p:nvGrpSpPr>
        <p:grpSpPr>
          <a:xfrm>
            <a:off x="1633320" y="8125560"/>
            <a:ext cx="207720" cy="1634400"/>
            <a:chOff x="1633320" y="8125560"/>
            <a:chExt cx="207720" cy="1634400"/>
          </a:xfrm>
        </p:grpSpPr>
        <p:sp>
          <p:nvSpPr>
            <p:cNvPr id="437" name="Freeform 78"/>
            <p:cNvSpPr/>
            <p:nvPr/>
          </p:nvSpPr>
          <p:spPr>
            <a:xfrm>
              <a:off x="1645920" y="8138160"/>
              <a:ext cx="182520" cy="1608840"/>
            </a:xfrm>
            <a:custGeom>
              <a:avLst/>
              <a:gdLst>
                <a:gd name="textAreaLeft" fmla="*/ 0 w 182520"/>
                <a:gd name="textAreaRight" fmla="*/ 182880 w 182520"/>
                <a:gd name="textAreaTop" fmla="*/ 0 h 1608840"/>
                <a:gd name="textAreaBottom" fmla="*/ 1609200 h 1608840"/>
              </a:gdLst>
              <a:ahLst/>
              <a:rect l="textAreaLeft" t="textAreaTop" r="textAreaRight" b="textAreaBottom"/>
              <a:pathLst>
                <a:path w="243840" h="2145792">
                  <a:moveTo>
                    <a:pt x="0" y="0"/>
                  </a:moveTo>
                  <a:lnTo>
                    <a:pt x="243840" y="0"/>
                  </a:lnTo>
                  <a:lnTo>
                    <a:pt x="243840" y="2145792"/>
                  </a:lnTo>
                  <a:lnTo>
                    <a:pt x="0" y="2145792"/>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8" name="Freeform 79"/>
            <p:cNvSpPr/>
            <p:nvPr/>
          </p:nvSpPr>
          <p:spPr>
            <a:xfrm>
              <a:off x="1633320" y="8125560"/>
              <a:ext cx="207720" cy="1634400"/>
            </a:xfrm>
            <a:custGeom>
              <a:avLst/>
              <a:gdLst>
                <a:gd name="textAreaLeft" fmla="*/ 0 w 207720"/>
                <a:gd name="textAreaRight" fmla="*/ 208080 w 207720"/>
                <a:gd name="textAreaTop" fmla="*/ 0 h 1634400"/>
                <a:gd name="textAreaBottom" fmla="*/ 1634760 h 1634400"/>
              </a:gdLst>
              <a:ahLst/>
              <a:rect l="textAreaLeft" t="textAreaTop" r="textAreaRight" b="textAreaBottom"/>
              <a:pathLst>
                <a:path w="277622" h="2179574">
                  <a:moveTo>
                    <a:pt x="16891" y="0"/>
                  </a:moveTo>
                  <a:lnTo>
                    <a:pt x="260731" y="0"/>
                  </a:lnTo>
                  <a:cubicBezTo>
                    <a:pt x="270129" y="0"/>
                    <a:pt x="277622" y="7620"/>
                    <a:pt x="277622" y="16891"/>
                  </a:cubicBezTo>
                  <a:lnTo>
                    <a:pt x="277622" y="2162683"/>
                  </a:lnTo>
                  <a:cubicBezTo>
                    <a:pt x="277622" y="2172081"/>
                    <a:pt x="270002" y="2179574"/>
                    <a:pt x="26073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260731" y="2145792"/>
                  </a:lnTo>
                  <a:lnTo>
                    <a:pt x="260731" y="2162683"/>
                  </a:lnTo>
                  <a:lnTo>
                    <a:pt x="243840" y="2162683"/>
                  </a:lnTo>
                  <a:lnTo>
                    <a:pt x="243840" y="16891"/>
                  </a:lnTo>
                  <a:lnTo>
                    <a:pt x="260731" y="16891"/>
                  </a:lnTo>
                  <a:lnTo>
                    <a:pt x="2607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439" name="Group 80"/>
          <p:cNvGrpSpPr/>
          <p:nvPr/>
        </p:nvGrpSpPr>
        <p:grpSpPr>
          <a:xfrm>
            <a:off x="2011680" y="8222400"/>
            <a:ext cx="14630040" cy="701640"/>
            <a:chOff x="2011680" y="8222400"/>
            <a:chExt cx="14630040" cy="701640"/>
          </a:xfrm>
        </p:grpSpPr>
        <p:sp>
          <p:nvSpPr>
            <p:cNvPr id="440" name="Freeform 81"/>
            <p:cNvSpPr/>
            <p:nvPr/>
          </p:nvSpPr>
          <p:spPr>
            <a:xfrm>
              <a:off x="2011680" y="8229600"/>
              <a:ext cx="14630040" cy="694440"/>
            </a:xfrm>
            <a:custGeom>
              <a:avLst/>
              <a:gdLst>
                <a:gd name="textAreaLeft" fmla="*/ 0 w 14630040"/>
                <a:gd name="textAreaRight" fmla="*/ 14630400 w 14630040"/>
                <a:gd name="textAreaTop" fmla="*/ 0 h 694440"/>
                <a:gd name="textAreaBottom" fmla="*/ 694800 h 694440"/>
              </a:gdLst>
              <a:ahLst/>
              <a:rect l="textAreaLeft" t="textAreaTop" r="textAreaRight" b="textAreaBottom"/>
              <a:pathLst>
                <a:path w="19507200" h="926592">
                  <a:moveTo>
                    <a:pt x="0" y="0"/>
                  </a:moveTo>
                  <a:lnTo>
                    <a:pt x="19507200" y="0"/>
                  </a:lnTo>
                  <a:lnTo>
                    <a:pt x="19507200" y="926592"/>
                  </a:lnTo>
                  <a:lnTo>
                    <a:pt x="0" y="926592"/>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1" name="TextBox 82"/>
            <p:cNvSpPr/>
            <p:nvPr/>
          </p:nvSpPr>
          <p:spPr>
            <a:xfrm>
              <a:off x="2011680" y="8222400"/>
              <a:ext cx="14630040" cy="7016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f4a261"/>
                  </a:solidFill>
                  <a:latin typeface="Trebuchet MS Bold"/>
                  <a:ea typeface="Trebuchet MS Bold"/>
                </a:rPr>
                <a:t>You are entering this field at its beginning, not its end.</a:t>
              </a:r>
              <a:endParaRPr b="0" lang="en-US" sz="2600" spc="-1" strike="noStrike">
                <a:solidFill>
                  <a:srgbClr val="ffffff"/>
                </a:solidFill>
                <a:latin typeface="Arial"/>
              </a:endParaRPr>
            </a:p>
          </p:txBody>
        </p:sp>
      </p:grpSp>
      <p:grpSp>
        <p:nvGrpSpPr>
          <p:cNvPr id="442" name="Group 83"/>
          <p:cNvGrpSpPr/>
          <p:nvPr/>
        </p:nvGrpSpPr>
        <p:grpSpPr>
          <a:xfrm>
            <a:off x="2011680" y="8841240"/>
            <a:ext cx="14630040" cy="759600"/>
            <a:chOff x="2011680" y="8841240"/>
            <a:chExt cx="14630040" cy="759600"/>
          </a:xfrm>
        </p:grpSpPr>
        <p:sp>
          <p:nvSpPr>
            <p:cNvPr id="443" name="Freeform 84"/>
            <p:cNvSpPr/>
            <p:nvPr/>
          </p:nvSpPr>
          <p:spPr>
            <a:xfrm>
              <a:off x="2011680" y="8869680"/>
              <a:ext cx="14630040" cy="731160"/>
            </a:xfrm>
            <a:custGeom>
              <a:avLst/>
              <a:gdLst>
                <a:gd name="textAreaLeft" fmla="*/ 0 w 14630040"/>
                <a:gd name="textAreaRight" fmla="*/ 14630400 w 14630040"/>
                <a:gd name="textAreaTop" fmla="*/ 0 h 731160"/>
                <a:gd name="textAreaBottom" fmla="*/ 731520 h 731160"/>
              </a:gdLst>
              <a:ahLst/>
              <a:rect l="textAreaLeft" t="textAreaTop" r="textAreaRight" b="textAreaBottom"/>
              <a:pathLst>
                <a:path w="19507200" h="975360">
                  <a:moveTo>
                    <a:pt x="0" y="0"/>
                  </a:moveTo>
                  <a:lnTo>
                    <a:pt x="19507200" y="0"/>
                  </a:lnTo>
                  <a:lnTo>
                    <a:pt x="19507200" y="975360"/>
                  </a:lnTo>
                  <a:lnTo>
                    <a:pt x="0" y="975360"/>
                  </a:lnTo>
                  <a:close/>
                </a:path>
              </a:pathLst>
            </a:custGeom>
            <a:blipFill rotWithShape="0">
              <a:blip r:embed="rId1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4" name="TextBox 85"/>
            <p:cNvSpPr/>
            <p:nvPr/>
          </p:nvSpPr>
          <p:spPr>
            <a:xfrm>
              <a:off x="2011680" y="8841240"/>
              <a:ext cx="14630040" cy="75960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ffffff"/>
                  </a:solidFill>
                  <a:latin typeface="Calibri (MS)"/>
                  <a:ea typeface="Calibri (MS)"/>
                </a:rPr>
                <a:t>The term GeoAI itself only became widely used after 2018. The intersection of deep learning, satellite data availability, and open geospatial tools is genuinely new territory. The people in this room are among the early practitioners in Africa.</a:t>
              </a:r>
              <a:endParaRPr b="0" lang="en-US" sz="18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445" name="Group 2"/>
          <p:cNvGrpSpPr/>
          <p:nvPr/>
        </p:nvGrpSpPr>
        <p:grpSpPr>
          <a:xfrm>
            <a:off x="-12600" y="-12600"/>
            <a:ext cx="18312840" cy="1524600"/>
            <a:chOff x="-12600" y="-12600"/>
            <a:chExt cx="18312840" cy="1524600"/>
          </a:xfrm>
        </p:grpSpPr>
        <p:sp>
          <p:nvSpPr>
            <p:cNvPr id="446"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7"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48" name="Group 5"/>
          <p:cNvGrpSpPr/>
          <p:nvPr/>
        </p:nvGrpSpPr>
        <p:grpSpPr>
          <a:xfrm>
            <a:off x="-12600" y="-12600"/>
            <a:ext cx="281160" cy="1524600"/>
            <a:chOff x="-12600" y="-12600"/>
            <a:chExt cx="281160" cy="1524600"/>
          </a:xfrm>
        </p:grpSpPr>
        <p:sp>
          <p:nvSpPr>
            <p:cNvPr id="449"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0"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451" name="Group 8"/>
          <p:cNvGrpSpPr/>
          <p:nvPr/>
        </p:nvGrpSpPr>
        <p:grpSpPr>
          <a:xfrm>
            <a:off x="640080" y="-14400"/>
            <a:ext cx="17007480" cy="1513800"/>
            <a:chOff x="640080" y="-14400"/>
            <a:chExt cx="17007480" cy="1513800"/>
          </a:xfrm>
        </p:grpSpPr>
        <p:sp>
          <p:nvSpPr>
            <p:cNvPr id="452"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3"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GeoAI in Africa: Real Projects, Real Impact</a:t>
              </a:r>
              <a:endParaRPr b="0" lang="en-US" sz="4000" spc="-1" strike="noStrike">
                <a:solidFill>
                  <a:srgbClr val="000000"/>
                </a:solidFill>
                <a:latin typeface="Arial"/>
              </a:endParaRPr>
            </a:p>
          </p:txBody>
        </p:sp>
      </p:grpSp>
      <p:grpSp>
        <p:nvGrpSpPr>
          <p:cNvPr id="454" name="Group 11"/>
          <p:cNvGrpSpPr/>
          <p:nvPr/>
        </p:nvGrpSpPr>
        <p:grpSpPr>
          <a:xfrm>
            <a:off x="542160" y="1730880"/>
            <a:ext cx="9887760" cy="2426400"/>
            <a:chOff x="542160" y="1730880"/>
            <a:chExt cx="9887760" cy="2426400"/>
          </a:xfrm>
        </p:grpSpPr>
        <p:sp>
          <p:nvSpPr>
            <p:cNvPr id="455" name="Freeform 12"/>
            <p:cNvSpPr/>
            <p:nvPr/>
          </p:nvSpPr>
          <p:spPr>
            <a:xfrm>
              <a:off x="548640" y="1737360"/>
              <a:ext cx="9875160" cy="2413800"/>
            </a:xfrm>
            <a:custGeom>
              <a:avLst/>
              <a:gdLst>
                <a:gd name="textAreaLeft" fmla="*/ 0 w 9875160"/>
                <a:gd name="textAreaRight" fmla="*/ 9875520 w 9875160"/>
                <a:gd name="textAreaTop" fmla="*/ 0 h 2413800"/>
                <a:gd name="textAreaBottom" fmla="*/ 2414160 h 2413800"/>
              </a:gdLst>
              <a:ahLst/>
              <a:rect l="textAreaLeft" t="textAreaTop" r="textAreaRight" b="textAreaBottom"/>
              <a:pathLst>
                <a:path w="13167361" h="3218688">
                  <a:moveTo>
                    <a:pt x="0" y="0"/>
                  </a:moveTo>
                  <a:lnTo>
                    <a:pt x="13167361" y="0"/>
                  </a:lnTo>
                  <a:lnTo>
                    <a:pt x="13167361" y="3218688"/>
                  </a:lnTo>
                  <a:lnTo>
                    <a:pt x="0" y="3218688"/>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6" name="Freeform 13"/>
            <p:cNvSpPr/>
            <p:nvPr/>
          </p:nvSpPr>
          <p:spPr>
            <a:xfrm>
              <a:off x="542160" y="1730880"/>
              <a:ext cx="9887760" cy="2426400"/>
            </a:xfrm>
            <a:custGeom>
              <a:avLst/>
              <a:gdLst>
                <a:gd name="textAreaLeft" fmla="*/ 0 w 9887760"/>
                <a:gd name="textAreaRight" fmla="*/ 9888120 w 9887760"/>
                <a:gd name="textAreaTop" fmla="*/ 0 h 2426400"/>
                <a:gd name="textAreaBottom" fmla="*/ 2426760 h 2426400"/>
              </a:gdLst>
              <a:ahLst/>
              <a:rect l="textAreaLeft" t="textAreaTop" r="textAreaRight" b="textAreaBottom"/>
              <a:pathLst>
                <a:path w="13184378" h="3235706">
                  <a:moveTo>
                    <a:pt x="8509" y="0"/>
                  </a:moveTo>
                  <a:lnTo>
                    <a:pt x="13175870" y="0"/>
                  </a:lnTo>
                  <a:cubicBezTo>
                    <a:pt x="13180569" y="0"/>
                    <a:pt x="13184378" y="3810"/>
                    <a:pt x="13184378" y="8509"/>
                  </a:cubicBezTo>
                  <a:lnTo>
                    <a:pt x="13184378" y="3227197"/>
                  </a:lnTo>
                  <a:cubicBezTo>
                    <a:pt x="13184378" y="3231896"/>
                    <a:pt x="13180569" y="3235706"/>
                    <a:pt x="13175870"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13175870" y="3218688"/>
                  </a:lnTo>
                  <a:lnTo>
                    <a:pt x="13175870" y="3227197"/>
                  </a:lnTo>
                  <a:lnTo>
                    <a:pt x="13167361" y="3227197"/>
                  </a:lnTo>
                  <a:lnTo>
                    <a:pt x="13167361" y="8509"/>
                  </a:lnTo>
                  <a:lnTo>
                    <a:pt x="13175870" y="8509"/>
                  </a:lnTo>
                  <a:lnTo>
                    <a:pt x="13175870"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457" name="Group 14"/>
          <p:cNvGrpSpPr/>
          <p:nvPr/>
        </p:nvGrpSpPr>
        <p:grpSpPr>
          <a:xfrm>
            <a:off x="536040" y="1724760"/>
            <a:ext cx="9900360" cy="134640"/>
            <a:chOff x="536040" y="1724760"/>
            <a:chExt cx="9900360" cy="134640"/>
          </a:xfrm>
        </p:grpSpPr>
        <p:sp>
          <p:nvSpPr>
            <p:cNvPr id="458" name="Freeform 15"/>
            <p:cNvSpPr/>
            <p:nvPr/>
          </p:nvSpPr>
          <p:spPr>
            <a:xfrm>
              <a:off x="548640" y="1737360"/>
              <a:ext cx="9875160" cy="109440"/>
            </a:xfrm>
            <a:custGeom>
              <a:avLst/>
              <a:gdLst>
                <a:gd name="textAreaLeft" fmla="*/ 0 w 9875160"/>
                <a:gd name="textAreaRight" fmla="*/ 9875520 w 9875160"/>
                <a:gd name="textAreaTop" fmla="*/ 0 h 109440"/>
                <a:gd name="textAreaBottom" fmla="*/ 109800 h 109440"/>
              </a:gdLst>
              <a:ahLst/>
              <a:rect l="textAreaLeft" t="textAreaTop" r="textAreaRight" b="textAreaBottom"/>
              <a:pathLst>
                <a:path w="13167360" h="146304">
                  <a:moveTo>
                    <a:pt x="0" y="0"/>
                  </a:moveTo>
                  <a:lnTo>
                    <a:pt x="13167360" y="0"/>
                  </a:lnTo>
                  <a:lnTo>
                    <a:pt x="13167360" y="146304"/>
                  </a:lnTo>
                  <a:lnTo>
                    <a:pt x="0" y="146304"/>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9" name="Freeform 16"/>
            <p:cNvSpPr/>
            <p:nvPr/>
          </p:nvSpPr>
          <p:spPr>
            <a:xfrm>
              <a:off x="536040" y="1724760"/>
              <a:ext cx="9900360" cy="134640"/>
            </a:xfrm>
            <a:custGeom>
              <a:avLst/>
              <a:gdLst>
                <a:gd name="textAreaLeft" fmla="*/ 0 w 9900360"/>
                <a:gd name="textAreaRight" fmla="*/ 9900720 w 9900360"/>
                <a:gd name="textAreaTop" fmla="*/ 0 h 134640"/>
                <a:gd name="textAreaBottom" fmla="*/ 135000 h 134640"/>
              </a:gdLst>
              <a:ahLst/>
              <a:rect l="textAreaLeft" t="textAreaTop" r="textAreaRight" b="textAreaBottom"/>
              <a:pathLst>
                <a:path w="13201143" h="180088">
                  <a:moveTo>
                    <a:pt x="16891" y="0"/>
                  </a:moveTo>
                  <a:lnTo>
                    <a:pt x="13184251" y="0"/>
                  </a:lnTo>
                  <a:cubicBezTo>
                    <a:pt x="13193649" y="0"/>
                    <a:pt x="13201143" y="7620"/>
                    <a:pt x="13201143" y="16891"/>
                  </a:cubicBezTo>
                  <a:lnTo>
                    <a:pt x="13201143" y="163195"/>
                  </a:lnTo>
                  <a:cubicBezTo>
                    <a:pt x="13201143" y="172593"/>
                    <a:pt x="13193523" y="180086"/>
                    <a:pt x="1318425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3184251" y="146304"/>
                  </a:lnTo>
                  <a:lnTo>
                    <a:pt x="13184251" y="163195"/>
                  </a:lnTo>
                  <a:lnTo>
                    <a:pt x="13167361" y="163195"/>
                  </a:lnTo>
                  <a:lnTo>
                    <a:pt x="13167361" y="16891"/>
                  </a:lnTo>
                  <a:lnTo>
                    <a:pt x="13184251" y="16891"/>
                  </a:lnTo>
                  <a:lnTo>
                    <a:pt x="13184251"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60" name="Group 17"/>
          <p:cNvGrpSpPr/>
          <p:nvPr/>
        </p:nvGrpSpPr>
        <p:grpSpPr>
          <a:xfrm>
            <a:off x="822960" y="1913040"/>
            <a:ext cx="9326520" cy="738360"/>
            <a:chOff x="822960" y="1913040"/>
            <a:chExt cx="9326520" cy="738360"/>
          </a:xfrm>
        </p:grpSpPr>
        <p:sp>
          <p:nvSpPr>
            <p:cNvPr id="461" name="Freeform 18"/>
            <p:cNvSpPr/>
            <p:nvPr/>
          </p:nvSpPr>
          <p:spPr>
            <a:xfrm>
              <a:off x="822960" y="1920240"/>
              <a:ext cx="9326520" cy="731160"/>
            </a:xfrm>
            <a:custGeom>
              <a:avLst/>
              <a:gdLst>
                <a:gd name="textAreaLeft" fmla="*/ 0 w 9326520"/>
                <a:gd name="textAreaRight" fmla="*/ 9326880 w 9326520"/>
                <a:gd name="textAreaTop" fmla="*/ 0 h 731160"/>
                <a:gd name="textAreaBottom" fmla="*/ 731520 h 731160"/>
              </a:gdLst>
              <a:ahLst/>
              <a:rect l="textAreaLeft" t="textAreaTop" r="textAreaRight" b="textAreaBottom"/>
              <a:pathLst>
                <a:path w="12435840" h="975360">
                  <a:moveTo>
                    <a:pt x="0" y="0"/>
                  </a:moveTo>
                  <a:lnTo>
                    <a:pt x="12435840" y="0"/>
                  </a:lnTo>
                  <a:lnTo>
                    <a:pt x="12435840" y="975360"/>
                  </a:lnTo>
                  <a:lnTo>
                    <a:pt x="0" y="97536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2" name="TextBox 19"/>
            <p:cNvSpPr/>
            <p:nvPr/>
          </p:nvSpPr>
          <p:spPr>
            <a:xfrm>
              <a:off x="822960" y="1913040"/>
              <a:ext cx="9326520" cy="73836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1a2332"/>
                  </a:solidFill>
                  <a:latin typeface="Trebuchet MS Bold"/>
                  <a:ea typeface="Trebuchet MS Bold"/>
                </a:rPr>
                <a:t>Malaria Atlas Project</a:t>
              </a:r>
              <a:endParaRPr b="0" lang="en-US" sz="2600" spc="-1" strike="noStrike">
                <a:solidFill>
                  <a:srgbClr val="000000"/>
                </a:solidFill>
                <a:latin typeface="Arial"/>
              </a:endParaRPr>
            </a:p>
          </p:txBody>
        </p:sp>
      </p:grpSp>
      <p:grpSp>
        <p:nvGrpSpPr>
          <p:cNvPr id="463" name="Group 20"/>
          <p:cNvGrpSpPr/>
          <p:nvPr/>
        </p:nvGrpSpPr>
        <p:grpSpPr>
          <a:xfrm>
            <a:off x="810360" y="2693880"/>
            <a:ext cx="1305000" cy="116280"/>
            <a:chOff x="810360" y="2693880"/>
            <a:chExt cx="1305000" cy="116280"/>
          </a:xfrm>
        </p:grpSpPr>
        <p:sp>
          <p:nvSpPr>
            <p:cNvPr id="464" name="Freeform 21"/>
            <p:cNvSpPr/>
            <p:nvPr/>
          </p:nvSpPr>
          <p:spPr>
            <a:xfrm>
              <a:off x="822960" y="2706480"/>
              <a:ext cx="1279800" cy="91080"/>
            </a:xfrm>
            <a:custGeom>
              <a:avLst/>
              <a:gdLst>
                <a:gd name="textAreaLeft" fmla="*/ 0 w 1279800"/>
                <a:gd name="textAreaRight" fmla="*/ 1280160 w 1279800"/>
                <a:gd name="textAreaTop" fmla="*/ 0 h 91080"/>
                <a:gd name="textAreaBottom" fmla="*/ 91440 h 91080"/>
              </a:gdLst>
              <a:ahLst/>
              <a:rect l="textAreaLeft" t="textAreaTop" r="textAreaRight" b="textAreaBottom"/>
              <a:pathLst>
                <a:path w="1706880" h="121920">
                  <a:moveTo>
                    <a:pt x="0" y="0"/>
                  </a:moveTo>
                  <a:lnTo>
                    <a:pt x="1706880" y="0"/>
                  </a:lnTo>
                  <a:lnTo>
                    <a:pt x="1706880" y="121920"/>
                  </a:lnTo>
                  <a:lnTo>
                    <a:pt x="0" y="121920"/>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5" name="Freeform 22"/>
            <p:cNvSpPr/>
            <p:nvPr/>
          </p:nvSpPr>
          <p:spPr>
            <a:xfrm>
              <a:off x="810360" y="2693880"/>
              <a:ext cx="1305000" cy="116280"/>
            </a:xfrm>
            <a:custGeom>
              <a:avLst/>
              <a:gdLst>
                <a:gd name="textAreaLeft" fmla="*/ 0 w 1305000"/>
                <a:gd name="textAreaRight" fmla="*/ 1305360 w 1305000"/>
                <a:gd name="textAreaTop" fmla="*/ 0 h 116280"/>
                <a:gd name="textAreaBottom" fmla="*/ 116640 h 116280"/>
              </a:gdLst>
              <a:ahLst/>
              <a:rect l="textAreaLeft" t="textAreaTop" r="textAreaRight" b="textAreaBottom"/>
              <a:pathLst>
                <a:path w="1740662" h="155704">
                  <a:moveTo>
                    <a:pt x="16891" y="0"/>
                  </a:moveTo>
                  <a:lnTo>
                    <a:pt x="1723771" y="0"/>
                  </a:lnTo>
                  <a:cubicBezTo>
                    <a:pt x="1733169" y="0"/>
                    <a:pt x="1740662" y="7620"/>
                    <a:pt x="1740662" y="16891"/>
                  </a:cubicBezTo>
                  <a:lnTo>
                    <a:pt x="1740662" y="138811"/>
                  </a:lnTo>
                  <a:cubicBezTo>
                    <a:pt x="1740662" y="148209"/>
                    <a:pt x="1733042" y="155702"/>
                    <a:pt x="172377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723771" y="121920"/>
                  </a:lnTo>
                  <a:lnTo>
                    <a:pt x="1723771" y="138811"/>
                  </a:lnTo>
                  <a:lnTo>
                    <a:pt x="1706880" y="138811"/>
                  </a:lnTo>
                  <a:lnTo>
                    <a:pt x="1706880" y="16891"/>
                  </a:lnTo>
                  <a:lnTo>
                    <a:pt x="1723771" y="16891"/>
                  </a:lnTo>
                  <a:lnTo>
                    <a:pt x="1723771"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66" name="Group 23"/>
          <p:cNvGrpSpPr/>
          <p:nvPr/>
        </p:nvGrpSpPr>
        <p:grpSpPr>
          <a:xfrm>
            <a:off x="822960" y="2799720"/>
            <a:ext cx="9326520" cy="1205280"/>
            <a:chOff x="822960" y="2799720"/>
            <a:chExt cx="9326520" cy="1205280"/>
          </a:xfrm>
        </p:grpSpPr>
        <p:sp>
          <p:nvSpPr>
            <p:cNvPr id="467" name="Freeform 24"/>
            <p:cNvSpPr/>
            <p:nvPr/>
          </p:nvSpPr>
          <p:spPr>
            <a:xfrm>
              <a:off x="822960" y="2871360"/>
              <a:ext cx="9326520" cy="1133640"/>
            </a:xfrm>
            <a:custGeom>
              <a:avLst/>
              <a:gdLst>
                <a:gd name="textAreaLeft" fmla="*/ 0 w 9326520"/>
                <a:gd name="textAreaRight" fmla="*/ 9326880 w 9326520"/>
                <a:gd name="textAreaTop" fmla="*/ 0 h 1133640"/>
                <a:gd name="textAreaBottom" fmla="*/ 1134000 h 1133640"/>
              </a:gdLst>
              <a:ahLst/>
              <a:rect l="textAreaLeft" t="textAreaTop" r="textAreaRight" b="textAreaBottom"/>
              <a:pathLst>
                <a:path w="12435840" h="1511808">
                  <a:moveTo>
                    <a:pt x="0" y="0"/>
                  </a:moveTo>
                  <a:lnTo>
                    <a:pt x="12435840" y="0"/>
                  </a:lnTo>
                  <a:lnTo>
                    <a:pt x="12435840" y="1511808"/>
                  </a:lnTo>
                  <a:lnTo>
                    <a:pt x="0" y="1511808"/>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8" name="TextBox 25"/>
            <p:cNvSpPr/>
            <p:nvPr/>
          </p:nvSpPr>
          <p:spPr>
            <a:xfrm>
              <a:off x="822960" y="2799720"/>
              <a:ext cx="9326520" cy="1204920"/>
            </a:xfrm>
            <a:prstGeom prst="rect">
              <a:avLst/>
            </a:prstGeom>
            <a:noFill/>
            <a:ln w="0">
              <a:noFill/>
            </a:ln>
          </p:spPr>
          <p:style>
            <a:lnRef idx="0"/>
            <a:fillRef idx="0"/>
            <a:effectRef idx="0"/>
            <a:fontRef idx="minor"/>
          </p:style>
          <p:txBody>
            <a:bodyPr lIns="0" rIns="0" tIns="0" bIns="0" anchor="ctr">
              <a:noAutofit/>
            </a:bodyPr>
            <a:p>
              <a:pPr defTabSz="914400">
                <a:lnSpc>
                  <a:spcPts val="2999"/>
                </a:lnSpc>
              </a:pPr>
              <a:r>
                <a:rPr b="0" lang="en-US" sz="2000" spc="-1" strike="noStrike">
                  <a:solidFill>
                    <a:srgbClr val="64748b"/>
                  </a:solidFill>
                  <a:latin typeface="Calibri (MS)"/>
                  <a:ea typeface="Calibri (MS)"/>
                </a:rPr>
                <a:t>Spatial AI models combine satellite imagery, temperature data, and case reports to predict malaria risk at district level across the continent. Used by WHO and national health ministries to distribute resources where they matter most.</a:t>
              </a:r>
              <a:endParaRPr b="0" lang="en-US" sz="2000" spc="-1" strike="noStrike">
                <a:solidFill>
                  <a:srgbClr val="000000"/>
                </a:solidFill>
                <a:latin typeface="Arial"/>
              </a:endParaRPr>
            </a:p>
          </p:txBody>
        </p:sp>
      </p:grpSp>
      <p:grpSp>
        <p:nvGrpSpPr>
          <p:cNvPr id="469" name="Group 26"/>
          <p:cNvGrpSpPr/>
          <p:nvPr/>
        </p:nvGrpSpPr>
        <p:grpSpPr>
          <a:xfrm>
            <a:off x="542160" y="4382640"/>
            <a:ext cx="9887760" cy="2426400"/>
            <a:chOff x="542160" y="4382640"/>
            <a:chExt cx="9887760" cy="2426400"/>
          </a:xfrm>
        </p:grpSpPr>
        <p:sp>
          <p:nvSpPr>
            <p:cNvPr id="470" name="Freeform 27"/>
            <p:cNvSpPr/>
            <p:nvPr/>
          </p:nvSpPr>
          <p:spPr>
            <a:xfrm>
              <a:off x="548640" y="4389120"/>
              <a:ext cx="9875160" cy="2413800"/>
            </a:xfrm>
            <a:custGeom>
              <a:avLst/>
              <a:gdLst>
                <a:gd name="textAreaLeft" fmla="*/ 0 w 9875160"/>
                <a:gd name="textAreaRight" fmla="*/ 9875520 w 9875160"/>
                <a:gd name="textAreaTop" fmla="*/ 0 h 2413800"/>
                <a:gd name="textAreaBottom" fmla="*/ 2414160 h 2413800"/>
              </a:gdLst>
              <a:ahLst/>
              <a:rect l="textAreaLeft" t="textAreaTop" r="textAreaRight" b="textAreaBottom"/>
              <a:pathLst>
                <a:path w="13167361" h="3218688">
                  <a:moveTo>
                    <a:pt x="0" y="0"/>
                  </a:moveTo>
                  <a:lnTo>
                    <a:pt x="13167361" y="0"/>
                  </a:lnTo>
                  <a:lnTo>
                    <a:pt x="13167361" y="3218688"/>
                  </a:lnTo>
                  <a:lnTo>
                    <a:pt x="0" y="3218688"/>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1" name="Freeform 28"/>
            <p:cNvSpPr/>
            <p:nvPr/>
          </p:nvSpPr>
          <p:spPr>
            <a:xfrm>
              <a:off x="542160" y="4382640"/>
              <a:ext cx="9887760" cy="2426400"/>
            </a:xfrm>
            <a:custGeom>
              <a:avLst/>
              <a:gdLst>
                <a:gd name="textAreaLeft" fmla="*/ 0 w 9887760"/>
                <a:gd name="textAreaRight" fmla="*/ 9888120 w 9887760"/>
                <a:gd name="textAreaTop" fmla="*/ 0 h 2426400"/>
                <a:gd name="textAreaBottom" fmla="*/ 2426760 h 2426400"/>
              </a:gdLst>
              <a:ahLst/>
              <a:rect l="textAreaLeft" t="textAreaTop" r="textAreaRight" b="textAreaBottom"/>
              <a:pathLst>
                <a:path w="13184378" h="3235706">
                  <a:moveTo>
                    <a:pt x="8509" y="0"/>
                  </a:moveTo>
                  <a:lnTo>
                    <a:pt x="13175870" y="0"/>
                  </a:lnTo>
                  <a:cubicBezTo>
                    <a:pt x="13180569" y="0"/>
                    <a:pt x="13184378" y="3810"/>
                    <a:pt x="13184378" y="8509"/>
                  </a:cubicBezTo>
                  <a:lnTo>
                    <a:pt x="13184378" y="3227197"/>
                  </a:lnTo>
                  <a:cubicBezTo>
                    <a:pt x="13184378" y="3231896"/>
                    <a:pt x="13180569" y="3235706"/>
                    <a:pt x="13175870"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13175870" y="3218688"/>
                  </a:lnTo>
                  <a:lnTo>
                    <a:pt x="13175870" y="3227197"/>
                  </a:lnTo>
                  <a:lnTo>
                    <a:pt x="13167361" y="3227197"/>
                  </a:lnTo>
                  <a:lnTo>
                    <a:pt x="13167361" y="8509"/>
                  </a:lnTo>
                  <a:lnTo>
                    <a:pt x="13175870" y="8509"/>
                  </a:lnTo>
                  <a:lnTo>
                    <a:pt x="13175870"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472" name="Group 29"/>
          <p:cNvGrpSpPr/>
          <p:nvPr/>
        </p:nvGrpSpPr>
        <p:grpSpPr>
          <a:xfrm>
            <a:off x="536040" y="4376520"/>
            <a:ext cx="9900360" cy="134640"/>
            <a:chOff x="536040" y="4376520"/>
            <a:chExt cx="9900360" cy="134640"/>
          </a:xfrm>
        </p:grpSpPr>
        <p:sp>
          <p:nvSpPr>
            <p:cNvPr id="473" name="Freeform 30"/>
            <p:cNvSpPr/>
            <p:nvPr/>
          </p:nvSpPr>
          <p:spPr>
            <a:xfrm>
              <a:off x="548640" y="4389120"/>
              <a:ext cx="9875160" cy="109440"/>
            </a:xfrm>
            <a:custGeom>
              <a:avLst/>
              <a:gdLst>
                <a:gd name="textAreaLeft" fmla="*/ 0 w 9875160"/>
                <a:gd name="textAreaRight" fmla="*/ 9875520 w 9875160"/>
                <a:gd name="textAreaTop" fmla="*/ 0 h 109440"/>
                <a:gd name="textAreaBottom" fmla="*/ 109800 h 109440"/>
              </a:gdLst>
              <a:ahLst/>
              <a:rect l="textAreaLeft" t="textAreaTop" r="textAreaRight" b="textAreaBottom"/>
              <a:pathLst>
                <a:path w="13167360" h="146304">
                  <a:moveTo>
                    <a:pt x="0" y="0"/>
                  </a:moveTo>
                  <a:lnTo>
                    <a:pt x="13167360" y="0"/>
                  </a:lnTo>
                  <a:lnTo>
                    <a:pt x="13167360" y="146304"/>
                  </a:lnTo>
                  <a:lnTo>
                    <a:pt x="0" y="146304"/>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4" name="Freeform 31"/>
            <p:cNvSpPr/>
            <p:nvPr/>
          </p:nvSpPr>
          <p:spPr>
            <a:xfrm>
              <a:off x="536040" y="4376520"/>
              <a:ext cx="9900360" cy="134640"/>
            </a:xfrm>
            <a:custGeom>
              <a:avLst/>
              <a:gdLst>
                <a:gd name="textAreaLeft" fmla="*/ 0 w 9900360"/>
                <a:gd name="textAreaRight" fmla="*/ 9900720 w 9900360"/>
                <a:gd name="textAreaTop" fmla="*/ 0 h 134640"/>
                <a:gd name="textAreaBottom" fmla="*/ 135000 h 134640"/>
              </a:gdLst>
              <a:ahLst/>
              <a:rect l="textAreaLeft" t="textAreaTop" r="textAreaRight" b="textAreaBottom"/>
              <a:pathLst>
                <a:path w="13201143" h="180088">
                  <a:moveTo>
                    <a:pt x="16891" y="0"/>
                  </a:moveTo>
                  <a:lnTo>
                    <a:pt x="13184251" y="0"/>
                  </a:lnTo>
                  <a:cubicBezTo>
                    <a:pt x="13193649" y="0"/>
                    <a:pt x="13201143" y="7620"/>
                    <a:pt x="13201143" y="16891"/>
                  </a:cubicBezTo>
                  <a:lnTo>
                    <a:pt x="13201143" y="163195"/>
                  </a:lnTo>
                  <a:cubicBezTo>
                    <a:pt x="13201143" y="172593"/>
                    <a:pt x="13193523" y="180086"/>
                    <a:pt x="1318425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3184251" y="146304"/>
                  </a:lnTo>
                  <a:lnTo>
                    <a:pt x="13184251" y="163195"/>
                  </a:lnTo>
                  <a:lnTo>
                    <a:pt x="13167361" y="163195"/>
                  </a:lnTo>
                  <a:lnTo>
                    <a:pt x="13167361" y="16891"/>
                  </a:lnTo>
                  <a:lnTo>
                    <a:pt x="13184251" y="16891"/>
                  </a:lnTo>
                  <a:lnTo>
                    <a:pt x="1318425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475" name="Group 32"/>
          <p:cNvGrpSpPr/>
          <p:nvPr/>
        </p:nvGrpSpPr>
        <p:grpSpPr>
          <a:xfrm>
            <a:off x="822960" y="4564800"/>
            <a:ext cx="9326520" cy="738360"/>
            <a:chOff x="822960" y="4564800"/>
            <a:chExt cx="9326520" cy="738360"/>
          </a:xfrm>
        </p:grpSpPr>
        <p:sp>
          <p:nvSpPr>
            <p:cNvPr id="476" name="Freeform 33"/>
            <p:cNvSpPr/>
            <p:nvPr/>
          </p:nvSpPr>
          <p:spPr>
            <a:xfrm>
              <a:off x="822960" y="4572000"/>
              <a:ext cx="9326520" cy="731160"/>
            </a:xfrm>
            <a:custGeom>
              <a:avLst/>
              <a:gdLst>
                <a:gd name="textAreaLeft" fmla="*/ 0 w 9326520"/>
                <a:gd name="textAreaRight" fmla="*/ 9326880 w 9326520"/>
                <a:gd name="textAreaTop" fmla="*/ 0 h 731160"/>
                <a:gd name="textAreaBottom" fmla="*/ 731520 h 731160"/>
              </a:gdLst>
              <a:ahLst/>
              <a:rect l="textAreaLeft" t="textAreaTop" r="textAreaRight" b="textAreaBottom"/>
              <a:pathLst>
                <a:path w="12435840" h="975360">
                  <a:moveTo>
                    <a:pt x="0" y="0"/>
                  </a:moveTo>
                  <a:lnTo>
                    <a:pt x="12435840" y="0"/>
                  </a:lnTo>
                  <a:lnTo>
                    <a:pt x="12435840" y="975360"/>
                  </a:lnTo>
                  <a:lnTo>
                    <a:pt x="0" y="97536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7" name="TextBox 34"/>
            <p:cNvSpPr/>
            <p:nvPr/>
          </p:nvSpPr>
          <p:spPr>
            <a:xfrm>
              <a:off x="822960" y="4564800"/>
              <a:ext cx="9326520" cy="73836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1a2332"/>
                  </a:solidFill>
                  <a:latin typeface="Trebuchet MS Bold"/>
                  <a:ea typeface="Trebuchet MS Bold"/>
                </a:rPr>
                <a:t>iSDA Soil Fertility Maps</a:t>
              </a:r>
              <a:endParaRPr b="0" lang="en-US" sz="2600" spc="-1" strike="noStrike">
                <a:solidFill>
                  <a:srgbClr val="000000"/>
                </a:solidFill>
                <a:latin typeface="Arial"/>
              </a:endParaRPr>
            </a:p>
          </p:txBody>
        </p:sp>
      </p:grpSp>
      <p:grpSp>
        <p:nvGrpSpPr>
          <p:cNvPr id="478" name="Group 35"/>
          <p:cNvGrpSpPr/>
          <p:nvPr/>
        </p:nvGrpSpPr>
        <p:grpSpPr>
          <a:xfrm>
            <a:off x="810360" y="5345640"/>
            <a:ext cx="1305000" cy="116280"/>
            <a:chOff x="810360" y="5345640"/>
            <a:chExt cx="1305000" cy="116280"/>
          </a:xfrm>
        </p:grpSpPr>
        <p:sp>
          <p:nvSpPr>
            <p:cNvPr id="479" name="Freeform 36"/>
            <p:cNvSpPr/>
            <p:nvPr/>
          </p:nvSpPr>
          <p:spPr>
            <a:xfrm>
              <a:off x="822960" y="5358240"/>
              <a:ext cx="1279800" cy="91080"/>
            </a:xfrm>
            <a:custGeom>
              <a:avLst/>
              <a:gdLst>
                <a:gd name="textAreaLeft" fmla="*/ 0 w 1279800"/>
                <a:gd name="textAreaRight" fmla="*/ 1280160 w 1279800"/>
                <a:gd name="textAreaTop" fmla="*/ 0 h 91080"/>
                <a:gd name="textAreaBottom" fmla="*/ 91440 h 91080"/>
              </a:gdLst>
              <a:ahLst/>
              <a:rect l="textAreaLeft" t="textAreaTop" r="textAreaRight" b="textAreaBottom"/>
              <a:pathLst>
                <a:path w="1706880" h="121920">
                  <a:moveTo>
                    <a:pt x="0" y="0"/>
                  </a:moveTo>
                  <a:lnTo>
                    <a:pt x="1706880" y="0"/>
                  </a:lnTo>
                  <a:lnTo>
                    <a:pt x="170688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0" name="Freeform 37"/>
            <p:cNvSpPr/>
            <p:nvPr/>
          </p:nvSpPr>
          <p:spPr>
            <a:xfrm>
              <a:off x="810360" y="5345640"/>
              <a:ext cx="1305000" cy="116280"/>
            </a:xfrm>
            <a:custGeom>
              <a:avLst/>
              <a:gdLst>
                <a:gd name="textAreaLeft" fmla="*/ 0 w 1305000"/>
                <a:gd name="textAreaRight" fmla="*/ 1305360 w 1305000"/>
                <a:gd name="textAreaTop" fmla="*/ 0 h 116280"/>
                <a:gd name="textAreaBottom" fmla="*/ 116640 h 116280"/>
              </a:gdLst>
              <a:ahLst/>
              <a:rect l="textAreaLeft" t="textAreaTop" r="textAreaRight" b="textAreaBottom"/>
              <a:pathLst>
                <a:path w="1740662" h="155704">
                  <a:moveTo>
                    <a:pt x="16891" y="0"/>
                  </a:moveTo>
                  <a:lnTo>
                    <a:pt x="1723771" y="0"/>
                  </a:lnTo>
                  <a:cubicBezTo>
                    <a:pt x="1733169" y="0"/>
                    <a:pt x="1740662" y="7620"/>
                    <a:pt x="1740662" y="16891"/>
                  </a:cubicBezTo>
                  <a:lnTo>
                    <a:pt x="1740662" y="138811"/>
                  </a:lnTo>
                  <a:cubicBezTo>
                    <a:pt x="1740662" y="148209"/>
                    <a:pt x="1733042" y="155702"/>
                    <a:pt x="172377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723771" y="121920"/>
                  </a:lnTo>
                  <a:lnTo>
                    <a:pt x="1723771" y="138811"/>
                  </a:lnTo>
                  <a:lnTo>
                    <a:pt x="1706880" y="138811"/>
                  </a:lnTo>
                  <a:lnTo>
                    <a:pt x="1706880" y="16891"/>
                  </a:lnTo>
                  <a:lnTo>
                    <a:pt x="1723771" y="16891"/>
                  </a:lnTo>
                  <a:lnTo>
                    <a:pt x="172377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481" name="Group 38"/>
          <p:cNvGrpSpPr/>
          <p:nvPr/>
        </p:nvGrpSpPr>
        <p:grpSpPr>
          <a:xfrm>
            <a:off x="822960" y="5451480"/>
            <a:ext cx="9326520" cy="1205280"/>
            <a:chOff x="822960" y="5451480"/>
            <a:chExt cx="9326520" cy="1205280"/>
          </a:xfrm>
        </p:grpSpPr>
        <p:sp>
          <p:nvSpPr>
            <p:cNvPr id="482" name="Freeform 39"/>
            <p:cNvSpPr/>
            <p:nvPr/>
          </p:nvSpPr>
          <p:spPr>
            <a:xfrm>
              <a:off x="822960" y="5523120"/>
              <a:ext cx="9326520" cy="1133640"/>
            </a:xfrm>
            <a:custGeom>
              <a:avLst/>
              <a:gdLst>
                <a:gd name="textAreaLeft" fmla="*/ 0 w 9326520"/>
                <a:gd name="textAreaRight" fmla="*/ 9326880 w 9326520"/>
                <a:gd name="textAreaTop" fmla="*/ 0 h 1133640"/>
                <a:gd name="textAreaBottom" fmla="*/ 1134000 h 1133640"/>
              </a:gdLst>
              <a:ahLst/>
              <a:rect l="textAreaLeft" t="textAreaTop" r="textAreaRight" b="textAreaBottom"/>
              <a:pathLst>
                <a:path w="12435840" h="1511808">
                  <a:moveTo>
                    <a:pt x="0" y="0"/>
                  </a:moveTo>
                  <a:lnTo>
                    <a:pt x="12435840" y="0"/>
                  </a:lnTo>
                  <a:lnTo>
                    <a:pt x="12435840" y="1511808"/>
                  </a:lnTo>
                  <a:lnTo>
                    <a:pt x="0" y="1511808"/>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3" name="TextBox 40"/>
            <p:cNvSpPr/>
            <p:nvPr/>
          </p:nvSpPr>
          <p:spPr>
            <a:xfrm>
              <a:off x="822960" y="5451480"/>
              <a:ext cx="9326520" cy="1204920"/>
            </a:xfrm>
            <a:prstGeom prst="rect">
              <a:avLst/>
            </a:prstGeom>
            <a:noFill/>
            <a:ln w="0">
              <a:noFill/>
            </a:ln>
          </p:spPr>
          <p:style>
            <a:lnRef idx="0"/>
            <a:fillRef idx="0"/>
            <a:effectRef idx="0"/>
            <a:fontRef idx="minor"/>
          </p:style>
          <p:txBody>
            <a:bodyPr lIns="0" rIns="0" tIns="0" bIns="0" anchor="ctr">
              <a:noAutofit/>
            </a:bodyPr>
            <a:p>
              <a:pPr defTabSz="914400">
                <a:lnSpc>
                  <a:spcPts val="2999"/>
                </a:lnSpc>
              </a:pPr>
              <a:r>
                <a:rPr b="0" lang="en-US" sz="2000" spc="-1" strike="noStrike">
                  <a:solidFill>
                    <a:srgbClr val="64748b"/>
                  </a:solidFill>
                  <a:latin typeface="Calibri (MS)"/>
                  <a:ea typeface="Calibri (MS)"/>
                </a:rPr>
                <a:t>The first AI-generated, field-level soil maps for sub-Saharan Africa. Covers 41 countries. Farmers and governments use it to make fertiliser decisions at the plot level instead of guessing from regional averages.</a:t>
              </a:r>
              <a:endParaRPr b="0" lang="en-US" sz="2000" spc="-1" strike="noStrike">
                <a:solidFill>
                  <a:srgbClr val="000000"/>
                </a:solidFill>
                <a:latin typeface="Arial"/>
              </a:endParaRPr>
            </a:p>
          </p:txBody>
        </p:sp>
      </p:grpSp>
      <p:grpSp>
        <p:nvGrpSpPr>
          <p:cNvPr id="484" name="Group 41"/>
          <p:cNvGrpSpPr/>
          <p:nvPr/>
        </p:nvGrpSpPr>
        <p:grpSpPr>
          <a:xfrm>
            <a:off x="542160" y="7034400"/>
            <a:ext cx="9887760" cy="2426400"/>
            <a:chOff x="542160" y="7034400"/>
            <a:chExt cx="9887760" cy="2426400"/>
          </a:xfrm>
        </p:grpSpPr>
        <p:sp>
          <p:nvSpPr>
            <p:cNvPr id="485" name="Freeform 42"/>
            <p:cNvSpPr/>
            <p:nvPr/>
          </p:nvSpPr>
          <p:spPr>
            <a:xfrm>
              <a:off x="548640" y="7040880"/>
              <a:ext cx="9875160" cy="2413800"/>
            </a:xfrm>
            <a:custGeom>
              <a:avLst/>
              <a:gdLst>
                <a:gd name="textAreaLeft" fmla="*/ 0 w 9875160"/>
                <a:gd name="textAreaRight" fmla="*/ 9875520 w 9875160"/>
                <a:gd name="textAreaTop" fmla="*/ 0 h 2413800"/>
                <a:gd name="textAreaBottom" fmla="*/ 2414160 h 2413800"/>
              </a:gdLst>
              <a:ahLst/>
              <a:rect l="textAreaLeft" t="textAreaTop" r="textAreaRight" b="textAreaBottom"/>
              <a:pathLst>
                <a:path w="13167361" h="3218688">
                  <a:moveTo>
                    <a:pt x="0" y="0"/>
                  </a:moveTo>
                  <a:lnTo>
                    <a:pt x="13167361" y="0"/>
                  </a:lnTo>
                  <a:lnTo>
                    <a:pt x="13167361" y="3218688"/>
                  </a:lnTo>
                  <a:lnTo>
                    <a:pt x="0" y="3218688"/>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6" name="Freeform 43"/>
            <p:cNvSpPr/>
            <p:nvPr/>
          </p:nvSpPr>
          <p:spPr>
            <a:xfrm>
              <a:off x="542160" y="7034400"/>
              <a:ext cx="9887760" cy="2426400"/>
            </a:xfrm>
            <a:custGeom>
              <a:avLst/>
              <a:gdLst>
                <a:gd name="textAreaLeft" fmla="*/ 0 w 9887760"/>
                <a:gd name="textAreaRight" fmla="*/ 9888120 w 9887760"/>
                <a:gd name="textAreaTop" fmla="*/ 0 h 2426400"/>
                <a:gd name="textAreaBottom" fmla="*/ 2426760 h 2426400"/>
              </a:gdLst>
              <a:ahLst/>
              <a:rect l="textAreaLeft" t="textAreaTop" r="textAreaRight" b="textAreaBottom"/>
              <a:pathLst>
                <a:path w="13184378" h="3235706">
                  <a:moveTo>
                    <a:pt x="8509" y="0"/>
                  </a:moveTo>
                  <a:lnTo>
                    <a:pt x="13175870" y="0"/>
                  </a:lnTo>
                  <a:cubicBezTo>
                    <a:pt x="13180569" y="0"/>
                    <a:pt x="13184378" y="3810"/>
                    <a:pt x="13184378" y="8509"/>
                  </a:cubicBezTo>
                  <a:lnTo>
                    <a:pt x="13184378" y="3227197"/>
                  </a:lnTo>
                  <a:cubicBezTo>
                    <a:pt x="13184378" y="3231896"/>
                    <a:pt x="13180569" y="3235706"/>
                    <a:pt x="13175870"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13175870" y="3218688"/>
                  </a:lnTo>
                  <a:lnTo>
                    <a:pt x="13175870" y="3227197"/>
                  </a:lnTo>
                  <a:lnTo>
                    <a:pt x="13167361" y="3227197"/>
                  </a:lnTo>
                  <a:lnTo>
                    <a:pt x="13167361" y="8509"/>
                  </a:lnTo>
                  <a:lnTo>
                    <a:pt x="13175870" y="8509"/>
                  </a:lnTo>
                  <a:lnTo>
                    <a:pt x="13175870"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487" name="Group 44"/>
          <p:cNvGrpSpPr/>
          <p:nvPr/>
        </p:nvGrpSpPr>
        <p:grpSpPr>
          <a:xfrm>
            <a:off x="536040" y="7028280"/>
            <a:ext cx="9900360" cy="134640"/>
            <a:chOff x="536040" y="7028280"/>
            <a:chExt cx="9900360" cy="134640"/>
          </a:xfrm>
        </p:grpSpPr>
        <p:sp>
          <p:nvSpPr>
            <p:cNvPr id="488" name="Freeform 45"/>
            <p:cNvSpPr/>
            <p:nvPr/>
          </p:nvSpPr>
          <p:spPr>
            <a:xfrm>
              <a:off x="548640" y="7040880"/>
              <a:ext cx="9875160" cy="109440"/>
            </a:xfrm>
            <a:custGeom>
              <a:avLst/>
              <a:gdLst>
                <a:gd name="textAreaLeft" fmla="*/ 0 w 9875160"/>
                <a:gd name="textAreaRight" fmla="*/ 9875520 w 9875160"/>
                <a:gd name="textAreaTop" fmla="*/ 0 h 109440"/>
                <a:gd name="textAreaBottom" fmla="*/ 109800 h 109440"/>
              </a:gdLst>
              <a:ahLst/>
              <a:rect l="textAreaLeft" t="textAreaTop" r="textAreaRight" b="textAreaBottom"/>
              <a:pathLst>
                <a:path w="13167360" h="146304">
                  <a:moveTo>
                    <a:pt x="0" y="0"/>
                  </a:moveTo>
                  <a:lnTo>
                    <a:pt x="13167360" y="0"/>
                  </a:lnTo>
                  <a:lnTo>
                    <a:pt x="13167360" y="146304"/>
                  </a:lnTo>
                  <a:lnTo>
                    <a:pt x="0" y="146304"/>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9" name="Freeform 46"/>
            <p:cNvSpPr/>
            <p:nvPr/>
          </p:nvSpPr>
          <p:spPr>
            <a:xfrm>
              <a:off x="536040" y="7028280"/>
              <a:ext cx="9900360" cy="134640"/>
            </a:xfrm>
            <a:custGeom>
              <a:avLst/>
              <a:gdLst>
                <a:gd name="textAreaLeft" fmla="*/ 0 w 9900360"/>
                <a:gd name="textAreaRight" fmla="*/ 9900720 w 9900360"/>
                <a:gd name="textAreaTop" fmla="*/ 0 h 134640"/>
                <a:gd name="textAreaBottom" fmla="*/ 135000 h 134640"/>
              </a:gdLst>
              <a:ahLst/>
              <a:rect l="textAreaLeft" t="textAreaTop" r="textAreaRight" b="textAreaBottom"/>
              <a:pathLst>
                <a:path w="13201143" h="180088">
                  <a:moveTo>
                    <a:pt x="16891" y="0"/>
                  </a:moveTo>
                  <a:lnTo>
                    <a:pt x="13184251" y="0"/>
                  </a:lnTo>
                  <a:cubicBezTo>
                    <a:pt x="13193649" y="0"/>
                    <a:pt x="13201143" y="7620"/>
                    <a:pt x="13201143" y="16891"/>
                  </a:cubicBezTo>
                  <a:lnTo>
                    <a:pt x="13201143" y="163195"/>
                  </a:lnTo>
                  <a:cubicBezTo>
                    <a:pt x="13201143" y="172593"/>
                    <a:pt x="13193523" y="180086"/>
                    <a:pt x="1318425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3184251" y="146304"/>
                  </a:lnTo>
                  <a:lnTo>
                    <a:pt x="13184251" y="163195"/>
                  </a:lnTo>
                  <a:lnTo>
                    <a:pt x="13167361" y="163195"/>
                  </a:lnTo>
                  <a:lnTo>
                    <a:pt x="13167361" y="16891"/>
                  </a:lnTo>
                  <a:lnTo>
                    <a:pt x="13184251" y="16891"/>
                  </a:lnTo>
                  <a:lnTo>
                    <a:pt x="1318425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90" name="Group 47"/>
          <p:cNvGrpSpPr/>
          <p:nvPr/>
        </p:nvGrpSpPr>
        <p:grpSpPr>
          <a:xfrm>
            <a:off x="822960" y="7216560"/>
            <a:ext cx="9326520" cy="738360"/>
            <a:chOff x="822960" y="7216560"/>
            <a:chExt cx="9326520" cy="738360"/>
          </a:xfrm>
        </p:grpSpPr>
        <p:sp>
          <p:nvSpPr>
            <p:cNvPr id="491" name="Freeform 48"/>
            <p:cNvSpPr/>
            <p:nvPr/>
          </p:nvSpPr>
          <p:spPr>
            <a:xfrm>
              <a:off x="822960" y="7223760"/>
              <a:ext cx="9326520" cy="731160"/>
            </a:xfrm>
            <a:custGeom>
              <a:avLst/>
              <a:gdLst>
                <a:gd name="textAreaLeft" fmla="*/ 0 w 9326520"/>
                <a:gd name="textAreaRight" fmla="*/ 9326880 w 9326520"/>
                <a:gd name="textAreaTop" fmla="*/ 0 h 731160"/>
                <a:gd name="textAreaBottom" fmla="*/ 731520 h 731160"/>
              </a:gdLst>
              <a:ahLst/>
              <a:rect l="textAreaLeft" t="textAreaTop" r="textAreaRight" b="textAreaBottom"/>
              <a:pathLst>
                <a:path w="12435840" h="975360">
                  <a:moveTo>
                    <a:pt x="0" y="0"/>
                  </a:moveTo>
                  <a:lnTo>
                    <a:pt x="12435840" y="0"/>
                  </a:lnTo>
                  <a:lnTo>
                    <a:pt x="12435840" y="975360"/>
                  </a:lnTo>
                  <a:lnTo>
                    <a:pt x="0" y="975360"/>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2" name="TextBox 49"/>
            <p:cNvSpPr/>
            <p:nvPr/>
          </p:nvSpPr>
          <p:spPr>
            <a:xfrm>
              <a:off x="822960" y="7216560"/>
              <a:ext cx="9326520" cy="73836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1a2332"/>
                  </a:solidFill>
                  <a:latin typeface="Trebuchet MS Bold"/>
                  <a:ea typeface="Trebuchet MS Bold"/>
                </a:rPr>
                <a:t>SERVIR East Africa (NASA / USAID)</a:t>
              </a:r>
              <a:endParaRPr b="0" lang="en-US" sz="2600" spc="-1" strike="noStrike">
                <a:solidFill>
                  <a:srgbClr val="000000"/>
                </a:solidFill>
                <a:latin typeface="Arial"/>
              </a:endParaRPr>
            </a:p>
          </p:txBody>
        </p:sp>
      </p:grpSp>
      <p:grpSp>
        <p:nvGrpSpPr>
          <p:cNvPr id="493" name="Group 50"/>
          <p:cNvGrpSpPr/>
          <p:nvPr/>
        </p:nvGrpSpPr>
        <p:grpSpPr>
          <a:xfrm>
            <a:off x="810360" y="7997400"/>
            <a:ext cx="1305000" cy="116280"/>
            <a:chOff x="810360" y="7997400"/>
            <a:chExt cx="1305000" cy="116280"/>
          </a:xfrm>
        </p:grpSpPr>
        <p:sp>
          <p:nvSpPr>
            <p:cNvPr id="494" name="Freeform 51"/>
            <p:cNvSpPr/>
            <p:nvPr/>
          </p:nvSpPr>
          <p:spPr>
            <a:xfrm>
              <a:off x="822960" y="8010000"/>
              <a:ext cx="1279800" cy="91080"/>
            </a:xfrm>
            <a:custGeom>
              <a:avLst/>
              <a:gdLst>
                <a:gd name="textAreaLeft" fmla="*/ 0 w 1279800"/>
                <a:gd name="textAreaRight" fmla="*/ 1280160 w 1279800"/>
                <a:gd name="textAreaTop" fmla="*/ 0 h 91080"/>
                <a:gd name="textAreaBottom" fmla="*/ 91440 h 91080"/>
              </a:gdLst>
              <a:ahLst/>
              <a:rect l="textAreaLeft" t="textAreaTop" r="textAreaRight" b="textAreaBottom"/>
              <a:pathLst>
                <a:path w="1706880" h="121920">
                  <a:moveTo>
                    <a:pt x="0" y="0"/>
                  </a:moveTo>
                  <a:lnTo>
                    <a:pt x="1706880" y="0"/>
                  </a:lnTo>
                  <a:lnTo>
                    <a:pt x="1706880"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5" name="Freeform 52"/>
            <p:cNvSpPr/>
            <p:nvPr/>
          </p:nvSpPr>
          <p:spPr>
            <a:xfrm>
              <a:off x="810360" y="7997400"/>
              <a:ext cx="1305000" cy="116280"/>
            </a:xfrm>
            <a:custGeom>
              <a:avLst/>
              <a:gdLst>
                <a:gd name="textAreaLeft" fmla="*/ 0 w 1305000"/>
                <a:gd name="textAreaRight" fmla="*/ 1305360 w 1305000"/>
                <a:gd name="textAreaTop" fmla="*/ 0 h 116280"/>
                <a:gd name="textAreaBottom" fmla="*/ 116640 h 116280"/>
              </a:gdLst>
              <a:ahLst/>
              <a:rect l="textAreaLeft" t="textAreaTop" r="textAreaRight" b="textAreaBottom"/>
              <a:pathLst>
                <a:path w="1740662" h="155704">
                  <a:moveTo>
                    <a:pt x="16891" y="0"/>
                  </a:moveTo>
                  <a:lnTo>
                    <a:pt x="1723771" y="0"/>
                  </a:lnTo>
                  <a:cubicBezTo>
                    <a:pt x="1733169" y="0"/>
                    <a:pt x="1740662" y="7620"/>
                    <a:pt x="1740662" y="16891"/>
                  </a:cubicBezTo>
                  <a:lnTo>
                    <a:pt x="1740662" y="138811"/>
                  </a:lnTo>
                  <a:cubicBezTo>
                    <a:pt x="1740662" y="148209"/>
                    <a:pt x="1733042" y="155702"/>
                    <a:pt x="172377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723771" y="121920"/>
                  </a:lnTo>
                  <a:lnTo>
                    <a:pt x="1723771" y="138811"/>
                  </a:lnTo>
                  <a:lnTo>
                    <a:pt x="1706880" y="138811"/>
                  </a:lnTo>
                  <a:lnTo>
                    <a:pt x="1706880" y="16891"/>
                  </a:lnTo>
                  <a:lnTo>
                    <a:pt x="1723771" y="16891"/>
                  </a:lnTo>
                  <a:lnTo>
                    <a:pt x="172377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96" name="Group 53"/>
          <p:cNvGrpSpPr/>
          <p:nvPr/>
        </p:nvGrpSpPr>
        <p:grpSpPr>
          <a:xfrm>
            <a:off x="822960" y="8103240"/>
            <a:ext cx="9326520" cy="1205280"/>
            <a:chOff x="822960" y="8103240"/>
            <a:chExt cx="9326520" cy="1205280"/>
          </a:xfrm>
        </p:grpSpPr>
        <p:sp>
          <p:nvSpPr>
            <p:cNvPr id="497" name="Freeform 54"/>
            <p:cNvSpPr/>
            <p:nvPr/>
          </p:nvSpPr>
          <p:spPr>
            <a:xfrm>
              <a:off x="822960" y="8174880"/>
              <a:ext cx="9326520" cy="1133640"/>
            </a:xfrm>
            <a:custGeom>
              <a:avLst/>
              <a:gdLst>
                <a:gd name="textAreaLeft" fmla="*/ 0 w 9326520"/>
                <a:gd name="textAreaRight" fmla="*/ 9326880 w 9326520"/>
                <a:gd name="textAreaTop" fmla="*/ 0 h 1133640"/>
                <a:gd name="textAreaBottom" fmla="*/ 1134000 h 1133640"/>
              </a:gdLst>
              <a:ahLst/>
              <a:rect l="textAreaLeft" t="textAreaTop" r="textAreaRight" b="textAreaBottom"/>
              <a:pathLst>
                <a:path w="12435840" h="1511808">
                  <a:moveTo>
                    <a:pt x="0" y="0"/>
                  </a:moveTo>
                  <a:lnTo>
                    <a:pt x="12435840" y="0"/>
                  </a:lnTo>
                  <a:lnTo>
                    <a:pt x="12435840" y="1511808"/>
                  </a:lnTo>
                  <a:lnTo>
                    <a:pt x="0" y="1511808"/>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8" name="TextBox 55"/>
            <p:cNvSpPr/>
            <p:nvPr/>
          </p:nvSpPr>
          <p:spPr>
            <a:xfrm>
              <a:off x="822960" y="8103240"/>
              <a:ext cx="9326520" cy="1204920"/>
            </a:xfrm>
            <a:prstGeom prst="rect">
              <a:avLst/>
            </a:prstGeom>
            <a:noFill/>
            <a:ln w="0">
              <a:noFill/>
            </a:ln>
          </p:spPr>
          <p:style>
            <a:lnRef idx="0"/>
            <a:fillRef idx="0"/>
            <a:effectRef idx="0"/>
            <a:fontRef idx="minor"/>
          </p:style>
          <p:txBody>
            <a:bodyPr lIns="0" rIns="0" tIns="0" bIns="0" anchor="ctr">
              <a:noAutofit/>
            </a:bodyPr>
            <a:p>
              <a:pPr defTabSz="914400">
                <a:lnSpc>
                  <a:spcPts val="2999"/>
                </a:lnSpc>
              </a:pPr>
              <a:r>
                <a:rPr b="0" lang="en-US" sz="2000" spc="-1" strike="noStrike">
                  <a:solidFill>
                    <a:srgbClr val="64748b"/>
                  </a:solidFill>
                  <a:latin typeface="Calibri (MS)"/>
                  <a:ea typeface="Calibri (MS)"/>
                </a:rPr>
                <a:t>Uses satellite GeoAI to monitor forest cover, land use change, and flood risk across East Africa. Used by government agencies for disaster preparedness and natural resource management.</a:t>
              </a:r>
              <a:endParaRPr b="0" lang="en-US" sz="2000" spc="-1" strike="noStrike">
                <a:solidFill>
                  <a:srgbClr val="000000"/>
                </a:solidFill>
                <a:latin typeface="Arial"/>
              </a:endParaRPr>
            </a:p>
          </p:txBody>
        </p:sp>
      </p:grpSp>
      <p:grpSp>
        <p:nvGrpSpPr>
          <p:cNvPr id="499" name="Group 56"/>
          <p:cNvGrpSpPr/>
          <p:nvPr/>
        </p:nvGrpSpPr>
        <p:grpSpPr>
          <a:xfrm>
            <a:off x="10966320" y="1730880"/>
            <a:ext cx="6778800" cy="7886160"/>
            <a:chOff x="10966320" y="1730880"/>
            <a:chExt cx="6778800" cy="7886160"/>
          </a:xfrm>
        </p:grpSpPr>
        <p:sp>
          <p:nvSpPr>
            <p:cNvPr id="500" name="Freeform 57"/>
            <p:cNvSpPr/>
            <p:nvPr/>
          </p:nvSpPr>
          <p:spPr>
            <a:xfrm>
              <a:off x="10972800" y="1737360"/>
              <a:ext cx="6766200" cy="7863480"/>
            </a:xfrm>
            <a:custGeom>
              <a:avLst/>
              <a:gdLst>
                <a:gd name="textAreaLeft" fmla="*/ 0 w 6766200"/>
                <a:gd name="textAreaRight" fmla="*/ 6766560 w 6766200"/>
                <a:gd name="textAreaTop" fmla="*/ 0 h 7863480"/>
                <a:gd name="textAreaBottom" fmla="*/ 7863840 h 7863480"/>
              </a:gdLst>
              <a:ahLst/>
              <a:rect l="textAreaLeft" t="textAreaTop" r="textAreaRight" b="textAreaBottom"/>
              <a:pathLst>
                <a:path w="9022080" h="10485119">
                  <a:moveTo>
                    <a:pt x="0" y="0"/>
                  </a:moveTo>
                  <a:lnTo>
                    <a:pt x="9022080" y="0"/>
                  </a:lnTo>
                  <a:lnTo>
                    <a:pt x="9022080" y="10485119"/>
                  </a:lnTo>
                  <a:lnTo>
                    <a:pt x="0" y="10485119"/>
                  </a:lnTo>
                  <a:close/>
                </a:path>
              </a:pathLst>
            </a:custGeom>
            <a:solidFill>
              <a:srgbClr val="e8eff5"/>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1" name="Freeform 58"/>
            <p:cNvSpPr/>
            <p:nvPr/>
          </p:nvSpPr>
          <p:spPr>
            <a:xfrm>
              <a:off x="10966320" y="1730880"/>
              <a:ext cx="6778800" cy="7886160"/>
            </a:xfrm>
            <a:custGeom>
              <a:avLst/>
              <a:gdLst>
                <a:gd name="textAreaLeft" fmla="*/ 0 w 6778800"/>
                <a:gd name="textAreaRight" fmla="*/ 6779160 w 6778800"/>
                <a:gd name="textAreaTop" fmla="*/ 0 h 7886160"/>
                <a:gd name="textAreaBottom" fmla="*/ 7886520 h 7886160"/>
              </a:gdLst>
              <a:ahLst/>
              <a:rect l="textAreaLeft" t="textAreaTop" r="textAreaRight" b="textAreaBottom"/>
              <a:pathLst>
                <a:path w="9039098" h="1051534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30589" y="0"/>
                  </a:lnTo>
                  <a:cubicBezTo>
                    <a:pt x="9035288" y="0"/>
                    <a:pt x="9039098" y="3810"/>
                    <a:pt x="9039098" y="8509"/>
                  </a:cubicBezTo>
                  <a:lnTo>
                    <a:pt x="9039098" y="45720"/>
                  </a:lnTo>
                  <a:lnTo>
                    <a:pt x="9022080" y="45720"/>
                  </a:lnTo>
                  <a:lnTo>
                    <a:pt x="9022080" y="8509"/>
                  </a:lnTo>
                  <a:lnTo>
                    <a:pt x="9030589" y="8509"/>
                  </a:lnTo>
                  <a:lnTo>
                    <a:pt x="9030589" y="17018"/>
                  </a:lnTo>
                  <a:lnTo>
                    <a:pt x="9017000" y="17018"/>
                  </a:lnTo>
                  <a:close/>
                  <a:moveTo>
                    <a:pt x="9038971" y="130429"/>
                  </a:moveTo>
                  <a:lnTo>
                    <a:pt x="9038971" y="181229"/>
                  </a:lnTo>
                  <a:lnTo>
                    <a:pt x="9022080" y="181229"/>
                  </a:lnTo>
                  <a:lnTo>
                    <a:pt x="9022080" y="130429"/>
                  </a:lnTo>
                  <a:close/>
                  <a:moveTo>
                    <a:pt x="9022080" y="248920"/>
                  </a:moveTo>
                  <a:lnTo>
                    <a:pt x="9022080" y="299720"/>
                  </a:lnTo>
                  <a:lnTo>
                    <a:pt x="9022080" y="248920"/>
                  </a:lnTo>
                  <a:close/>
                  <a:moveTo>
                    <a:pt x="9022080" y="367411"/>
                  </a:moveTo>
                  <a:lnTo>
                    <a:pt x="9022080" y="418211"/>
                  </a:lnTo>
                  <a:lnTo>
                    <a:pt x="9022080" y="367411"/>
                  </a:lnTo>
                  <a:close/>
                  <a:moveTo>
                    <a:pt x="9022080" y="485902"/>
                  </a:moveTo>
                  <a:lnTo>
                    <a:pt x="9022080" y="536702"/>
                  </a:lnTo>
                  <a:lnTo>
                    <a:pt x="9022080" y="485902"/>
                  </a:lnTo>
                  <a:close/>
                  <a:moveTo>
                    <a:pt x="9022080" y="604393"/>
                  </a:moveTo>
                  <a:lnTo>
                    <a:pt x="9022080" y="655193"/>
                  </a:lnTo>
                  <a:lnTo>
                    <a:pt x="9022080" y="604393"/>
                  </a:lnTo>
                  <a:close/>
                  <a:moveTo>
                    <a:pt x="9022080" y="722884"/>
                  </a:moveTo>
                  <a:lnTo>
                    <a:pt x="9022080" y="773684"/>
                  </a:lnTo>
                  <a:lnTo>
                    <a:pt x="9022080" y="722884"/>
                  </a:lnTo>
                  <a:close/>
                  <a:moveTo>
                    <a:pt x="9022080" y="841375"/>
                  </a:moveTo>
                  <a:lnTo>
                    <a:pt x="9022080" y="892175"/>
                  </a:lnTo>
                  <a:lnTo>
                    <a:pt x="9022080" y="841375"/>
                  </a:lnTo>
                  <a:close/>
                  <a:moveTo>
                    <a:pt x="9022080" y="959866"/>
                  </a:moveTo>
                  <a:lnTo>
                    <a:pt x="9022080" y="1010666"/>
                  </a:lnTo>
                  <a:lnTo>
                    <a:pt x="9022080" y="959866"/>
                  </a:lnTo>
                  <a:close/>
                  <a:moveTo>
                    <a:pt x="9022080" y="1078357"/>
                  </a:moveTo>
                  <a:lnTo>
                    <a:pt x="9022080" y="1129157"/>
                  </a:lnTo>
                  <a:lnTo>
                    <a:pt x="9022080" y="1078357"/>
                  </a:lnTo>
                  <a:close/>
                  <a:moveTo>
                    <a:pt x="9022080" y="1196848"/>
                  </a:moveTo>
                  <a:lnTo>
                    <a:pt x="9022080" y="1247648"/>
                  </a:lnTo>
                  <a:lnTo>
                    <a:pt x="9022080" y="1196848"/>
                  </a:lnTo>
                  <a:close/>
                  <a:moveTo>
                    <a:pt x="9022080" y="1315339"/>
                  </a:moveTo>
                  <a:lnTo>
                    <a:pt x="9022080" y="1366139"/>
                  </a:lnTo>
                  <a:lnTo>
                    <a:pt x="9022080" y="1315339"/>
                  </a:lnTo>
                  <a:close/>
                  <a:moveTo>
                    <a:pt x="9022080" y="1433830"/>
                  </a:moveTo>
                  <a:lnTo>
                    <a:pt x="9022080" y="1484630"/>
                  </a:lnTo>
                  <a:lnTo>
                    <a:pt x="9022080" y="1433830"/>
                  </a:lnTo>
                  <a:close/>
                  <a:moveTo>
                    <a:pt x="9022080" y="1552321"/>
                  </a:moveTo>
                  <a:lnTo>
                    <a:pt x="9022080" y="1603121"/>
                  </a:lnTo>
                  <a:lnTo>
                    <a:pt x="9022080" y="1552321"/>
                  </a:lnTo>
                  <a:close/>
                  <a:moveTo>
                    <a:pt x="9022080" y="1670812"/>
                  </a:moveTo>
                  <a:lnTo>
                    <a:pt x="9022080" y="1721612"/>
                  </a:lnTo>
                  <a:lnTo>
                    <a:pt x="9022080" y="1670812"/>
                  </a:lnTo>
                  <a:close/>
                  <a:moveTo>
                    <a:pt x="9022080" y="1789303"/>
                  </a:moveTo>
                  <a:lnTo>
                    <a:pt x="9022080" y="1840103"/>
                  </a:lnTo>
                  <a:lnTo>
                    <a:pt x="9022080" y="1789303"/>
                  </a:lnTo>
                  <a:close/>
                  <a:moveTo>
                    <a:pt x="9022080" y="1907794"/>
                  </a:moveTo>
                  <a:lnTo>
                    <a:pt x="9022080" y="1958594"/>
                  </a:lnTo>
                  <a:lnTo>
                    <a:pt x="9022080" y="1907794"/>
                  </a:lnTo>
                  <a:close/>
                  <a:moveTo>
                    <a:pt x="9022080" y="2026285"/>
                  </a:moveTo>
                  <a:lnTo>
                    <a:pt x="9022080" y="2077085"/>
                  </a:lnTo>
                  <a:lnTo>
                    <a:pt x="9022080" y="2026285"/>
                  </a:lnTo>
                  <a:close/>
                  <a:moveTo>
                    <a:pt x="9022080" y="2144776"/>
                  </a:moveTo>
                  <a:lnTo>
                    <a:pt x="9022080" y="2195576"/>
                  </a:lnTo>
                  <a:lnTo>
                    <a:pt x="9022080" y="2144776"/>
                  </a:lnTo>
                  <a:close/>
                  <a:moveTo>
                    <a:pt x="9022080" y="2263267"/>
                  </a:moveTo>
                  <a:lnTo>
                    <a:pt x="9022080" y="2314067"/>
                  </a:lnTo>
                  <a:lnTo>
                    <a:pt x="9022080" y="2263267"/>
                  </a:lnTo>
                  <a:close/>
                  <a:moveTo>
                    <a:pt x="9022080" y="2381758"/>
                  </a:moveTo>
                  <a:lnTo>
                    <a:pt x="9022080" y="2432558"/>
                  </a:lnTo>
                  <a:lnTo>
                    <a:pt x="9022080" y="2381758"/>
                  </a:lnTo>
                  <a:close/>
                  <a:moveTo>
                    <a:pt x="9022080" y="2500249"/>
                  </a:moveTo>
                  <a:lnTo>
                    <a:pt x="9022080" y="2551049"/>
                  </a:lnTo>
                  <a:lnTo>
                    <a:pt x="9022080" y="2500249"/>
                  </a:lnTo>
                  <a:close/>
                  <a:moveTo>
                    <a:pt x="9022080" y="2618740"/>
                  </a:moveTo>
                  <a:lnTo>
                    <a:pt x="9022080" y="2669540"/>
                  </a:lnTo>
                  <a:lnTo>
                    <a:pt x="9022080" y="2618740"/>
                  </a:lnTo>
                  <a:close/>
                  <a:moveTo>
                    <a:pt x="9022080" y="2737231"/>
                  </a:moveTo>
                  <a:lnTo>
                    <a:pt x="9022080" y="2788031"/>
                  </a:lnTo>
                  <a:lnTo>
                    <a:pt x="9022080" y="2737231"/>
                  </a:lnTo>
                  <a:close/>
                  <a:moveTo>
                    <a:pt x="9022080" y="2855722"/>
                  </a:moveTo>
                  <a:lnTo>
                    <a:pt x="9022080" y="2906522"/>
                  </a:lnTo>
                  <a:lnTo>
                    <a:pt x="9022080" y="2855722"/>
                  </a:lnTo>
                  <a:close/>
                  <a:moveTo>
                    <a:pt x="9022080" y="2974213"/>
                  </a:moveTo>
                  <a:lnTo>
                    <a:pt x="9022080" y="3025013"/>
                  </a:lnTo>
                  <a:lnTo>
                    <a:pt x="9022080" y="2974213"/>
                  </a:lnTo>
                  <a:close/>
                  <a:moveTo>
                    <a:pt x="9022080" y="3092704"/>
                  </a:moveTo>
                  <a:lnTo>
                    <a:pt x="9022080" y="3143504"/>
                  </a:lnTo>
                  <a:lnTo>
                    <a:pt x="9022080" y="3092704"/>
                  </a:lnTo>
                  <a:close/>
                  <a:moveTo>
                    <a:pt x="9022080" y="3211195"/>
                  </a:moveTo>
                  <a:lnTo>
                    <a:pt x="9022080" y="3261995"/>
                  </a:lnTo>
                  <a:lnTo>
                    <a:pt x="9022080" y="3211195"/>
                  </a:lnTo>
                  <a:close/>
                  <a:moveTo>
                    <a:pt x="9022080" y="3329686"/>
                  </a:moveTo>
                  <a:lnTo>
                    <a:pt x="9022080" y="3380486"/>
                  </a:lnTo>
                  <a:lnTo>
                    <a:pt x="9022080" y="3329686"/>
                  </a:lnTo>
                  <a:close/>
                  <a:moveTo>
                    <a:pt x="9022080" y="3448177"/>
                  </a:moveTo>
                  <a:lnTo>
                    <a:pt x="9022080" y="3498977"/>
                  </a:lnTo>
                  <a:lnTo>
                    <a:pt x="9022080" y="3448177"/>
                  </a:lnTo>
                  <a:close/>
                  <a:moveTo>
                    <a:pt x="9022080" y="3566668"/>
                  </a:moveTo>
                  <a:lnTo>
                    <a:pt x="9022080" y="3617468"/>
                  </a:lnTo>
                  <a:lnTo>
                    <a:pt x="9022080" y="3566668"/>
                  </a:lnTo>
                  <a:close/>
                  <a:moveTo>
                    <a:pt x="9022080" y="3685159"/>
                  </a:moveTo>
                  <a:lnTo>
                    <a:pt x="9022080" y="3735959"/>
                  </a:lnTo>
                  <a:lnTo>
                    <a:pt x="9022080" y="3685159"/>
                  </a:lnTo>
                  <a:close/>
                  <a:moveTo>
                    <a:pt x="9022080" y="3803650"/>
                  </a:moveTo>
                  <a:lnTo>
                    <a:pt x="9022080" y="3854450"/>
                  </a:lnTo>
                  <a:lnTo>
                    <a:pt x="9022080" y="3803650"/>
                  </a:lnTo>
                  <a:close/>
                  <a:moveTo>
                    <a:pt x="9022080" y="3922141"/>
                  </a:moveTo>
                  <a:lnTo>
                    <a:pt x="9022080" y="3972941"/>
                  </a:lnTo>
                  <a:lnTo>
                    <a:pt x="9022080" y="3922141"/>
                  </a:lnTo>
                  <a:close/>
                  <a:moveTo>
                    <a:pt x="9022080" y="4040632"/>
                  </a:moveTo>
                  <a:lnTo>
                    <a:pt x="9022080" y="4091432"/>
                  </a:lnTo>
                  <a:lnTo>
                    <a:pt x="9022080" y="4040632"/>
                  </a:lnTo>
                  <a:close/>
                  <a:moveTo>
                    <a:pt x="9022080" y="4159123"/>
                  </a:moveTo>
                  <a:lnTo>
                    <a:pt x="9022080" y="4209923"/>
                  </a:lnTo>
                  <a:lnTo>
                    <a:pt x="9022080" y="4159123"/>
                  </a:lnTo>
                  <a:close/>
                  <a:moveTo>
                    <a:pt x="9022080" y="4277614"/>
                  </a:moveTo>
                  <a:lnTo>
                    <a:pt x="9022080" y="4328414"/>
                  </a:lnTo>
                  <a:lnTo>
                    <a:pt x="9022080" y="4277614"/>
                  </a:lnTo>
                  <a:close/>
                  <a:moveTo>
                    <a:pt x="9022080" y="4396105"/>
                  </a:moveTo>
                  <a:lnTo>
                    <a:pt x="9022080" y="4446905"/>
                  </a:lnTo>
                  <a:lnTo>
                    <a:pt x="9022080" y="4396105"/>
                  </a:lnTo>
                  <a:close/>
                  <a:moveTo>
                    <a:pt x="9022080" y="4514596"/>
                  </a:moveTo>
                  <a:lnTo>
                    <a:pt x="9022080" y="4565396"/>
                  </a:lnTo>
                  <a:lnTo>
                    <a:pt x="9022080" y="4514596"/>
                  </a:lnTo>
                  <a:close/>
                  <a:moveTo>
                    <a:pt x="9022080" y="4633087"/>
                  </a:moveTo>
                  <a:lnTo>
                    <a:pt x="9022080" y="4683887"/>
                  </a:lnTo>
                  <a:lnTo>
                    <a:pt x="9022080" y="4633087"/>
                  </a:lnTo>
                  <a:close/>
                  <a:moveTo>
                    <a:pt x="9022080" y="4751578"/>
                  </a:moveTo>
                  <a:lnTo>
                    <a:pt x="9022080" y="4802378"/>
                  </a:lnTo>
                  <a:lnTo>
                    <a:pt x="9022080" y="4751578"/>
                  </a:lnTo>
                  <a:close/>
                  <a:moveTo>
                    <a:pt x="9022080" y="4870069"/>
                  </a:moveTo>
                  <a:lnTo>
                    <a:pt x="9022080" y="4920869"/>
                  </a:lnTo>
                  <a:lnTo>
                    <a:pt x="9022080" y="4870069"/>
                  </a:lnTo>
                  <a:close/>
                  <a:moveTo>
                    <a:pt x="9022080" y="4988560"/>
                  </a:moveTo>
                  <a:lnTo>
                    <a:pt x="9022080" y="5039360"/>
                  </a:lnTo>
                  <a:lnTo>
                    <a:pt x="9022080" y="4988560"/>
                  </a:lnTo>
                  <a:close/>
                  <a:moveTo>
                    <a:pt x="9022080" y="5107051"/>
                  </a:moveTo>
                  <a:lnTo>
                    <a:pt x="9022080" y="5157851"/>
                  </a:lnTo>
                  <a:lnTo>
                    <a:pt x="9022080" y="5107051"/>
                  </a:lnTo>
                  <a:close/>
                  <a:moveTo>
                    <a:pt x="9022080" y="5225542"/>
                  </a:moveTo>
                  <a:lnTo>
                    <a:pt x="9022080" y="5276342"/>
                  </a:lnTo>
                  <a:lnTo>
                    <a:pt x="9022080" y="5225542"/>
                  </a:lnTo>
                  <a:close/>
                  <a:moveTo>
                    <a:pt x="9022080" y="5344033"/>
                  </a:moveTo>
                  <a:lnTo>
                    <a:pt x="9022080" y="5394833"/>
                  </a:lnTo>
                  <a:lnTo>
                    <a:pt x="9022080" y="5344033"/>
                  </a:lnTo>
                  <a:close/>
                  <a:moveTo>
                    <a:pt x="9022080" y="5462524"/>
                  </a:moveTo>
                  <a:lnTo>
                    <a:pt x="9022080" y="5513324"/>
                  </a:lnTo>
                  <a:lnTo>
                    <a:pt x="9022080" y="5462524"/>
                  </a:lnTo>
                  <a:close/>
                  <a:moveTo>
                    <a:pt x="9022080" y="5581015"/>
                  </a:moveTo>
                  <a:lnTo>
                    <a:pt x="9022080" y="5631815"/>
                  </a:lnTo>
                  <a:lnTo>
                    <a:pt x="9022080" y="5581015"/>
                  </a:lnTo>
                  <a:close/>
                  <a:moveTo>
                    <a:pt x="9022080" y="5699506"/>
                  </a:moveTo>
                  <a:lnTo>
                    <a:pt x="9022080" y="5750306"/>
                  </a:lnTo>
                  <a:lnTo>
                    <a:pt x="9022080" y="5699506"/>
                  </a:lnTo>
                  <a:close/>
                  <a:moveTo>
                    <a:pt x="9022080" y="5817997"/>
                  </a:moveTo>
                  <a:lnTo>
                    <a:pt x="9022080" y="5868797"/>
                  </a:lnTo>
                  <a:lnTo>
                    <a:pt x="9022080" y="5817997"/>
                  </a:lnTo>
                  <a:close/>
                  <a:moveTo>
                    <a:pt x="9022080" y="5936488"/>
                  </a:moveTo>
                  <a:lnTo>
                    <a:pt x="9022080" y="5987288"/>
                  </a:lnTo>
                  <a:lnTo>
                    <a:pt x="9022080" y="5936488"/>
                  </a:lnTo>
                  <a:close/>
                  <a:moveTo>
                    <a:pt x="9022080" y="6054979"/>
                  </a:moveTo>
                  <a:lnTo>
                    <a:pt x="9022080" y="6105779"/>
                  </a:lnTo>
                  <a:lnTo>
                    <a:pt x="9022080" y="6054979"/>
                  </a:lnTo>
                  <a:close/>
                  <a:moveTo>
                    <a:pt x="9022080" y="6173470"/>
                  </a:moveTo>
                  <a:lnTo>
                    <a:pt x="9022080" y="6224270"/>
                  </a:lnTo>
                  <a:lnTo>
                    <a:pt x="9022080" y="6173470"/>
                  </a:lnTo>
                  <a:close/>
                  <a:moveTo>
                    <a:pt x="9022080" y="6291961"/>
                  </a:moveTo>
                  <a:lnTo>
                    <a:pt x="9022080" y="6342761"/>
                  </a:lnTo>
                  <a:lnTo>
                    <a:pt x="9022080" y="6291961"/>
                  </a:lnTo>
                  <a:close/>
                  <a:moveTo>
                    <a:pt x="9022080" y="6410452"/>
                  </a:moveTo>
                  <a:lnTo>
                    <a:pt x="9022080" y="6461252"/>
                  </a:lnTo>
                  <a:lnTo>
                    <a:pt x="9022080" y="6410452"/>
                  </a:lnTo>
                  <a:close/>
                  <a:moveTo>
                    <a:pt x="9022080" y="6528943"/>
                  </a:moveTo>
                  <a:lnTo>
                    <a:pt x="9022080" y="6579743"/>
                  </a:lnTo>
                  <a:lnTo>
                    <a:pt x="9022080" y="6528943"/>
                  </a:lnTo>
                  <a:close/>
                  <a:moveTo>
                    <a:pt x="9022080" y="6647434"/>
                  </a:moveTo>
                  <a:lnTo>
                    <a:pt x="9022080" y="6698234"/>
                  </a:lnTo>
                  <a:lnTo>
                    <a:pt x="9022080" y="6647434"/>
                  </a:lnTo>
                  <a:close/>
                  <a:moveTo>
                    <a:pt x="9022080" y="6765925"/>
                  </a:moveTo>
                  <a:lnTo>
                    <a:pt x="9022080" y="6816725"/>
                  </a:lnTo>
                  <a:lnTo>
                    <a:pt x="9022080" y="6765925"/>
                  </a:lnTo>
                  <a:close/>
                  <a:moveTo>
                    <a:pt x="9022080" y="6884416"/>
                  </a:moveTo>
                  <a:lnTo>
                    <a:pt x="9022080" y="6935216"/>
                  </a:lnTo>
                  <a:lnTo>
                    <a:pt x="9022080" y="6884416"/>
                  </a:lnTo>
                  <a:close/>
                  <a:moveTo>
                    <a:pt x="9022080" y="7002907"/>
                  </a:moveTo>
                  <a:lnTo>
                    <a:pt x="9022080" y="7053707"/>
                  </a:lnTo>
                  <a:lnTo>
                    <a:pt x="9022080" y="7002907"/>
                  </a:lnTo>
                  <a:close/>
                  <a:moveTo>
                    <a:pt x="9022080" y="7121398"/>
                  </a:moveTo>
                  <a:lnTo>
                    <a:pt x="9022080" y="7172198"/>
                  </a:lnTo>
                  <a:lnTo>
                    <a:pt x="9022080" y="7121398"/>
                  </a:lnTo>
                  <a:close/>
                  <a:moveTo>
                    <a:pt x="9022080" y="7239889"/>
                  </a:moveTo>
                  <a:lnTo>
                    <a:pt x="9022080" y="7290689"/>
                  </a:lnTo>
                  <a:lnTo>
                    <a:pt x="9022080" y="7239889"/>
                  </a:lnTo>
                  <a:close/>
                  <a:moveTo>
                    <a:pt x="9022080" y="7358380"/>
                  </a:moveTo>
                  <a:lnTo>
                    <a:pt x="9022080" y="7409180"/>
                  </a:lnTo>
                  <a:lnTo>
                    <a:pt x="9022080" y="7358380"/>
                  </a:lnTo>
                  <a:close/>
                  <a:moveTo>
                    <a:pt x="9022080" y="7476871"/>
                  </a:moveTo>
                  <a:lnTo>
                    <a:pt x="9022080" y="7527671"/>
                  </a:lnTo>
                  <a:lnTo>
                    <a:pt x="9022080" y="7476871"/>
                  </a:lnTo>
                  <a:close/>
                  <a:moveTo>
                    <a:pt x="9022080" y="7595362"/>
                  </a:moveTo>
                  <a:lnTo>
                    <a:pt x="9022080" y="7646162"/>
                  </a:lnTo>
                  <a:lnTo>
                    <a:pt x="9022080" y="7595362"/>
                  </a:lnTo>
                  <a:close/>
                  <a:moveTo>
                    <a:pt x="9022080" y="7713853"/>
                  </a:moveTo>
                  <a:lnTo>
                    <a:pt x="9022080" y="7764653"/>
                  </a:lnTo>
                  <a:lnTo>
                    <a:pt x="9022080" y="7713853"/>
                  </a:lnTo>
                  <a:close/>
                  <a:moveTo>
                    <a:pt x="9022080" y="7832344"/>
                  </a:moveTo>
                  <a:lnTo>
                    <a:pt x="9022080" y="7883144"/>
                  </a:lnTo>
                  <a:lnTo>
                    <a:pt x="9022080" y="7832344"/>
                  </a:lnTo>
                  <a:close/>
                  <a:moveTo>
                    <a:pt x="9022080" y="7950835"/>
                  </a:moveTo>
                  <a:lnTo>
                    <a:pt x="9022080" y="8001635"/>
                  </a:lnTo>
                  <a:lnTo>
                    <a:pt x="9022080" y="7950835"/>
                  </a:lnTo>
                  <a:close/>
                  <a:moveTo>
                    <a:pt x="9022080" y="8069326"/>
                  </a:moveTo>
                  <a:lnTo>
                    <a:pt x="9022080" y="8120126"/>
                  </a:lnTo>
                  <a:lnTo>
                    <a:pt x="9022080" y="8069326"/>
                  </a:lnTo>
                  <a:close/>
                  <a:moveTo>
                    <a:pt x="9022080" y="8187817"/>
                  </a:moveTo>
                  <a:lnTo>
                    <a:pt x="9022080" y="8238617"/>
                  </a:lnTo>
                  <a:lnTo>
                    <a:pt x="9022080" y="8187817"/>
                  </a:lnTo>
                  <a:close/>
                  <a:moveTo>
                    <a:pt x="9022080" y="8306308"/>
                  </a:moveTo>
                  <a:lnTo>
                    <a:pt x="9022080" y="8357108"/>
                  </a:lnTo>
                  <a:lnTo>
                    <a:pt x="9022080" y="8306308"/>
                  </a:lnTo>
                  <a:close/>
                  <a:moveTo>
                    <a:pt x="9022080" y="8424799"/>
                  </a:moveTo>
                  <a:lnTo>
                    <a:pt x="9022080" y="8475599"/>
                  </a:lnTo>
                  <a:lnTo>
                    <a:pt x="9022080" y="8424799"/>
                  </a:lnTo>
                  <a:close/>
                  <a:moveTo>
                    <a:pt x="9022080" y="8543290"/>
                  </a:moveTo>
                  <a:lnTo>
                    <a:pt x="9022080" y="8594090"/>
                  </a:lnTo>
                  <a:lnTo>
                    <a:pt x="9022080" y="8543290"/>
                  </a:lnTo>
                  <a:close/>
                  <a:moveTo>
                    <a:pt x="9022080" y="8661781"/>
                  </a:moveTo>
                  <a:lnTo>
                    <a:pt x="9022080" y="8712581"/>
                  </a:lnTo>
                  <a:lnTo>
                    <a:pt x="9022080" y="8661781"/>
                  </a:lnTo>
                  <a:close/>
                  <a:moveTo>
                    <a:pt x="9022080" y="8780272"/>
                  </a:moveTo>
                  <a:lnTo>
                    <a:pt x="9022080" y="8831072"/>
                  </a:lnTo>
                  <a:lnTo>
                    <a:pt x="9022080" y="8780272"/>
                  </a:lnTo>
                  <a:close/>
                  <a:moveTo>
                    <a:pt x="9022080" y="8898763"/>
                  </a:moveTo>
                  <a:lnTo>
                    <a:pt x="9022080" y="8949563"/>
                  </a:lnTo>
                  <a:lnTo>
                    <a:pt x="9022080" y="8898763"/>
                  </a:lnTo>
                  <a:close/>
                  <a:moveTo>
                    <a:pt x="9022080" y="9017254"/>
                  </a:moveTo>
                  <a:lnTo>
                    <a:pt x="9022080" y="9068054"/>
                  </a:lnTo>
                  <a:lnTo>
                    <a:pt x="9022080" y="9017254"/>
                  </a:lnTo>
                  <a:close/>
                  <a:moveTo>
                    <a:pt x="9022080" y="9135745"/>
                  </a:moveTo>
                  <a:lnTo>
                    <a:pt x="9022080" y="9186545"/>
                  </a:lnTo>
                  <a:lnTo>
                    <a:pt x="9022080" y="9135745"/>
                  </a:lnTo>
                  <a:close/>
                  <a:moveTo>
                    <a:pt x="9022080" y="9254236"/>
                  </a:moveTo>
                  <a:lnTo>
                    <a:pt x="9022080" y="9305036"/>
                  </a:lnTo>
                  <a:lnTo>
                    <a:pt x="9022080" y="9254236"/>
                  </a:lnTo>
                  <a:close/>
                  <a:moveTo>
                    <a:pt x="9022080" y="9372727"/>
                  </a:moveTo>
                  <a:lnTo>
                    <a:pt x="9022080" y="9423527"/>
                  </a:lnTo>
                  <a:lnTo>
                    <a:pt x="9022080" y="9372727"/>
                  </a:lnTo>
                  <a:close/>
                  <a:moveTo>
                    <a:pt x="9022080" y="9491218"/>
                  </a:moveTo>
                  <a:lnTo>
                    <a:pt x="9022080" y="9542018"/>
                  </a:lnTo>
                  <a:lnTo>
                    <a:pt x="9022080" y="9491218"/>
                  </a:lnTo>
                  <a:close/>
                  <a:moveTo>
                    <a:pt x="9022080" y="9609709"/>
                  </a:moveTo>
                  <a:lnTo>
                    <a:pt x="9022080" y="9660509"/>
                  </a:lnTo>
                  <a:lnTo>
                    <a:pt x="9022080" y="9609709"/>
                  </a:lnTo>
                  <a:close/>
                  <a:moveTo>
                    <a:pt x="9022080" y="9728200"/>
                  </a:moveTo>
                  <a:lnTo>
                    <a:pt x="9022080" y="9779000"/>
                  </a:lnTo>
                  <a:lnTo>
                    <a:pt x="9022080" y="9728200"/>
                  </a:lnTo>
                  <a:close/>
                  <a:moveTo>
                    <a:pt x="9022080" y="9846691"/>
                  </a:moveTo>
                  <a:lnTo>
                    <a:pt x="9022080" y="9897491"/>
                  </a:lnTo>
                  <a:lnTo>
                    <a:pt x="9022080" y="9846691"/>
                  </a:lnTo>
                  <a:close/>
                  <a:moveTo>
                    <a:pt x="9022080" y="9965182"/>
                  </a:moveTo>
                  <a:lnTo>
                    <a:pt x="9022080" y="10015982"/>
                  </a:lnTo>
                  <a:lnTo>
                    <a:pt x="9022080" y="9965182"/>
                  </a:lnTo>
                  <a:close/>
                  <a:moveTo>
                    <a:pt x="9022080" y="10083673"/>
                  </a:moveTo>
                  <a:lnTo>
                    <a:pt x="9022080" y="10134473"/>
                  </a:lnTo>
                  <a:lnTo>
                    <a:pt x="9022080" y="10083673"/>
                  </a:lnTo>
                  <a:close/>
                  <a:moveTo>
                    <a:pt x="9022080" y="10202164"/>
                  </a:moveTo>
                  <a:lnTo>
                    <a:pt x="9022080" y="10252964"/>
                  </a:lnTo>
                  <a:lnTo>
                    <a:pt x="9022080" y="10202164"/>
                  </a:lnTo>
                  <a:close/>
                  <a:moveTo>
                    <a:pt x="9022080" y="10320655"/>
                  </a:moveTo>
                  <a:lnTo>
                    <a:pt x="9022080" y="10371455"/>
                  </a:lnTo>
                  <a:lnTo>
                    <a:pt x="9022080" y="10320655"/>
                  </a:lnTo>
                  <a:close/>
                  <a:moveTo>
                    <a:pt x="9022080" y="10439146"/>
                  </a:moveTo>
                  <a:lnTo>
                    <a:pt x="9022080" y="10489946"/>
                  </a:lnTo>
                  <a:lnTo>
                    <a:pt x="9022080" y="10439146"/>
                  </a:lnTo>
                  <a:close/>
                  <a:moveTo>
                    <a:pt x="8962772" y="10515346"/>
                  </a:moveTo>
                  <a:lnTo>
                    <a:pt x="8911972" y="10515346"/>
                  </a:lnTo>
                  <a:lnTo>
                    <a:pt x="8911972" y="10485120"/>
                  </a:lnTo>
                  <a:lnTo>
                    <a:pt x="8962772" y="10485120"/>
                  </a:lnTo>
                  <a:close/>
                  <a:moveTo>
                    <a:pt x="8844280" y="10485120"/>
                  </a:moveTo>
                  <a:lnTo>
                    <a:pt x="8793480" y="10485120"/>
                  </a:lnTo>
                  <a:lnTo>
                    <a:pt x="8844280" y="10485120"/>
                  </a:lnTo>
                  <a:close/>
                  <a:moveTo>
                    <a:pt x="8725789" y="10485120"/>
                  </a:moveTo>
                  <a:lnTo>
                    <a:pt x="8674989" y="10485120"/>
                  </a:lnTo>
                  <a:lnTo>
                    <a:pt x="8725789" y="10485120"/>
                  </a:lnTo>
                  <a:close/>
                  <a:moveTo>
                    <a:pt x="8607299" y="10485120"/>
                  </a:moveTo>
                  <a:lnTo>
                    <a:pt x="8556499" y="10485120"/>
                  </a:lnTo>
                  <a:lnTo>
                    <a:pt x="8607299" y="10485120"/>
                  </a:lnTo>
                  <a:close/>
                  <a:moveTo>
                    <a:pt x="8488807" y="10485120"/>
                  </a:moveTo>
                  <a:lnTo>
                    <a:pt x="8438007" y="10485120"/>
                  </a:lnTo>
                  <a:lnTo>
                    <a:pt x="8488807" y="10485120"/>
                  </a:lnTo>
                  <a:close/>
                  <a:moveTo>
                    <a:pt x="8370316" y="10485120"/>
                  </a:moveTo>
                  <a:lnTo>
                    <a:pt x="8319516" y="10485120"/>
                  </a:lnTo>
                  <a:lnTo>
                    <a:pt x="8370316" y="10485120"/>
                  </a:lnTo>
                  <a:close/>
                  <a:moveTo>
                    <a:pt x="8251825" y="10485120"/>
                  </a:moveTo>
                  <a:lnTo>
                    <a:pt x="8201025" y="10485120"/>
                  </a:lnTo>
                  <a:lnTo>
                    <a:pt x="8251825" y="10485120"/>
                  </a:lnTo>
                  <a:close/>
                  <a:moveTo>
                    <a:pt x="8133335" y="10485120"/>
                  </a:moveTo>
                  <a:lnTo>
                    <a:pt x="8082535" y="10485120"/>
                  </a:lnTo>
                  <a:lnTo>
                    <a:pt x="8133335" y="10485120"/>
                  </a:lnTo>
                  <a:close/>
                  <a:moveTo>
                    <a:pt x="8014843" y="10485120"/>
                  </a:moveTo>
                  <a:lnTo>
                    <a:pt x="7964043" y="10485120"/>
                  </a:lnTo>
                  <a:lnTo>
                    <a:pt x="8014843" y="10485120"/>
                  </a:lnTo>
                  <a:close/>
                  <a:moveTo>
                    <a:pt x="7896352" y="10485120"/>
                  </a:moveTo>
                  <a:lnTo>
                    <a:pt x="7845552" y="10485120"/>
                  </a:lnTo>
                  <a:lnTo>
                    <a:pt x="7896352" y="10485120"/>
                  </a:lnTo>
                  <a:close/>
                  <a:moveTo>
                    <a:pt x="7777862" y="10485120"/>
                  </a:moveTo>
                  <a:lnTo>
                    <a:pt x="7727062" y="10485120"/>
                  </a:lnTo>
                  <a:lnTo>
                    <a:pt x="7777862" y="10485120"/>
                  </a:lnTo>
                  <a:close/>
                  <a:moveTo>
                    <a:pt x="7659370" y="10485120"/>
                  </a:moveTo>
                  <a:lnTo>
                    <a:pt x="7608570" y="10485120"/>
                  </a:lnTo>
                  <a:lnTo>
                    <a:pt x="7659370" y="10485120"/>
                  </a:lnTo>
                  <a:close/>
                  <a:moveTo>
                    <a:pt x="7540879" y="10485120"/>
                  </a:moveTo>
                  <a:lnTo>
                    <a:pt x="7490079" y="10485120"/>
                  </a:lnTo>
                  <a:lnTo>
                    <a:pt x="7540879" y="10485120"/>
                  </a:lnTo>
                  <a:close/>
                  <a:moveTo>
                    <a:pt x="7422388" y="10485120"/>
                  </a:moveTo>
                  <a:lnTo>
                    <a:pt x="7371588" y="10485120"/>
                  </a:lnTo>
                  <a:lnTo>
                    <a:pt x="7422388" y="10485120"/>
                  </a:lnTo>
                  <a:close/>
                  <a:moveTo>
                    <a:pt x="7303898" y="10485120"/>
                  </a:moveTo>
                  <a:lnTo>
                    <a:pt x="7253098" y="10485120"/>
                  </a:lnTo>
                  <a:lnTo>
                    <a:pt x="7303898" y="10485120"/>
                  </a:lnTo>
                  <a:close/>
                  <a:moveTo>
                    <a:pt x="7185406" y="10485120"/>
                  </a:moveTo>
                  <a:lnTo>
                    <a:pt x="7134606" y="10485120"/>
                  </a:lnTo>
                  <a:lnTo>
                    <a:pt x="7185406" y="10485120"/>
                  </a:lnTo>
                  <a:close/>
                  <a:moveTo>
                    <a:pt x="7066915" y="10485120"/>
                  </a:moveTo>
                  <a:lnTo>
                    <a:pt x="7016115" y="10485120"/>
                  </a:lnTo>
                  <a:lnTo>
                    <a:pt x="7066915" y="10485120"/>
                  </a:lnTo>
                  <a:close/>
                  <a:moveTo>
                    <a:pt x="6948425" y="10485120"/>
                  </a:moveTo>
                  <a:lnTo>
                    <a:pt x="6897625" y="10485120"/>
                  </a:lnTo>
                  <a:lnTo>
                    <a:pt x="6948425" y="10485120"/>
                  </a:lnTo>
                  <a:close/>
                  <a:moveTo>
                    <a:pt x="6829933" y="10485120"/>
                  </a:moveTo>
                  <a:lnTo>
                    <a:pt x="6779133" y="10485120"/>
                  </a:lnTo>
                  <a:lnTo>
                    <a:pt x="6829933" y="10485120"/>
                  </a:lnTo>
                  <a:close/>
                  <a:moveTo>
                    <a:pt x="6711442" y="10485120"/>
                  </a:moveTo>
                  <a:lnTo>
                    <a:pt x="6660642" y="10485120"/>
                  </a:lnTo>
                  <a:lnTo>
                    <a:pt x="6711442" y="10485120"/>
                  </a:lnTo>
                  <a:close/>
                  <a:moveTo>
                    <a:pt x="6592951" y="10485120"/>
                  </a:moveTo>
                  <a:lnTo>
                    <a:pt x="6542151" y="10485120"/>
                  </a:lnTo>
                  <a:lnTo>
                    <a:pt x="6592951" y="10485120"/>
                  </a:lnTo>
                  <a:close/>
                  <a:moveTo>
                    <a:pt x="6474460" y="10485120"/>
                  </a:moveTo>
                  <a:lnTo>
                    <a:pt x="6423660" y="10485120"/>
                  </a:lnTo>
                  <a:lnTo>
                    <a:pt x="6474460" y="10485120"/>
                  </a:lnTo>
                  <a:close/>
                  <a:moveTo>
                    <a:pt x="6355969" y="10485120"/>
                  </a:moveTo>
                  <a:lnTo>
                    <a:pt x="6305169" y="10485120"/>
                  </a:lnTo>
                  <a:lnTo>
                    <a:pt x="6355969" y="10485120"/>
                  </a:lnTo>
                  <a:close/>
                  <a:moveTo>
                    <a:pt x="6237478" y="10485120"/>
                  </a:moveTo>
                  <a:lnTo>
                    <a:pt x="6186678" y="10485120"/>
                  </a:lnTo>
                  <a:lnTo>
                    <a:pt x="6237478" y="10485120"/>
                  </a:lnTo>
                  <a:close/>
                  <a:moveTo>
                    <a:pt x="6118987" y="10485120"/>
                  </a:moveTo>
                  <a:lnTo>
                    <a:pt x="6068187" y="10485120"/>
                  </a:lnTo>
                  <a:lnTo>
                    <a:pt x="6118987" y="10485120"/>
                  </a:lnTo>
                  <a:close/>
                  <a:moveTo>
                    <a:pt x="6000497" y="10485120"/>
                  </a:moveTo>
                  <a:lnTo>
                    <a:pt x="5949697" y="10485120"/>
                  </a:lnTo>
                  <a:lnTo>
                    <a:pt x="6000497" y="10485120"/>
                  </a:lnTo>
                  <a:close/>
                  <a:moveTo>
                    <a:pt x="5882005" y="10485120"/>
                  </a:moveTo>
                  <a:lnTo>
                    <a:pt x="5831205" y="10485120"/>
                  </a:lnTo>
                  <a:lnTo>
                    <a:pt x="5882005" y="10485120"/>
                  </a:lnTo>
                  <a:close/>
                  <a:moveTo>
                    <a:pt x="5763514" y="10485120"/>
                  </a:moveTo>
                  <a:lnTo>
                    <a:pt x="5712714" y="10485120"/>
                  </a:lnTo>
                  <a:lnTo>
                    <a:pt x="5763514" y="10485120"/>
                  </a:lnTo>
                  <a:close/>
                  <a:moveTo>
                    <a:pt x="5645023" y="10485120"/>
                  </a:moveTo>
                  <a:lnTo>
                    <a:pt x="5594223" y="10485120"/>
                  </a:lnTo>
                  <a:lnTo>
                    <a:pt x="5645023" y="10485120"/>
                  </a:lnTo>
                  <a:close/>
                  <a:moveTo>
                    <a:pt x="5526532" y="10485120"/>
                  </a:moveTo>
                  <a:lnTo>
                    <a:pt x="5475732" y="10485120"/>
                  </a:lnTo>
                  <a:lnTo>
                    <a:pt x="5526532" y="10485120"/>
                  </a:lnTo>
                  <a:close/>
                  <a:moveTo>
                    <a:pt x="5408041" y="10485120"/>
                  </a:moveTo>
                  <a:lnTo>
                    <a:pt x="5357241" y="10485120"/>
                  </a:lnTo>
                  <a:lnTo>
                    <a:pt x="5408041" y="10485120"/>
                  </a:lnTo>
                  <a:close/>
                  <a:moveTo>
                    <a:pt x="5289550" y="10485120"/>
                  </a:moveTo>
                  <a:lnTo>
                    <a:pt x="5238750" y="10485120"/>
                  </a:lnTo>
                  <a:lnTo>
                    <a:pt x="5289550" y="10485120"/>
                  </a:lnTo>
                  <a:close/>
                  <a:moveTo>
                    <a:pt x="5171059" y="10485120"/>
                  </a:moveTo>
                  <a:lnTo>
                    <a:pt x="5120259" y="10485120"/>
                  </a:lnTo>
                  <a:lnTo>
                    <a:pt x="5171059" y="10485120"/>
                  </a:lnTo>
                  <a:close/>
                  <a:moveTo>
                    <a:pt x="5052568" y="10485120"/>
                  </a:moveTo>
                  <a:lnTo>
                    <a:pt x="5001768" y="10485120"/>
                  </a:lnTo>
                  <a:lnTo>
                    <a:pt x="5052568" y="10485120"/>
                  </a:lnTo>
                  <a:close/>
                  <a:moveTo>
                    <a:pt x="4934078" y="10485120"/>
                  </a:moveTo>
                  <a:lnTo>
                    <a:pt x="4883278" y="10485120"/>
                  </a:lnTo>
                  <a:lnTo>
                    <a:pt x="4934078" y="10485120"/>
                  </a:lnTo>
                  <a:close/>
                  <a:moveTo>
                    <a:pt x="4815586" y="10485120"/>
                  </a:moveTo>
                  <a:lnTo>
                    <a:pt x="4764786" y="10485120"/>
                  </a:lnTo>
                  <a:lnTo>
                    <a:pt x="4815586" y="10485120"/>
                  </a:lnTo>
                  <a:close/>
                  <a:moveTo>
                    <a:pt x="4697095" y="10485120"/>
                  </a:moveTo>
                  <a:lnTo>
                    <a:pt x="4646295" y="10485120"/>
                  </a:lnTo>
                  <a:lnTo>
                    <a:pt x="4697095" y="10485120"/>
                  </a:lnTo>
                  <a:close/>
                  <a:moveTo>
                    <a:pt x="4578604" y="10485120"/>
                  </a:moveTo>
                  <a:lnTo>
                    <a:pt x="4527804" y="10485120"/>
                  </a:lnTo>
                  <a:lnTo>
                    <a:pt x="4578604" y="10485120"/>
                  </a:lnTo>
                  <a:close/>
                  <a:moveTo>
                    <a:pt x="4460113" y="10485120"/>
                  </a:moveTo>
                  <a:lnTo>
                    <a:pt x="4409313" y="10485120"/>
                  </a:lnTo>
                  <a:lnTo>
                    <a:pt x="4460113" y="10485120"/>
                  </a:lnTo>
                  <a:close/>
                  <a:moveTo>
                    <a:pt x="4341622" y="10485120"/>
                  </a:moveTo>
                  <a:lnTo>
                    <a:pt x="4290822" y="10485120"/>
                  </a:lnTo>
                  <a:lnTo>
                    <a:pt x="4341622" y="10485120"/>
                  </a:lnTo>
                  <a:close/>
                  <a:moveTo>
                    <a:pt x="4223131" y="10485120"/>
                  </a:moveTo>
                  <a:lnTo>
                    <a:pt x="4172331" y="10485120"/>
                  </a:lnTo>
                  <a:lnTo>
                    <a:pt x="4223131" y="10485120"/>
                  </a:lnTo>
                  <a:close/>
                  <a:moveTo>
                    <a:pt x="4104641" y="10485120"/>
                  </a:moveTo>
                  <a:lnTo>
                    <a:pt x="4053841" y="10485120"/>
                  </a:lnTo>
                  <a:lnTo>
                    <a:pt x="4104641" y="10485120"/>
                  </a:lnTo>
                  <a:close/>
                  <a:moveTo>
                    <a:pt x="3986149" y="10485120"/>
                  </a:moveTo>
                  <a:lnTo>
                    <a:pt x="3935349" y="10485120"/>
                  </a:lnTo>
                  <a:lnTo>
                    <a:pt x="3986149" y="10485120"/>
                  </a:lnTo>
                  <a:close/>
                  <a:moveTo>
                    <a:pt x="3867658" y="10485120"/>
                  </a:moveTo>
                  <a:lnTo>
                    <a:pt x="3816858" y="10485120"/>
                  </a:lnTo>
                  <a:lnTo>
                    <a:pt x="3867658" y="10485120"/>
                  </a:lnTo>
                  <a:close/>
                  <a:moveTo>
                    <a:pt x="3749167" y="10485120"/>
                  </a:moveTo>
                  <a:lnTo>
                    <a:pt x="3698367" y="10485120"/>
                  </a:lnTo>
                  <a:lnTo>
                    <a:pt x="3749167" y="10485120"/>
                  </a:lnTo>
                  <a:close/>
                  <a:moveTo>
                    <a:pt x="3630676" y="10485120"/>
                  </a:moveTo>
                  <a:lnTo>
                    <a:pt x="3579876" y="10485120"/>
                  </a:lnTo>
                  <a:lnTo>
                    <a:pt x="3630676" y="10485120"/>
                  </a:lnTo>
                  <a:close/>
                  <a:moveTo>
                    <a:pt x="3512185" y="10485120"/>
                  </a:moveTo>
                  <a:lnTo>
                    <a:pt x="3461385" y="10485120"/>
                  </a:lnTo>
                  <a:lnTo>
                    <a:pt x="3512185" y="10485120"/>
                  </a:lnTo>
                  <a:close/>
                  <a:moveTo>
                    <a:pt x="3393694" y="10485120"/>
                  </a:moveTo>
                  <a:lnTo>
                    <a:pt x="3342894" y="10485120"/>
                  </a:lnTo>
                  <a:lnTo>
                    <a:pt x="3393694" y="10485120"/>
                  </a:lnTo>
                  <a:close/>
                  <a:moveTo>
                    <a:pt x="3275203" y="10485120"/>
                  </a:moveTo>
                  <a:lnTo>
                    <a:pt x="3224403" y="10485120"/>
                  </a:lnTo>
                  <a:lnTo>
                    <a:pt x="3275203" y="10485120"/>
                  </a:lnTo>
                  <a:close/>
                  <a:moveTo>
                    <a:pt x="3156712" y="10485120"/>
                  </a:moveTo>
                  <a:lnTo>
                    <a:pt x="3105912" y="10485120"/>
                  </a:lnTo>
                  <a:lnTo>
                    <a:pt x="3156712" y="10485120"/>
                  </a:lnTo>
                  <a:close/>
                  <a:moveTo>
                    <a:pt x="3038221" y="10485120"/>
                  </a:moveTo>
                  <a:lnTo>
                    <a:pt x="2987421" y="10485120"/>
                  </a:lnTo>
                  <a:lnTo>
                    <a:pt x="3038221" y="10485120"/>
                  </a:lnTo>
                  <a:close/>
                  <a:moveTo>
                    <a:pt x="2919730" y="10485120"/>
                  </a:moveTo>
                  <a:lnTo>
                    <a:pt x="2868930" y="10485120"/>
                  </a:lnTo>
                  <a:lnTo>
                    <a:pt x="2919730" y="10485120"/>
                  </a:lnTo>
                  <a:close/>
                  <a:moveTo>
                    <a:pt x="2801239" y="10485120"/>
                  </a:moveTo>
                  <a:lnTo>
                    <a:pt x="2750439" y="10485120"/>
                  </a:lnTo>
                  <a:lnTo>
                    <a:pt x="2801239" y="10485120"/>
                  </a:lnTo>
                  <a:close/>
                  <a:moveTo>
                    <a:pt x="2682748" y="10485120"/>
                  </a:moveTo>
                  <a:lnTo>
                    <a:pt x="2631948" y="10485120"/>
                  </a:lnTo>
                  <a:lnTo>
                    <a:pt x="2682748" y="10485120"/>
                  </a:lnTo>
                  <a:close/>
                  <a:moveTo>
                    <a:pt x="2564257" y="10485120"/>
                  </a:moveTo>
                  <a:lnTo>
                    <a:pt x="2513457" y="10485120"/>
                  </a:lnTo>
                  <a:lnTo>
                    <a:pt x="2564257" y="10485120"/>
                  </a:lnTo>
                  <a:close/>
                  <a:moveTo>
                    <a:pt x="2445766" y="10485120"/>
                  </a:moveTo>
                  <a:lnTo>
                    <a:pt x="2394966" y="10485120"/>
                  </a:lnTo>
                  <a:lnTo>
                    <a:pt x="2445766" y="10485120"/>
                  </a:lnTo>
                  <a:close/>
                  <a:moveTo>
                    <a:pt x="2327275" y="10485120"/>
                  </a:moveTo>
                  <a:lnTo>
                    <a:pt x="2276475" y="10485120"/>
                  </a:lnTo>
                  <a:lnTo>
                    <a:pt x="2327275" y="10485120"/>
                  </a:lnTo>
                  <a:close/>
                  <a:moveTo>
                    <a:pt x="2208784" y="10485120"/>
                  </a:moveTo>
                  <a:lnTo>
                    <a:pt x="2157984" y="10485120"/>
                  </a:lnTo>
                  <a:lnTo>
                    <a:pt x="2208784" y="10485120"/>
                  </a:lnTo>
                  <a:close/>
                  <a:moveTo>
                    <a:pt x="2090293" y="10485120"/>
                  </a:moveTo>
                  <a:lnTo>
                    <a:pt x="2039493" y="10485120"/>
                  </a:lnTo>
                  <a:lnTo>
                    <a:pt x="2090293" y="10485120"/>
                  </a:lnTo>
                  <a:close/>
                  <a:moveTo>
                    <a:pt x="1971802" y="10485120"/>
                  </a:moveTo>
                  <a:lnTo>
                    <a:pt x="1921002" y="10485120"/>
                  </a:lnTo>
                  <a:lnTo>
                    <a:pt x="1971802" y="10485120"/>
                  </a:lnTo>
                  <a:close/>
                  <a:moveTo>
                    <a:pt x="1853311" y="10485120"/>
                  </a:moveTo>
                  <a:lnTo>
                    <a:pt x="1802511" y="10485120"/>
                  </a:lnTo>
                  <a:lnTo>
                    <a:pt x="1853311" y="10485120"/>
                  </a:lnTo>
                  <a:close/>
                  <a:moveTo>
                    <a:pt x="1734820" y="10485120"/>
                  </a:moveTo>
                  <a:lnTo>
                    <a:pt x="1684020" y="10485120"/>
                  </a:lnTo>
                  <a:lnTo>
                    <a:pt x="1734820" y="10485120"/>
                  </a:lnTo>
                  <a:close/>
                  <a:moveTo>
                    <a:pt x="1616329" y="10485120"/>
                  </a:moveTo>
                  <a:lnTo>
                    <a:pt x="1565529" y="10485120"/>
                  </a:lnTo>
                  <a:lnTo>
                    <a:pt x="1616329" y="10485120"/>
                  </a:lnTo>
                  <a:close/>
                  <a:moveTo>
                    <a:pt x="1497838" y="10485120"/>
                  </a:moveTo>
                  <a:lnTo>
                    <a:pt x="1447038" y="10485120"/>
                  </a:lnTo>
                  <a:lnTo>
                    <a:pt x="1497838" y="10485120"/>
                  </a:lnTo>
                  <a:close/>
                  <a:moveTo>
                    <a:pt x="1379347" y="10485120"/>
                  </a:moveTo>
                  <a:lnTo>
                    <a:pt x="1328547" y="10485120"/>
                  </a:lnTo>
                  <a:lnTo>
                    <a:pt x="1379347" y="10485120"/>
                  </a:lnTo>
                  <a:close/>
                  <a:moveTo>
                    <a:pt x="1260856" y="10485120"/>
                  </a:moveTo>
                  <a:lnTo>
                    <a:pt x="1210056" y="10485120"/>
                  </a:lnTo>
                  <a:lnTo>
                    <a:pt x="1260856" y="10485120"/>
                  </a:lnTo>
                  <a:close/>
                  <a:moveTo>
                    <a:pt x="1142365" y="10485120"/>
                  </a:moveTo>
                  <a:lnTo>
                    <a:pt x="1091565" y="10485120"/>
                  </a:lnTo>
                  <a:lnTo>
                    <a:pt x="1142365" y="10485120"/>
                  </a:lnTo>
                  <a:close/>
                  <a:moveTo>
                    <a:pt x="1023874" y="10485120"/>
                  </a:moveTo>
                  <a:lnTo>
                    <a:pt x="973074" y="10485120"/>
                  </a:lnTo>
                  <a:lnTo>
                    <a:pt x="1023874" y="10485120"/>
                  </a:lnTo>
                  <a:close/>
                  <a:moveTo>
                    <a:pt x="905383" y="10485120"/>
                  </a:moveTo>
                  <a:lnTo>
                    <a:pt x="854583" y="10485120"/>
                  </a:lnTo>
                  <a:lnTo>
                    <a:pt x="905383" y="10485120"/>
                  </a:lnTo>
                  <a:close/>
                  <a:moveTo>
                    <a:pt x="786892" y="10485120"/>
                  </a:moveTo>
                  <a:lnTo>
                    <a:pt x="736092" y="10485120"/>
                  </a:lnTo>
                  <a:lnTo>
                    <a:pt x="786892" y="10485120"/>
                  </a:lnTo>
                  <a:close/>
                  <a:moveTo>
                    <a:pt x="668401" y="10485120"/>
                  </a:moveTo>
                  <a:lnTo>
                    <a:pt x="617601" y="10485120"/>
                  </a:lnTo>
                  <a:lnTo>
                    <a:pt x="668401" y="10485120"/>
                  </a:lnTo>
                  <a:close/>
                  <a:moveTo>
                    <a:pt x="549910" y="10485120"/>
                  </a:moveTo>
                  <a:lnTo>
                    <a:pt x="499110" y="10485120"/>
                  </a:lnTo>
                  <a:lnTo>
                    <a:pt x="549910" y="10485120"/>
                  </a:lnTo>
                  <a:close/>
                  <a:moveTo>
                    <a:pt x="431419" y="10485120"/>
                  </a:moveTo>
                  <a:lnTo>
                    <a:pt x="380619" y="10485120"/>
                  </a:lnTo>
                  <a:lnTo>
                    <a:pt x="431419" y="10485120"/>
                  </a:lnTo>
                  <a:close/>
                  <a:moveTo>
                    <a:pt x="312928" y="10485120"/>
                  </a:moveTo>
                  <a:lnTo>
                    <a:pt x="262128" y="10485120"/>
                  </a:lnTo>
                  <a:lnTo>
                    <a:pt x="312928" y="10485120"/>
                  </a:lnTo>
                  <a:close/>
                  <a:moveTo>
                    <a:pt x="194437" y="10485120"/>
                  </a:moveTo>
                  <a:lnTo>
                    <a:pt x="143637" y="10485120"/>
                  </a:lnTo>
                  <a:lnTo>
                    <a:pt x="194437" y="10485120"/>
                  </a:lnTo>
                  <a:close/>
                  <a:moveTo>
                    <a:pt x="75946" y="10485120"/>
                  </a:moveTo>
                  <a:lnTo>
                    <a:pt x="25146" y="10485120"/>
                  </a:lnTo>
                  <a:lnTo>
                    <a:pt x="75946" y="10485120"/>
                  </a:lnTo>
                  <a:close/>
                  <a:moveTo>
                    <a:pt x="0" y="10456291"/>
                  </a:moveTo>
                  <a:lnTo>
                    <a:pt x="0" y="10405491"/>
                  </a:lnTo>
                  <a:lnTo>
                    <a:pt x="16891" y="10405491"/>
                  </a:lnTo>
                  <a:lnTo>
                    <a:pt x="16891" y="10456291"/>
                  </a:lnTo>
                  <a:close/>
                  <a:moveTo>
                    <a:pt x="0" y="10337800"/>
                  </a:moveTo>
                  <a:lnTo>
                    <a:pt x="0" y="10287000"/>
                  </a:lnTo>
                  <a:lnTo>
                    <a:pt x="16891" y="10287000"/>
                  </a:lnTo>
                  <a:lnTo>
                    <a:pt x="16891" y="10337800"/>
                  </a:lnTo>
                  <a:close/>
                  <a:moveTo>
                    <a:pt x="16891" y="10219309"/>
                  </a:moveTo>
                  <a:lnTo>
                    <a:pt x="16891" y="10168509"/>
                  </a:lnTo>
                  <a:lnTo>
                    <a:pt x="16891" y="10219309"/>
                  </a:lnTo>
                  <a:close/>
                  <a:moveTo>
                    <a:pt x="16891" y="10100818"/>
                  </a:moveTo>
                  <a:lnTo>
                    <a:pt x="16891" y="10050018"/>
                  </a:lnTo>
                  <a:lnTo>
                    <a:pt x="16891" y="10100818"/>
                  </a:lnTo>
                  <a:close/>
                  <a:moveTo>
                    <a:pt x="0" y="9982200"/>
                  </a:moveTo>
                  <a:lnTo>
                    <a:pt x="0" y="9931400"/>
                  </a:lnTo>
                  <a:lnTo>
                    <a:pt x="16891" y="9931400"/>
                  </a:lnTo>
                  <a:lnTo>
                    <a:pt x="16891" y="9982200"/>
                  </a:lnTo>
                  <a:close/>
                  <a:moveTo>
                    <a:pt x="16891" y="9863709"/>
                  </a:moveTo>
                  <a:lnTo>
                    <a:pt x="16891" y="9812909"/>
                  </a:lnTo>
                  <a:lnTo>
                    <a:pt x="16891" y="9863709"/>
                  </a:lnTo>
                  <a:close/>
                  <a:moveTo>
                    <a:pt x="16891" y="9745218"/>
                  </a:moveTo>
                  <a:lnTo>
                    <a:pt x="16891" y="9694418"/>
                  </a:lnTo>
                  <a:lnTo>
                    <a:pt x="16891" y="9745218"/>
                  </a:lnTo>
                  <a:close/>
                  <a:moveTo>
                    <a:pt x="0" y="9626600"/>
                  </a:moveTo>
                  <a:lnTo>
                    <a:pt x="0" y="9575800"/>
                  </a:lnTo>
                  <a:lnTo>
                    <a:pt x="16891" y="9575800"/>
                  </a:lnTo>
                  <a:lnTo>
                    <a:pt x="16891" y="9626600"/>
                  </a:lnTo>
                  <a:close/>
                  <a:moveTo>
                    <a:pt x="16891" y="9508109"/>
                  </a:moveTo>
                  <a:lnTo>
                    <a:pt x="16891" y="9457309"/>
                  </a:lnTo>
                  <a:lnTo>
                    <a:pt x="16891" y="9508109"/>
                  </a:lnTo>
                  <a:close/>
                  <a:moveTo>
                    <a:pt x="16891" y="9389618"/>
                  </a:moveTo>
                  <a:lnTo>
                    <a:pt x="16891" y="9338818"/>
                  </a:lnTo>
                  <a:lnTo>
                    <a:pt x="16891" y="9389618"/>
                  </a:lnTo>
                  <a:close/>
                  <a:moveTo>
                    <a:pt x="0" y="9271000"/>
                  </a:moveTo>
                  <a:lnTo>
                    <a:pt x="0" y="9220200"/>
                  </a:lnTo>
                  <a:lnTo>
                    <a:pt x="16891" y="9220200"/>
                  </a:lnTo>
                  <a:lnTo>
                    <a:pt x="16891" y="9271000"/>
                  </a:lnTo>
                  <a:close/>
                  <a:moveTo>
                    <a:pt x="16891" y="9152509"/>
                  </a:moveTo>
                  <a:lnTo>
                    <a:pt x="16891" y="9101709"/>
                  </a:lnTo>
                  <a:lnTo>
                    <a:pt x="16891" y="9152509"/>
                  </a:lnTo>
                  <a:close/>
                  <a:moveTo>
                    <a:pt x="16891" y="9034018"/>
                  </a:moveTo>
                  <a:lnTo>
                    <a:pt x="16891" y="8983218"/>
                  </a:lnTo>
                  <a:lnTo>
                    <a:pt x="16891" y="9034018"/>
                  </a:lnTo>
                  <a:close/>
                  <a:moveTo>
                    <a:pt x="0" y="8915400"/>
                  </a:moveTo>
                  <a:lnTo>
                    <a:pt x="0" y="8864600"/>
                  </a:lnTo>
                  <a:lnTo>
                    <a:pt x="16891" y="8864600"/>
                  </a:lnTo>
                  <a:lnTo>
                    <a:pt x="16891" y="8915400"/>
                  </a:lnTo>
                  <a:close/>
                  <a:moveTo>
                    <a:pt x="16891" y="8796909"/>
                  </a:moveTo>
                  <a:lnTo>
                    <a:pt x="16891" y="8746109"/>
                  </a:lnTo>
                  <a:lnTo>
                    <a:pt x="16891" y="8796909"/>
                  </a:lnTo>
                  <a:close/>
                  <a:moveTo>
                    <a:pt x="16891" y="8678418"/>
                  </a:moveTo>
                  <a:lnTo>
                    <a:pt x="16891" y="8627618"/>
                  </a:lnTo>
                  <a:lnTo>
                    <a:pt x="16891" y="8678418"/>
                  </a:lnTo>
                  <a:close/>
                  <a:moveTo>
                    <a:pt x="0" y="8559800"/>
                  </a:moveTo>
                  <a:lnTo>
                    <a:pt x="0" y="8509000"/>
                  </a:lnTo>
                  <a:lnTo>
                    <a:pt x="16891" y="8509000"/>
                  </a:lnTo>
                  <a:lnTo>
                    <a:pt x="16891" y="8559800"/>
                  </a:lnTo>
                  <a:close/>
                  <a:moveTo>
                    <a:pt x="16891" y="8441309"/>
                  </a:moveTo>
                  <a:lnTo>
                    <a:pt x="16891" y="8390509"/>
                  </a:lnTo>
                  <a:lnTo>
                    <a:pt x="16891" y="8441309"/>
                  </a:lnTo>
                  <a:close/>
                  <a:moveTo>
                    <a:pt x="16891" y="8322818"/>
                  </a:moveTo>
                  <a:lnTo>
                    <a:pt x="16891" y="8272018"/>
                  </a:lnTo>
                  <a:lnTo>
                    <a:pt x="16891" y="8322818"/>
                  </a:lnTo>
                  <a:close/>
                  <a:moveTo>
                    <a:pt x="0" y="8204200"/>
                  </a:moveTo>
                  <a:lnTo>
                    <a:pt x="0" y="8153400"/>
                  </a:lnTo>
                  <a:lnTo>
                    <a:pt x="16891" y="8153400"/>
                  </a:lnTo>
                  <a:lnTo>
                    <a:pt x="16891" y="8204200"/>
                  </a:lnTo>
                  <a:close/>
                  <a:moveTo>
                    <a:pt x="16891" y="8085709"/>
                  </a:moveTo>
                  <a:lnTo>
                    <a:pt x="16891" y="8034909"/>
                  </a:lnTo>
                  <a:lnTo>
                    <a:pt x="16891" y="8085709"/>
                  </a:lnTo>
                  <a:close/>
                  <a:moveTo>
                    <a:pt x="16891" y="7967218"/>
                  </a:moveTo>
                  <a:lnTo>
                    <a:pt x="16891" y="7916418"/>
                  </a:lnTo>
                  <a:lnTo>
                    <a:pt x="16891" y="7967218"/>
                  </a:lnTo>
                  <a:close/>
                  <a:moveTo>
                    <a:pt x="0" y="7848600"/>
                  </a:moveTo>
                  <a:lnTo>
                    <a:pt x="0" y="7797800"/>
                  </a:lnTo>
                  <a:lnTo>
                    <a:pt x="16891" y="7797800"/>
                  </a:lnTo>
                  <a:lnTo>
                    <a:pt x="16891" y="7848600"/>
                  </a:lnTo>
                  <a:close/>
                  <a:moveTo>
                    <a:pt x="16891" y="7730109"/>
                  </a:moveTo>
                  <a:lnTo>
                    <a:pt x="16891" y="7679309"/>
                  </a:lnTo>
                  <a:lnTo>
                    <a:pt x="16891" y="7730109"/>
                  </a:lnTo>
                  <a:close/>
                  <a:moveTo>
                    <a:pt x="16891" y="7611618"/>
                  </a:moveTo>
                  <a:lnTo>
                    <a:pt x="16891" y="7560818"/>
                  </a:lnTo>
                  <a:lnTo>
                    <a:pt x="16891" y="7611618"/>
                  </a:lnTo>
                  <a:close/>
                  <a:moveTo>
                    <a:pt x="0" y="7493000"/>
                  </a:moveTo>
                  <a:lnTo>
                    <a:pt x="0" y="7442200"/>
                  </a:lnTo>
                  <a:lnTo>
                    <a:pt x="16891" y="7442200"/>
                  </a:lnTo>
                  <a:lnTo>
                    <a:pt x="16891" y="7493000"/>
                  </a:lnTo>
                  <a:close/>
                  <a:moveTo>
                    <a:pt x="16891" y="7374509"/>
                  </a:moveTo>
                  <a:lnTo>
                    <a:pt x="16891" y="7323709"/>
                  </a:lnTo>
                  <a:lnTo>
                    <a:pt x="16891" y="7374509"/>
                  </a:lnTo>
                  <a:close/>
                  <a:moveTo>
                    <a:pt x="16891" y="7256018"/>
                  </a:moveTo>
                  <a:lnTo>
                    <a:pt x="16891" y="7205218"/>
                  </a:lnTo>
                  <a:lnTo>
                    <a:pt x="16891" y="7256018"/>
                  </a:lnTo>
                  <a:close/>
                  <a:moveTo>
                    <a:pt x="0" y="7137400"/>
                  </a:moveTo>
                  <a:lnTo>
                    <a:pt x="0" y="7086600"/>
                  </a:lnTo>
                  <a:lnTo>
                    <a:pt x="16891" y="7086600"/>
                  </a:lnTo>
                  <a:lnTo>
                    <a:pt x="16891" y="7137400"/>
                  </a:lnTo>
                  <a:close/>
                  <a:moveTo>
                    <a:pt x="16891" y="7018909"/>
                  </a:moveTo>
                  <a:lnTo>
                    <a:pt x="16891" y="6968109"/>
                  </a:lnTo>
                  <a:lnTo>
                    <a:pt x="16891" y="7018909"/>
                  </a:lnTo>
                  <a:close/>
                  <a:moveTo>
                    <a:pt x="16891" y="6900418"/>
                  </a:moveTo>
                  <a:lnTo>
                    <a:pt x="16891" y="6849618"/>
                  </a:lnTo>
                  <a:lnTo>
                    <a:pt x="16891" y="6900418"/>
                  </a:lnTo>
                  <a:close/>
                  <a:moveTo>
                    <a:pt x="0" y="6781800"/>
                  </a:moveTo>
                  <a:lnTo>
                    <a:pt x="0" y="6731000"/>
                  </a:lnTo>
                  <a:lnTo>
                    <a:pt x="16891" y="6731000"/>
                  </a:lnTo>
                  <a:lnTo>
                    <a:pt x="16891" y="6781800"/>
                  </a:lnTo>
                  <a:close/>
                  <a:moveTo>
                    <a:pt x="16891" y="6663309"/>
                  </a:moveTo>
                  <a:lnTo>
                    <a:pt x="16891" y="6612509"/>
                  </a:lnTo>
                  <a:lnTo>
                    <a:pt x="16891" y="6663309"/>
                  </a:lnTo>
                  <a:close/>
                  <a:moveTo>
                    <a:pt x="16891" y="6544818"/>
                  </a:moveTo>
                  <a:lnTo>
                    <a:pt x="16891" y="6494018"/>
                  </a:lnTo>
                  <a:lnTo>
                    <a:pt x="16891" y="6544818"/>
                  </a:lnTo>
                  <a:close/>
                  <a:moveTo>
                    <a:pt x="0" y="6426200"/>
                  </a:moveTo>
                  <a:lnTo>
                    <a:pt x="0" y="6375400"/>
                  </a:lnTo>
                  <a:lnTo>
                    <a:pt x="16891" y="6375400"/>
                  </a:lnTo>
                  <a:lnTo>
                    <a:pt x="16891" y="6426200"/>
                  </a:lnTo>
                  <a:close/>
                  <a:moveTo>
                    <a:pt x="16891" y="6307709"/>
                  </a:moveTo>
                  <a:lnTo>
                    <a:pt x="16891" y="6256909"/>
                  </a:lnTo>
                  <a:lnTo>
                    <a:pt x="16891" y="6307709"/>
                  </a:lnTo>
                  <a:close/>
                  <a:moveTo>
                    <a:pt x="16891" y="6189218"/>
                  </a:moveTo>
                  <a:lnTo>
                    <a:pt x="16891" y="6138418"/>
                  </a:lnTo>
                  <a:lnTo>
                    <a:pt x="16891" y="6189218"/>
                  </a:lnTo>
                  <a:close/>
                  <a:moveTo>
                    <a:pt x="0" y="6070600"/>
                  </a:moveTo>
                  <a:lnTo>
                    <a:pt x="0" y="6019800"/>
                  </a:lnTo>
                  <a:lnTo>
                    <a:pt x="16891" y="6019800"/>
                  </a:lnTo>
                  <a:lnTo>
                    <a:pt x="16891" y="6070600"/>
                  </a:lnTo>
                  <a:close/>
                  <a:moveTo>
                    <a:pt x="16891" y="5952109"/>
                  </a:moveTo>
                  <a:lnTo>
                    <a:pt x="16891" y="5901309"/>
                  </a:lnTo>
                  <a:lnTo>
                    <a:pt x="16891" y="5952109"/>
                  </a:lnTo>
                  <a:close/>
                  <a:moveTo>
                    <a:pt x="16891" y="5833618"/>
                  </a:moveTo>
                  <a:lnTo>
                    <a:pt x="16891" y="5782818"/>
                  </a:lnTo>
                  <a:lnTo>
                    <a:pt x="16891" y="5833618"/>
                  </a:lnTo>
                  <a:close/>
                  <a:moveTo>
                    <a:pt x="0" y="5715000"/>
                  </a:moveTo>
                  <a:lnTo>
                    <a:pt x="0" y="5664200"/>
                  </a:lnTo>
                  <a:lnTo>
                    <a:pt x="16891" y="5664200"/>
                  </a:lnTo>
                  <a:lnTo>
                    <a:pt x="16891" y="5715000"/>
                  </a:lnTo>
                  <a:close/>
                  <a:moveTo>
                    <a:pt x="16891" y="5596509"/>
                  </a:moveTo>
                  <a:lnTo>
                    <a:pt x="16891" y="5545709"/>
                  </a:lnTo>
                  <a:lnTo>
                    <a:pt x="16891" y="5596509"/>
                  </a:lnTo>
                  <a:close/>
                  <a:moveTo>
                    <a:pt x="16891" y="5478018"/>
                  </a:moveTo>
                  <a:lnTo>
                    <a:pt x="16891" y="5427218"/>
                  </a:lnTo>
                  <a:lnTo>
                    <a:pt x="16891" y="5478018"/>
                  </a:lnTo>
                  <a:close/>
                  <a:moveTo>
                    <a:pt x="0" y="5359400"/>
                  </a:moveTo>
                  <a:lnTo>
                    <a:pt x="0" y="5308600"/>
                  </a:lnTo>
                  <a:lnTo>
                    <a:pt x="16891" y="5308600"/>
                  </a:lnTo>
                  <a:lnTo>
                    <a:pt x="16891" y="5359400"/>
                  </a:lnTo>
                  <a:close/>
                  <a:moveTo>
                    <a:pt x="16891" y="5240909"/>
                  </a:moveTo>
                  <a:lnTo>
                    <a:pt x="16891" y="5190109"/>
                  </a:lnTo>
                  <a:lnTo>
                    <a:pt x="16891" y="5240909"/>
                  </a:lnTo>
                  <a:close/>
                  <a:moveTo>
                    <a:pt x="16891" y="5122418"/>
                  </a:moveTo>
                  <a:lnTo>
                    <a:pt x="16891" y="5071618"/>
                  </a:lnTo>
                  <a:lnTo>
                    <a:pt x="16891" y="5122418"/>
                  </a:lnTo>
                  <a:close/>
                  <a:moveTo>
                    <a:pt x="0" y="5003800"/>
                  </a:moveTo>
                  <a:lnTo>
                    <a:pt x="0" y="4953000"/>
                  </a:lnTo>
                  <a:lnTo>
                    <a:pt x="16891" y="4953000"/>
                  </a:lnTo>
                  <a:lnTo>
                    <a:pt x="16891" y="5003800"/>
                  </a:lnTo>
                  <a:close/>
                  <a:moveTo>
                    <a:pt x="16891" y="4885309"/>
                  </a:moveTo>
                  <a:lnTo>
                    <a:pt x="16891" y="4834509"/>
                  </a:lnTo>
                  <a:lnTo>
                    <a:pt x="16891" y="4885309"/>
                  </a:lnTo>
                  <a:close/>
                  <a:moveTo>
                    <a:pt x="16891" y="4766818"/>
                  </a:moveTo>
                  <a:lnTo>
                    <a:pt x="16891" y="4716018"/>
                  </a:lnTo>
                  <a:lnTo>
                    <a:pt x="16891" y="4766818"/>
                  </a:lnTo>
                  <a:close/>
                  <a:moveTo>
                    <a:pt x="0" y="4648200"/>
                  </a:moveTo>
                  <a:lnTo>
                    <a:pt x="0" y="4597400"/>
                  </a:lnTo>
                  <a:lnTo>
                    <a:pt x="16891" y="4597400"/>
                  </a:lnTo>
                  <a:lnTo>
                    <a:pt x="16891" y="4648200"/>
                  </a:lnTo>
                  <a:close/>
                  <a:moveTo>
                    <a:pt x="16891" y="4529709"/>
                  </a:moveTo>
                  <a:lnTo>
                    <a:pt x="16891" y="4478909"/>
                  </a:lnTo>
                  <a:lnTo>
                    <a:pt x="16891" y="4529709"/>
                  </a:lnTo>
                  <a:close/>
                  <a:moveTo>
                    <a:pt x="16891" y="4411218"/>
                  </a:moveTo>
                  <a:lnTo>
                    <a:pt x="16891" y="4360418"/>
                  </a:lnTo>
                  <a:lnTo>
                    <a:pt x="16891" y="4411218"/>
                  </a:lnTo>
                  <a:close/>
                  <a:moveTo>
                    <a:pt x="0" y="4292600"/>
                  </a:moveTo>
                  <a:lnTo>
                    <a:pt x="0" y="4241800"/>
                  </a:lnTo>
                  <a:lnTo>
                    <a:pt x="16891" y="4241800"/>
                  </a:lnTo>
                  <a:lnTo>
                    <a:pt x="16891" y="4292600"/>
                  </a:lnTo>
                  <a:close/>
                  <a:moveTo>
                    <a:pt x="16891" y="4174109"/>
                  </a:moveTo>
                  <a:lnTo>
                    <a:pt x="16891" y="4123309"/>
                  </a:lnTo>
                  <a:lnTo>
                    <a:pt x="16891" y="4174109"/>
                  </a:lnTo>
                  <a:close/>
                  <a:moveTo>
                    <a:pt x="16891" y="4055618"/>
                  </a:moveTo>
                  <a:lnTo>
                    <a:pt x="16891" y="4004818"/>
                  </a:lnTo>
                  <a:lnTo>
                    <a:pt x="16891" y="4055618"/>
                  </a:lnTo>
                  <a:close/>
                  <a:moveTo>
                    <a:pt x="0" y="3937000"/>
                  </a:moveTo>
                  <a:lnTo>
                    <a:pt x="0" y="3886200"/>
                  </a:lnTo>
                  <a:lnTo>
                    <a:pt x="16891" y="3886200"/>
                  </a:lnTo>
                  <a:lnTo>
                    <a:pt x="16891" y="3937000"/>
                  </a:lnTo>
                  <a:close/>
                  <a:moveTo>
                    <a:pt x="16891" y="3818509"/>
                  </a:moveTo>
                  <a:lnTo>
                    <a:pt x="16891" y="3767709"/>
                  </a:lnTo>
                  <a:lnTo>
                    <a:pt x="16891" y="3818509"/>
                  </a:lnTo>
                  <a:close/>
                  <a:moveTo>
                    <a:pt x="16891" y="3700018"/>
                  </a:moveTo>
                  <a:lnTo>
                    <a:pt x="16891" y="3649218"/>
                  </a:lnTo>
                  <a:lnTo>
                    <a:pt x="16891" y="3700018"/>
                  </a:lnTo>
                  <a:close/>
                  <a:moveTo>
                    <a:pt x="0" y="3581400"/>
                  </a:moveTo>
                  <a:lnTo>
                    <a:pt x="0" y="3530600"/>
                  </a:lnTo>
                  <a:lnTo>
                    <a:pt x="16891" y="3530600"/>
                  </a:lnTo>
                  <a:lnTo>
                    <a:pt x="16891" y="3581400"/>
                  </a:lnTo>
                  <a:close/>
                  <a:moveTo>
                    <a:pt x="16891" y="3462909"/>
                  </a:moveTo>
                  <a:lnTo>
                    <a:pt x="16891" y="3412109"/>
                  </a:lnTo>
                  <a:lnTo>
                    <a:pt x="16891" y="3462909"/>
                  </a:lnTo>
                  <a:close/>
                  <a:moveTo>
                    <a:pt x="16891" y="3344418"/>
                  </a:moveTo>
                  <a:lnTo>
                    <a:pt x="16891" y="3293618"/>
                  </a:lnTo>
                  <a:lnTo>
                    <a:pt x="16891" y="3344418"/>
                  </a:lnTo>
                  <a:close/>
                  <a:moveTo>
                    <a:pt x="0" y="3225800"/>
                  </a:moveTo>
                  <a:lnTo>
                    <a:pt x="0" y="3175000"/>
                  </a:lnTo>
                  <a:lnTo>
                    <a:pt x="16891" y="3175000"/>
                  </a:lnTo>
                  <a:lnTo>
                    <a:pt x="16891" y="3225800"/>
                  </a:lnTo>
                  <a:close/>
                  <a:moveTo>
                    <a:pt x="16891" y="3107309"/>
                  </a:moveTo>
                  <a:lnTo>
                    <a:pt x="16891" y="3056509"/>
                  </a:lnTo>
                  <a:lnTo>
                    <a:pt x="16891" y="3107309"/>
                  </a:lnTo>
                  <a:close/>
                  <a:moveTo>
                    <a:pt x="16891" y="2988818"/>
                  </a:moveTo>
                  <a:lnTo>
                    <a:pt x="16891" y="2938018"/>
                  </a:lnTo>
                  <a:lnTo>
                    <a:pt x="16891" y="2988818"/>
                  </a:lnTo>
                  <a:close/>
                  <a:moveTo>
                    <a:pt x="0" y="2870200"/>
                  </a:moveTo>
                  <a:lnTo>
                    <a:pt x="0" y="2819400"/>
                  </a:lnTo>
                  <a:lnTo>
                    <a:pt x="16891" y="2819400"/>
                  </a:lnTo>
                  <a:lnTo>
                    <a:pt x="16891" y="2870200"/>
                  </a:lnTo>
                  <a:close/>
                  <a:moveTo>
                    <a:pt x="16891" y="2751709"/>
                  </a:moveTo>
                  <a:lnTo>
                    <a:pt x="16891" y="2700909"/>
                  </a:lnTo>
                  <a:lnTo>
                    <a:pt x="16891" y="2751709"/>
                  </a:lnTo>
                  <a:close/>
                  <a:moveTo>
                    <a:pt x="16891" y="2633218"/>
                  </a:moveTo>
                  <a:lnTo>
                    <a:pt x="16891" y="2582418"/>
                  </a:lnTo>
                  <a:lnTo>
                    <a:pt x="16891" y="2633218"/>
                  </a:lnTo>
                  <a:close/>
                  <a:moveTo>
                    <a:pt x="0" y="2514600"/>
                  </a:moveTo>
                  <a:lnTo>
                    <a:pt x="0" y="2463800"/>
                  </a:lnTo>
                  <a:lnTo>
                    <a:pt x="16891" y="2463800"/>
                  </a:lnTo>
                  <a:lnTo>
                    <a:pt x="16891" y="2514600"/>
                  </a:lnTo>
                  <a:close/>
                  <a:moveTo>
                    <a:pt x="16891" y="2396109"/>
                  </a:moveTo>
                  <a:lnTo>
                    <a:pt x="16891" y="2345309"/>
                  </a:lnTo>
                  <a:lnTo>
                    <a:pt x="16891" y="2396109"/>
                  </a:lnTo>
                  <a:close/>
                  <a:moveTo>
                    <a:pt x="16891" y="2277618"/>
                  </a:moveTo>
                  <a:lnTo>
                    <a:pt x="16891" y="2226818"/>
                  </a:lnTo>
                  <a:lnTo>
                    <a:pt x="16891" y="2277618"/>
                  </a:lnTo>
                  <a:close/>
                  <a:moveTo>
                    <a:pt x="0" y="2159000"/>
                  </a:moveTo>
                  <a:lnTo>
                    <a:pt x="0" y="2108200"/>
                  </a:lnTo>
                  <a:lnTo>
                    <a:pt x="16891" y="2108200"/>
                  </a:lnTo>
                  <a:lnTo>
                    <a:pt x="16891" y="2159000"/>
                  </a:lnTo>
                  <a:close/>
                  <a:moveTo>
                    <a:pt x="16891" y="2040509"/>
                  </a:moveTo>
                  <a:lnTo>
                    <a:pt x="16891" y="1989709"/>
                  </a:lnTo>
                  <a:lnTo>
                    <a:pt x="16891" y="2040509"/>
                  </a:lnTo>
                  <a:close/>
                  <a:moveTo>
                    <a:pt x="16891" y="1922018"/>
                  </a:moveTo>
                  <a:lnTo>
                    <a:pt x="16891" y="1871218"/>
                  </a:lnTo>
                  <a:lnTo>
                    <a:pt x="16891" y="1922018"/>
                  </a:lnTo>
                  <a:close/>
                  <a:moveTo>
                    <a:pt x="0" y="1803400"/>
                  </a:moveTo>
                  <a:lnTo>
                    <a:pt x="0" y="1752600"/>
                  </a:lnTo>
                  <a:lnTo>
                    <a:pt x="16891" y="1752600"/>
                  </a:lnTo>
                  <a:lnTo>
                    <a:pt x="16891" y="1803400"/>
                  </a:lnTo>
                  <a:close/>
                  <a:moveTo>
                    <a:pt x="16891" y="1684909"/>
                  </a:moveTo>
                  <a:lnTo>
                    <a:pt x="16891" y="1634109"/>
                  </a:lnTo>
                  <a:lnTo>
                    <a:pt x="16891" y="1684909"/>
                  </a:lnTo>
                  <a:close/>
                  <a:moveTo>
                    <a:pt x="16891" y="1566418"/>
                  </a:moveTo>
                  <a:lnTo>
                    <a:pt x="16891" y="1515618"/>
                  </a:lnTo>
                  <a:lnTo>
                    <a:pt x="16891" y="1566418"/>
                  </a:lnTo>
                  <a:close/>
                  <a:moveTo>
                    <a:pt x="0" y="1447800"/>
                  </a:moveTo>
                  <a:lnTo>
                    <a:pt x="0" y="1397000"/>
                  </a:lnTo>
                  <a:lnTo>
                    <a:pt x="16891" y="1397000"/>
                  </a:lnTo>
                  <a:lnTo>
                    <a:pt x="16891" y="1447800"/>
                  </a:lnTo>
                  <a:close/>
                  <a:moveTo>
                    <a:pt x="16891" y="1329309"/>
                  </a:moveTo>
                  <a:lnTo>
                    <a:pt x="16891" y="1278509"/>
                  </a:lnTo>
                  <a:lnTo>
                    <a:pt x="16891" y="1329309"/>
                  </a:lnTo>
                  <a:close/>
                  <a:moveTo>
                    <a:pt x="16891" y="1210818"/>
                  </a:moveTo>
                  <a:lnTo>
                    <a:pt x="16891" y="1160018"/>
                  </a:lnTo>
                  <a:lnTo>
                    <a:pt x="16891" y="1210818"/>
                  </a:lnTo>
                  <a:close/>
                  <a:moveTo>
                    <a:pt x="0" y="1092200"/>
                  </a:moveTo>
                  <a:lnTo>
                    <a:pt x="0" y="1041400"/>
                  </a:lnTo>
                  <a:lnTo>
                    <a:pt x="16891" y="1041400"/>
                  </a:lnTo>
                  <a:lnTo>
                    <a:pt x="16891" y="1092200"/>
                  </a:lnTo>
                  <a:close/>
                  <a:moveTo>
                    <a:pt x="16891" y="973709"/>
                  </a:moveTo>
                  <a:lnTo>
                    <a:pt x="16891" y="922909"/>
                  </a:lnTo>
                  <a:lnTo>
                    <a:pt x="16891" y="973709"/>
                  </a:lnTo>
                  <a:close/>
                  <a:moveTo>
                    <a:pt x="16891" y="855218"/>
                  </a:moveTo>
                  <a:lnTo>
                    <a:pt x="16891" y="804418"/>
                  </a:lnTo>
                  <a:lnTo>
                    <a:pt x="16891" y="855218"/>
                  </a:lnTo>
                  <a:close/>
                  <a:moveTo>
                    <a:pt x="0" y="736600"/>
                  </a:moveTo>
                  <a:lnTo>
                    <a:pt x="0" y="685800"/>
                  </a:lnTo>
                  <a:lnTo>
                    <a:pt x="16891" y="685800"/>
                  </a:lnTo>
                  <a:lnTo>
                    <a:pt x="16891" y="736600"/>
                  </a:lnTo>
                  <a:close/>
                  <a:moveTo>
                    <a:pt x="16891" y="618109"/>
                  </a:moveTo>
                  <a:lnTo>
                    <a:pt x="16891" y="567309"/>
                  </a:lnTo>
                  <a:lnTo>
                    <a:pt x="16891" y="618109"/>
                  </a:lnTo>
                  <a:close/>
                  <a:moveTo>
                    <a:pt x="16891" y="499618"/>
                  </a:moveTo>
                  <a:lnTo>
                    <a:pt x="16891" y="448818"/>
                  </a:lnTo>
                  <a:lnTo>
                    <a:pt x="16891" y="499618"/>
                  </a:lnTo>
                  <a:close/>
                  <a:moveTo>
                    <a:pt x="0" y="381000"/>
                  </a:moveTo>
                  <a:lnTo>
                    <a:pt x="0" y="330200"/>
                  </a:lnTo>
                  <a:lnTo>
                    <a:pt x="16891" y="330200"/>
                  </a:lnTo>
                  <a:lnTo>
                    <a:pt x="16891" y="381000"/>
                  </a:lnTo>
                  <a:close/>
                  <a:moveTo>
                    <a:pt x="16891" y="262509"/>
                  </a:moveTo>
                  <a:lnTo>
                    <a:pt x="16891" y="211709"/>
                  </a:lnTo>
                  <a:lnTo>
                    <a:pt x="16891" y="262509"/>
                  </a:lnTo>
                  <a:close/>
                  <a:moveTo>
                    <a:pt x="16891" y="144018"/>
                  </a:moveTo>
                  <a:lnTo>
                    <a:pt x="16891" y="93218"/>
                  </a:lnTo>
                  <a:lnTo>
                    <a:pt x="16891" y="144018"/>
                  </a:lnTo>
                  <a:close/>
                  <a:moveTo>
                    <a:pt x="0" y="25400"/>
                  </a:moveTo>
                  <a:lnTo>
                    <a:pt x="0" y="8509"/>
                  </a:lnTo>
                  <a:cubicBezTo>
                    <a:pt x="0" y="3810"/>
                    <a:pt x="3810" y="0"/>
                    <a:pt x="8509" y="0"/>
                  </a:cubicBezTo>
                  <a:lnTo>
                    <a:pt x="59309" y="0"/>
                  </a:lnTo>
                  <a:lnTo>
                    <a:pt x="59309" y="16891"/>
                  </a:lnTo>
                  <a:lnTo>
                    <a:pt x="8509" y="16891"/>
                  </a:lnTo>
                  <a:lnTo>
                    <a:pt x="8509" y="8509"/>
                  </a:lnTo>
                  <a:lnTo>
                    <a:pt x="17018" y="8509"/>
                  </a:lnTo>
                  <a:lnTo>
                    <a:pt x="17018" y="25400"/>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pic>
        <p:nvPicPr>
          <p:cNvPr id="502" name="" descr=""/>
          <p:cNvPicPr/>
          <p:nvPr/>
        </p:nvPicPr>
        <p:blipFill>
          <a:blip r:embed="rId8"/>
          <a:stretch/>
        </p:blipFill>
        <p:spPr>
          <a:xfrm>
            <a:off x="10875240" y="1730880"/>
            <a:ext cx="7869960" cy="78699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4965"/>
        </a:solidFill>
      </p:bgPr>
    </p:bg>
    <p:spTree>
      <p:nvGrpSpPr>
        <p:cNvPr id="1" name=""/>
        <p:cNvGrpSpPr/>
        <p:nvPr/>
      </p:nvGrpSpPr>
      <p:grpSpPr>
        <a:xfrm>
          <a:off x="0" y="0"/>
          <a:ext cx="0" cy="0"/>
          <a:chOff x="0" y="0"/>
          <a:chExt cx="0" cy="0"/>
        </a:xfrm>
      </p:grpSpPr>
      <p:grpSp>
        <p:nvGrpSpPr>
          <p:cNvPr id="503" name="Group 2"/>
          <p:cNvGrpSpPr/>
          <p:nvPr/>
        </p:nvGrpSpPr>
        <p:grpSpPr>
          <a:xfrm>
            <a:off x="-12600" y="-12600"/>
            <a:ext cx="281160" cy="10311840"/>
            <a:chOff x="-12600" y="-12600"/>
            <a:chExt cx="281160" cy="10311840"/>
          </a:xfrm>
        </p:grpSpPr>
        <p:sp>
          <p:nvSpPr>
            <p:cNvPr id="504"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5"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506" name="Group 5"/>
          <p:cNvGrpSpPr/>
          <p:nvPr/>
        </p:nvGrpSpPr>
        <p:grpSpPr>
          <a:xfrm>
            <a:off x="-12600" y="-12600"/>
            <a:ext cx="18312840" cy="1524600"/>
            <a:chOff x="-12600" y="-12600"/>
            <a:chExt cx="18312840" cy="1524600"/>
          </a:xfrm>
        </p:grpSpPr>
        <p:sp>
          <p:nvSpPr>
            <p:cNvPr id="507" name="Freeform 6"/>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8" name="Freeform 7"/>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09" name="Group 8"/>
          <p:cNvGrpSpPr/>
          <p:nvPr/>
        </p:nvGrpSpPr>
        <p:grpSpPr>
          <a:xfrm>
            <a:off x="-12600" y="-12600"/>
            <a:ext cx="281160" cy="1524600"/>
            <a:chOff x="-12600" y="-12600"/>
            <a:chExt cx="281160" cy="1524600"/>
          </a:xfrm>
        </p:grpSpPr>
        <p:sp>
          <p:nvSpPr>
            <p:cNvPr id="510" name="Freeform 9"/>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1" name="Freeform 10"/>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512" name="Group 11"/>
          <p:cNvGrpSpPr/>
          <p:nvPr/>
        </p:nvGrpSpPr>
        <p:grpSpPr>
          <a:xfrm>
            <a:off x="640080" y="-14400"/>
            <a:ext cx="17007480" cy="1513800"/>
            <a:chOff x="640080" y="-14400"/>
            <a:chExt cx="17007480" cy="1513800"/>
          </a:xfrm>
        </p:grpSpPr>
        <p:sp>
          <p:nvSpPr>
            <p:cNvPr id="513" name="Freeform 12"/>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4" name="TextBox 13"/>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GeoAI in Ghana</a:t>
              </a:r>
              <a:endParaRPr b="0" lang="en-US" sz="4000" spc="-1" strike="noStrike">
                <a:solidFill>
                  <a:srgbClr val="ffffff"/>
                </a:solidFill>
                <a:latin typeface="Arial"/>
              </a:endParaRPr>
            </a:p>
          </p:txBody>
        </p:sp>
      </p:grpSp>
      <p:grpSp>
        <p:nvGrpSpPr>
          <p:cNvPr id="515" name="Group 14"/>
          <p:cNvGrpSpPr/>
          <p:nvPr/>
        </p:nvGrpSpPr>
        <p:grpSpPr>
          <a:xfrm>
            <a:off x="542160" y="1822320"/>
            <a:ext cx="8241840" cy="3578400"/>
            <a:chOff x="542160" y="1822320"/>
            <a:chExt cx="8241840" cy="3578400"/>
          </a:xfrm>
        </p:grpSpPr>
        <p:sp>
          <p:nvSpPr>
            <p:cNvPr id="516" name="Freeform 15"/>
            <p:cNvSpPr/>
            <p:nvPr/>
          </p:nvSpPr>
          <p:spPr>
            <a:xfrm>
              <a:off x="548640" y="1828800"/>
              <a:ext cx="8229240" cy="3565800"/>
            </a:xfrm>
            <a:custGeom>
              <a:avLst/>
              <a:gdLst>
                <a:gd name="textAreaLeft" fmla="*/ 0 w 8229240"/>
                <a:gd name="textAreaRight" fmla="*/ 8229600 w 8229240"/>
                <a:gd name="textAreaTop" fmla="*/ 0 h 3565800"/>
                <a:gd name="textAreaBottom" fmla="*/ 3566160 h 3565800"/>
              </a:gdLst>
              <a:ahLst/>
              <a:rect l="textAreaLeft" t="textAreaTop" r="textAreaRight" b="textAreaBottom"/>
              <a:pathLst>
                <a:path w="10972800" h="4754880">
                  <a:moveTo>
                    <a:pt x="0" y="0"/>
                  </a:moveTo>
                  <a:lnTo>
                    <a:pt x="10972800" y="0"/>
                  </a:lnTo>
                  <a:lnTo>
                    <a:pt x="10972800" y="4754880"/>
                  </a:lnTo>
                  <a:lnTo>
                    <a:pt x="0" y="475488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7" name="Freeform 16"/>
            <p:cNvSpPr/>
            <p:nvPr/>
          </p:nvSpPr>
          <p:spPr>
            <a:xfrm>
              <a:off x="542160" y="1822320"/>
              <a:ext cx="8241840" cy="3578400"/>
            </a:xfrm>
            <a:custGeom>
              <a:avLst/>
              <a:gdLst>
                <a:gd name="textAreaLeft" fmla="*/ 0 w 8241840"/>
                <a:gd name="textAreaRight" fmla="*/ 8242200 w 8241840"/>
                <a:gd name="textAreaTop" fmla="*/ 0 h 3578400"/>
                <a:gd name="textAreaBottom" fmla="*/ 3578760 h 3578400"/>
              </a:gdLst>
              <a:ahLst/>
              <a:rect l="textAreaLeft" t="textAreaTop" r="textAreaRight" b="textAreaBottom"/>
              <a:pathLst>
                <a:path w="10989818" h="4771898">
                  <a:moveTo>
                    <a:pt x="8509" y="0"/>
                  </a:moveTo>
                  <a:lnTo>
                    <a:pt x="10981309" y="0"/>
                  </a:lnTo>
                  <a:cubicBezTo>
                    <a:pt x="10986008" y="0"/>
                    <a:pt x="10989818" y="3810"/>
                    <a:pt x="10989818" y="8509"/>
                  </a:cubicBezTo>
                  <a:lnTo>
                    <a:pt x="10989818" y="4763389"/>
                  </a:lnTo>
                  <a:cubicBezTo>
                    <a:pt x="10989818" y="4768088"/>
                    <a:pt x="10986008" y="4771898"/>
                    <a:pt x="10981309" y="4771898"/>
                  </a:cubicBezTo>
                  <a:lnTo>
                    <a:pt x="8509" y="4771898"/>
                  </a:lnTo>
                  <a:cubicBezTo>
                    <a:pt x="3810" y="4771898"/>
                    <a:pt x="0" y="4768088"/>
                    <a:pt x="0" y="4763389"/>
                  </a:cubicBezTo>
                  <a:lnTo>
                    <a:pt x="0" y="8509"/>
                  </a:lnTo>
                  <a:cubicBezTo>
                    <a:pt x="0" y="3810"/>
                    <a:pt x="3810" y="0"/>
                    <a:pt x="8509" y="0"/>
                  </a:cubicBezTo>
                  <a:moveTo>
                    <a:pt x="8509" y="16891"/>
                  </a:moveTo>
                  <a:lnTo>
                    <a:pt x="8509" y="8509"/>
                  </a:lnTo>
                  <a:lnTo>
                    <a:pt x="17018" y="8509"/>
                  </a:lnTo>
                  <a:lnTo>
                    <a:pt x="17018" y="4763389"/>
                  </a:lnTo>
                  <a:lnTo>
                    <a:pt x="8509" y="4763389"/>
                  </a:lnTo>
                  <a:lnTo>
                    <a:pt x="8509" y="4754880"/>
                  </a:lnTo>
                  <a:lnTo>
                    <a:pt x="10981309" y="4754880"/>
                  </a:lnTo>
                  <a:lnTo>
                    <a:pt x="10981309" y="4763389"/>
                  </a:lnTo>
                  <a:lnTo>
                    <a:pt x="10972800" y="4763389"/>
                  </a:lnTo>
                  <a:lnTo>
                    <a:pt x="10972800" y="8509"/>
                  </a:lnTo>
                  <a:lnTo>
                    <a:pt x="10981309" y="8509"/>
                  </a:lnTo>
                  <a:lnTo>
                    <a:pt x="10981309"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18" name="Group 17"/>
          <p:cNvGrpSpPr/>
          <p:nvPr/>
        </p:nvGrpSpPr>
        <p:grpSpPr>
          <a:xfrm>
            <a:off x="536040" y="1816200"/>
            <a:ext cx="8254440" cy="134640"/>
            <a:chOff x="536040" y="1816200"/>
            <a:chExt cx="8254440" cy="134640"/>
          </a:xfrm>
        </p:grpSpPr>
        <p:sp>
          <p:nvSpPr>
            <p:cNvPr id="519" name="Freeform 18"/>
            <p:cNvSpPr/>
            <p:nvPr/>
          </p:nvSpPr>
          <p:spPr>
            <a:xfrm>
              <a:off x="548640" y="1828800"/>
              <a:ext cx="8229240" cy="109440"/>
            </a:xfrm>
            <a:custGeom>
              <a:avLst/>
              <a:gdLst>
                <a:gd name="textAreaLeft" fmla="*/ 0 w 8229240"/>
                <a:gd name="textAreaRight" fmla="*/ 8229600 w 8229240"/>
                <a:gd name="textAreaTop" fmla="*/ 0 h 109440"/>
                <a:gd name="textAreaBottom" fmla="*/ 109800 h 109440"/>
              </a:gdLst>
              <a:ahLst/>
              <a:rect l="textAreaLeft" t="textAreaTop" r="textAreaRight" b="textAreaBottom"/>
              <a:pathLst>
                <a:path w="10972800" h="146304">
                  <a:moveTo>
                    <a:pt x="0" y="0"/>
                  </a:moveTo>
                  <a:lnTo>
                    <a:pt x="10972800" y="0"/>
                  </a:lnTo>
                  <a:lnTo>
                    <a:pt x="10972800" y="146304"/>
                  </a:lnTo>
                  <a:lnTo>
                    <a:pt x="0" y="146304"/>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0" name="Freeform 19"/>
            <p:cNvSpPr/>
            <p:nvPr/>
          </p:nvSpPr>
          <p:spPr>
            <a:xfrm>
              <a:off x="536040" y="1816200"/>
              <a:ext cx="8254440" cy="134640"/>
            </a:xfrm>
            <a:custGeom>
              <a:avLst/>
              <a:gdLst>
                <a:gd name="textAreaLeft" fmla="*/ 0 w 8254440"/>
                <a:gd name="textAreaRight" fmla="*/ 8254800 w 8254440"/>
                <a:gd name="textAreaTop" fmla="*/ 0 h 134640"/>
                <a:gd name="textAreaBottom" fmla="*/ 135000 h 134640"/>
              </a:gdLst>
              <a:ahLst/>
              <a:rect l="textAreaLeft" t="textAreaTop" r="textAreaRight" b="textAreaBottom"/>
              <a:pathLst>
                <a:path w="11006582" h="180088">
                  <a:moveTo>
                    <a:pt x="16891" y="0"/>
                  </a:moveTo>
                  <a:lnTo>
                    <a:pt x="10989691" y="0"/>
                  </a:lnTo>
                  <a:cubicBezTo>
                    <a:pt x="10999089" y="0"/>
                    <a:pt x="11006582" y="7620"/>
                    <a:pt x="11006582" y="16891"/>
                  </a:cubicBezTo>
                  <a:lnTo>
                    <a:pt x="11006582" y="163195"/>
                  </a:lnTo>
                  <a:cubicBezTo>
                    <a:pt x="11006582" y="172593"/>
                    <a:pt x="10998962" y="180086"/>
                    <a:pt x="109896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0989691" y="146304"/>
                  </a:lnTo>
                  <a:lnTo>
                    <a:pt x="10989691" y="163195"/>
                  </a:lnTo>
                  <a:lnTo>
                    <a:pt x="10972800" y="163195"/>
                  </a:lnTo>
                  <a:lnTo>
                    <a:pt x="10972800" y="16891"/>
                  </a:lnTo>
                  <a:lnTo>
                    <a:pt x="10989691" y="16891"/>
                  </a:lnTo>
                  <a:lnTo>
                    <a:pt x="1098969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521" name="Group 20"/>
          <p:cNvGrpSpPr/>
          <p:nvPr/>
        </p:nvGrpSpPr>
        <p:grpSpPr>
          <a:xfrm>
            <a:off x="822960" y="2041200"/>
            <a:ext cx="7680600" cy="775080"/>
            <a:chOff x="822960" y="2041200"/>
            <a:chExt cx="7680600" cy="775080"/>
          </a:xfrm>
        </p:grpSpPr>
        <p:sp>
          <p:nvSpPr>
            <p:cNvPr id="522" name="Freeform 21"/>
            <p:cNvSpPr/>
            <p:nvPr/>
          </p:nvSpPr>
          <p:spPr>
            <a:xfrm>
              <a:off x="822960" y="2048400"/>
              <a:ext cx="7680600" cy="767880"/>
            </a:xfrm>
            <a:custGeom>
              <a:avLst/>
              <a:gdLst>
                <a:gd name="textAreaLeft" fmla="*/ 0 w 7680600"/>
                <a:gd name="textAreaRight" fmla="*/ 7680960 w 7680600"/>
                <a:gd name="textAreaTop" fmla="*/ 0 h 767880"/>
                <a:gd name="textAreaBottom" fmla="*/ 768240 h 767880"/>
              </a:gdLst>
              <a:ahLst/>
              <a:rect l="textAreaLeft" t="textAreaTop" r="textAreaRight" b="textAreaBottom"/>
              <a:pathLst>
                <a:path w="10241280" h="1024128">
                  <a:moveTo>
                    <a:pt x="0" y="0"/>
                  </a:moveTo>
                  <a:lnTo>
                    <a:pt x="10241280" y="0"/>
                  </a:lnTo>
                  <a:lnTo>
                    <a:pt x="10241280" y="1024128"/>
                  </a:lnTo>
                  <a:lnTo>
                    <a:pt x="0" y="1024128"/>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3" name="TextBox 22"/>
            <p:cNvSpPr/>
            <p:nvPr/>
          </p:nvSpPr>
          <p:spPr>
            <a:xfrm>
              <a:off x="822960" y="2041200"/>
              <a:ext cx="768060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Farmerline (Accra)</a:t>
              </a:r>
              <a:endParaRPr b="0" lang="en-US" sz="2400" spc="-1" strike="noStrike">
                <a:solidFill>
                  <a:srgbClr val="ffffff"/>
                </a:solidFill>
                <a:latin typeface="Arial"/>
              </a:endParaRPr>
            </a:p>
          </p:txBody>
        </p:sp>
      </p:grpSp>
      <p:grpSp>
        <p:nvGrpSpPr>
          <p:cNvPr id="524" name="Group 23"/>
          <p:cNvGrpSpPr/>
          <p:nvPr/>
        </p:nvGrpSpPr>
        <p:grpSpPr>
          <a:xfrm>
            <a:off x="810360" y="2876760"/>
            <a:ext cx="1305000" cy="116280"/>
            <a:chOff x="810360" y="2876760"/>
            <a:chExt cx="1305000" cy="116280"/>
          </a:xfrm>
        </p:grpSpPr>
        <p:sp>
          <p:nvSpPr>
            <p:cNvPr id="525" name="Freeform 24"/>
            <p:cNvSpPr/>
            <p:nvPr/>
          </p:nvSpPr>
          <p:spPr>
            <a:xfrm>
              <a:off x="822960" y="2889360"/>
              <a:ext cx="1279800" cy="91080"/>
            </a:xfrm>
            <a:custGeom>
              <a:avLst/>
              <a:gdLst>
                <a:gd name="textAreaLeft" fmla="*/ 0 w 1279800"/>
                <a:gd name="textAreaRight" fmla="*/ 1280160 w 1279800"/>
                <a:gd name="textAreaTop" fmla="*/ 0 h 91080"/>
                <a:gd name="textAreaBottom" fmla="*/ 91440 h 91080"/>
              </a:gdLst>
              <a:ahLst/>
              <a:rect l="textAreaLeft" t="textAreaTop" r="textAreaRight" b="textAreaBottom"/>
              <a:pathLst>
                <a:path w="1706880" h="121920">
                  <a:moveTo>
                    <a:pt x="0" y="0"/>
                  </a:moveTo>
                  <a:lnTo>
                    <a:pt x="1706880" y="0"/>
                  </a:lnTo>
                  <a:lnTo>
                    <a:pt x="170688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6" name="Freeform 25"/>
            <p:cNvSpPr/>
            <p:nvPr/>
          </p:nvSpPr>
          <p:spPr>
            <a:xfrm>
              <a:off x="810360" y="2876760"/>
              <a:ext cx="1305000" cy="116280"/>
            </a:xfrm>
            <a:custGeom>
              <a:avLst/>
              <a:gdLst>
                <a:gd name="textAreaLeft" fmla="*/ 0 w 1305000"/>
                <a:gd name="textAreaRight" fmla="*/ 1305360 w 1305000"/>
                <a:gd name="textAreaTop" fmla="*/ 0 h 116280"/>
                <a:gd name="textAreaBottom" fmla="*/ 116640 h 116280"/>
              </a:gdLst>
              <a:ahLst/>
              <a:rect l="textAreaLeft" t="textAreaTop" r="textAreaRight" b="textAreaBottom"/>
              <a:pathLst>
                <a:path w="1740662" h="155704">
                  <a:moveTo>
                    <a:pt x="16891" y="0"/>
                  </a:moveTo>
                  <a:lnTo>
                    <a:pt x="1723771" y="0"/>
                  </a:lnTo>
                  <a:cubicBezTo>
                    <a:pt x="1733169" y="0"/>
                    <a:pt x="1740662" y="7620"/>
                    <a:pt x="1740662" y="16891"/>
                  </a:cubicBezTo>
                  <a:lnTo>
                    <a:pt x="1740662" y="138811"/>
                  </a:lnTo>
                  <a:cubicBezTo>
                    <a:pt x="1740662" y="148209"/>
                    <a:pt x="1733042" y="155702"/>
                    <a:pt x="172377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723771" y="121920"/>
                  </a:lnTo>
                  <a:lnTo>
                    <a:pt x="1723771" y="138811"/>
                  </a:lnTo>
                  <a:lnTo>
                    <a:pt x="1706880" y="138811"/>
                  </a:lnTo>
                  <a:lnTo>
                    <a:pt x="1706880" y="16891"/>
                  </a:lnTo>
                  <a:lnTo>
                    <a:pt x="1723771" y="16891"/>
                  </a:lnTo>
                  <a:lnTo>
                    <a:pt x="172377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527" name="Group 26"/>
          <p:cNvGrpSpPr/>
          <p:nvPr/>
        </p:nvGrpSpPr>
        <p:grpSpPr>
          <a:xfrm>
            <a:off x="822960" y="3037680"/>
            <a:ext cx="7680600" cy="2082600"/>
            <a:chOff x="822960" y="3037680"/>
            <a:chExt cx="7680600" cy="2082600"/>
          </a:xfrm>
        </p:grpSpPr>
        <p:sp>
          <p:nvSpPr>
            <p:cNvPr id="528" name="Freeform 27"/>
            <p:cNvSpPr/>
            <p:nvPr/>
          </p:nvSpPr>
          <p:spPr>
            <a:xfrm>
              <a:off x="822960" y="3108960"/>
              <a:ext cx="7680600" cy="2011320"/>
            </a:xfrm>
            <a:custGeom>
              <a:avLst/>
              <a:gdLst>
                <a:gd name="textAreaLeft" fmla="*/ 0 w 7680600"/>
                <a:gd name="textAreaRight" fmla="*/ 7680960 w 7680600"/>
                <a:gd name="textAreaTop" fmla="*/ 0 h 2011320"/>
                <a:gd name="textAreaBottom" fmla="*/ 2011680 h 2011320"/>
              </a:gdLst>
              <a:ahLst/>
              <a:rect l="textAreaLeft" t="textAreaTop" r="textAreaRight" b="textAreaBottom"/>
              <a:pathLst>
                <a:path w="10241280" h="2682240">
                  <a:moveTo>
                    <a:pt x="0" y="0"/>
                  </a:moveTo>
                  <a:lnTo>
                    <a:pt x="10241280" y="0"/>
                  </a:lnTo>
                  <a:lnTo>
                    <a:pt x="10241280" y="2682240"/>
                  </a:lnTo>
                  <a:lnTo>
                    <a:pt x="0" y="268224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9" name="TextBox 28"/>
            <p:cNvSpPr/>
            <p:nvPr/>
          </p:nvSpPr>
          <p:spPr>
            <a:xfrm>
              <a:off x="822960" y="3037680"/>
              <a:ext cx="7680600" cy="2082600"/>
            </a:xfrm>
            <a:prstGeom prst="rect">
              <a:avLst/>
            </a:prstGeom>
            <a:noFill/>
            <a:ln w="0">
              <a:noFill/>
            </a:ln>
          </p:spPr>
          <p:style>
            <a:lnRef idx="0"/>
            <a:fillRef idx="0"/>
            <a:effectRef idx="0"/>
            <a:fontRef idx="minor"/>
          </p:style>
          <p:txBody>
            <a:bodyPr lIns="0" rIns="0" tIns="0" bIns="0" anchor="ctr">
              <a:noAutofit/>
            </a:bodyPr>
            <a:p>
              <a:pPr defTabSz="914400">
                <a:lnSpc>
                  <a:spcPts val="2999"/>
                </a:lnSpc>
              </a:pPr>
              <a:r>
                <a:rPr b="0" lang="en-US" sz="2000" spc="-1" strike="noStrike">
                  <a:solidFill>
                    <a:srgbClr val="ffffff"/>
                  </a:solidFill>
                  <a:latin typeface="Calibri (MS)"/>
                  <a:ea typeface="Calibri (MS)"/>
                </a:rPr>
                <a:t>Ghanaian agri-tech company using location data and AI to connect smallholder farmers to inputs, weather data, and markets. Over 2 million farmers reached across West Africa.</a:t>
              </a:r>
              <a:endParaRPr b="0" lang="en-US" sz="2000" spc="-1" strike="noStrike">
                <a:solidFill>
                  <a:srgbClr val="ffffff"/>
                </a:solidFill>
                <a:latin typeface="Arial"/>
              </a:endParaRPr>
            </a:p>
          </p:txBody>
        </p:sp>
      </p:grpSp>
      <p:grpSp>
        <p:nvGrpSpPr>
          <p:cNvPr id="530" name="Group 29"/>
          <p:cNvGrpSpPr/>
          <p:nvPr/>
        </p:nvGrpSpPr>
        <p:grpSpPr>
          <a:xfrm>
            <a:off x="9228960" y="1822320"/>
            <a:ext cx="8241840" cy="3578400"/>
            <a:chOff x="9228960" y="1822320"/>
            <a:chExt cx="8241840" cy="3578400"/>
          </a:xfrm>
        </p:grpSpPr>
        <p:sp>
          <p:nvSpPr>
            <p:cNvPr id="531" name="Freeform 30"/>
            <p:cNvSpPr/>
            <p:nvPr/>
          </p:nvSpPr>
          <p:spPr>
            <a:xfrm>
              <a:off x="9235440" y="1828800"/>
              <a:ext cx="8229240" cy="3565800"/>
            </a:xfrm>
            <a:custGeom>
              <a:avLst/>
              <a:gdLst>
                <a:gd name="textAreaLeft" fmla="*/ 0 w 8229240"/>
                <a:gd name="textAreaRight" fmla="*/ 8229600 w 8229240"/>
                <a:gd name="textAreaTop" fmla="*/ 0 h 3565800"/>
                <a:gd name="textAreaBottom" fmla="*/ 3566160 h 3565800"/>
              </a:gdLst>
              <a:ahLst/>
              <a:rect l="textAreaLeft" t="textAreaTop" r="textAreaRight" b="textAreaBottom"/>
              <a:pathLst>
                <a:path w="10972800" h="4754880">
                  <a:moveTo>
                    <a:pt x="0" y="0"/>
                  </a:moveTo>
                  <a:lnTo>
                    <a:pt x="10972800" y="0"/>
                  </a:lnTo>
                  <a:lnTo>
                    <a:pt x="10972800" y="4754880"/>
                  </a:lnTo>
                  <a:lnTo>
                    <a:pt x="0" y="475488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2" name="Freeform 31"/>
            <p:cNvSpPr/>
            <p:nvPr/>
          </p:nvSpPr>
          <p:spPr>
            <a:xfrm>
              <a:off x="9228960" y="1822320"/>
              <a:ext cx="8241840" cy="3578400"/>
            </a:xfrm>
            <a:custGeom>
              <a:avLst/>
              <a:gdLst>
                <a:gd name="textAreaLeft" fmla="*/ 0 w 8241840"/>
                <a:gd name="textAreaRight" fmla="*/ 8242200 w 8241840"/>
                <a:gd name="textAreaTop" fmla="*/ 0 h 3578400"/>
                <a:gd name="textAreaBottom" fmla="*/ 3578760 h 3578400"/>
              </a:gdLst>
              <a:ahLst/>
              <a:rect l="textAreaLeft" t="textAreaTop" r="textAreaRight" b="textAreaBottom"/>
              <a:pathLst>
                <a:path w="10989818" h="4771898">
                  <a:moveTo>
                    <a:pt x="8509" y="0"/>
                  </a:moveTo>
                  <a:lnTo>
                    <a:pt x="10981309" y="0"/>
                  </a:lnTo>
                  <a:cubicBezTo>
                    <a:pt x="10986008" y="0"/>
                    <a:pt x="10989818" y="3810"/>
                    <a:pt x="10989818" y="8509"/>
                  </a:cubicBezTo>
                  <a:lnTo>
                    <a:pt x="10989818" y="4763389"/>
                  </a:lnTo>
                  <a:cubicBezTo>
                    <a:pt x="10989818" y="4768088"/>
                    <a:pt x="10986008" y="4771898"/>
                    <a:pt x="10981309" y="4771898"/>
                  </a:cubicBezTo>
                  <a:lnTo>
                    <a:pt x="8509" y="4771898"/>
                  </a:lnTo>
                  <a:cubicBezTo>
                    <a:pt x="3810" y="4771898"/>
                    <a:pt x="0" y="4768088"/>
                    <a:pt x="0" y="4763389"/>
                  </a:cubicBezTo>
                  <a:lnTo>
                    <a:pt x="0" y="8509"/>
                  </a:lnTo>
                  <a:cubicBezTo>
                    <a:pt x="0" y="3810"/>
                    <a:pt x="3810" y="0"/>
                    <a:pt x="8509" y="0"/>
                  </a:cubicBezTo>
                  <a:moveTo>
                    <a:pt x="8509" y="16891"/>
                  </a:moveTo>
                  <a:lnTo>
                    <a:pt x="8509" y="8509"/>
                  </a:lnTo>
                  <a:lnTo>
                    <a:pt x="17018" y="8509"/>
                  </a:lnTo>
                  <a:lnTo>
                    <a:pt x="17018" y="4763389"/>
                  </a:lnTo>
                  <a:lnTo>
                    <a:pt x="8509" y="4763389"/>
                  </a:lnTo>
                  <a:lnTo>
                    <a:pt x="8509" y="4754880"/>
                  </a:lnTo>
                  <a:lnTo>
                    <a:pt x="10981309" y="4754880"/>
                  </a:lnTo>
                  <a:lnTo>
                    <a:pt x="10981309" y="4763389"/>
                  </a:lnTo>
                  <a:lnTo>
                    <a:pt x="10972800" y="4763389"/>
                  </a:lnTo>
                  <a:lnTo>
                    <a:pt x="10972800" y="8509"/>
                  </a:lnTo>
                  <a:lnTo>
                    <a:pt x="10981309" y="8509"/>
                  </a:lnTo>
                  <a:lnTo>
                    <a:pt x="10981309"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33" name="Group 32"/>
          <p:cNvGrpSpPr/>
          <p:nvPr/>
        </p:nvGrpSpPr>
        <p:grpSpPr>
          <a:xfrm>
            <a:off x="9222840" y="1816200"/>
            <a:ext cx="8254440" cy="134640"/>
            <a:chOff x="9222840" y="1816200"/>
            <a:chExt cx="8254440" cy="134640"/>
          </a:xfrm>
        </p:grpSpPr>
        <p:sp>
          <p:nvSpPr>
            <p:cNvPr id="534" name="Freeform 33"/>
            <p:cNvSpPr/>
            <p:nvPr/>
          </p:nvSpPr>
          <p:spPr>
            <a:xfrm>
              <a:off x="9235440" y="1828800"/>
              <a:ext cx="8229240" cy="109440"/>
            </a:xfrm>
            <a:custGeom>
              <a:avLst/>
              <a:gdLst>
                <a:gd name="textAreaLeft" fmla="*/ 0 w 8229240"/>
                <a:gd name="textAreaRight" fmla="*/ 8229600 w 8229240"/>
                <a:gd name="textAreaTop" fmla="*/ 0 h 109440"/>
                <a:gd name="textAreaBottom" fmla="*/ 109800 h 109440"/>
              </a:gdLst>
              <a:ahLst/>
              <a:rect l="textAreaLeft" t="textAreaTop" r="textAreaRight" b="textAreaBottom"/>
              <a:pathLst>
                <a:path w="10972800" h="146304">
                  <a:moveTo>
                    <a:pt x="0" y="0"/>
                  </a:moveTo>
                  <a:lnTo>
                    <a:pt x="10972800" y="0"/>
                  </a:lnTo>
                  <a:lnTo>
                    <a:pt x="10972800" y="146304"/>
                  </a:lnTo>
                  <a:lnTo>
                    <a:pt x="0" y="146304"/>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5" name="Freeform 34"/>
            <p:cNvSpPr/>
            <p:nvPr/>
          </p:nvSpPr>
          <p:spPr>
            <a:xfrm>
              <a:off x="9222840" y="1816200"/>
              <a:ext cx="8254440" cy="134640"/>
            </a:xfrm>
            <a:custGeom>
              <a:avLst/>
              <a:gdLst>
                <a:gd name="textAreaLeft" fmla="*/ 0 w 8254440"/>
                <a:gd name="textAreaRight" fmla="*/ 8254800 w 8254440"/>
                <a:gd name="textAreaTop" fmla="*/ 0 h 134640"/>
                <a:gd name="textAreaBottom" fmla="*/ 135000 h 134640"/>
              </a:gdLst>
              <a:ahLst/>
              <a:rect l="textAreaLeft" t="textAreaTop" r="textAreaRight" b="textAreaBottom"/>
              <a:pathLst>
                <a:path w="11006582" h="180088">
                  <a:moveTo>
                    <a:pt x="16891" y="0"/>
                  </a:moveTo>
                  <a:lnTo>
                    <a:pt x="10989691" y="0"/>
                  </a:lnTo>
                  <a:cubicBezTo>
                    <a:pt x="10999089" y="0"/>
                    <a:pt x="11006582" y="7620"/>
                    <a:pt x="11006582" y="16891"/>
                  </a:cubicBezTo>
                  <a:lnTo>
                    <a:pt x="11006582" y="163195"/>
                  </a:lnTo>
                  <a:cubicBezTo>
                    <a:pt x="11006582" y="172593"/>
                    <a:pt x="10998962" y="180086"/>
                    <a:pt x="109896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0989691" y="146304"/>
                  </a:lnTo>
                  <a:lnTo>
                    <a:pt x="10989691" y="163195"/>
                  </a:lnTo>
                  <a:lnTo>
                    <a:pt x="10972800" y="163195"/>
                  </a:lnTo>
                  <a:lnTo>
                    <a:pt x="10972800" y="16891"/>
                  </a:lnTo>
                  <a:lnTo>
                    <a:pt x="10989691" y="16891"/>
                  </a:lnTo>
                  <a:lnTo>
                    <a:pt x="1098969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36" name="Group 35"/>
          <p:cNvGrpSpPr/>
          <p:nvPr/>
        </p:nvGrpSpPr>
        <p:grpSpPr>
          <a:xfrm>
            <a:off x="9509760" y="2041200"/>
            <a:ext cx="7680600" cy="775080"/>
            <a:chOff x="9509760" y="2041200"/>
            <a:chExt cx="7680600" cy="775080"/>
          </a:xfrm>
        </p:grpSpPr>
        <p:sp>
          <p:nvSpPr>
            <p:cNvPr id="537" name="Freeform 36"/>
            <p:cNvSpPr/>
            <p:nvPr/>
          </p:nvSpPr>
          <p:spPr>
            <a:xfrm>
              <a:off x="9509760" y="2048400"/>
              <a:ext cx="7680600" cy="767880"/>
            </a:xfrm>
            <a:custGeom>
              <a:avLst/>
              <a:gdLst>
                <a:gd name="textAreaLeft" fmla="*/ 0 w 7680600"/>
                <a:gd name="textAreaRight" fmla="*/ 7680960 w 7680600"/>
                <a:gd name="textAreaTop" fmla="*/ 0 h 767880"/>
                <a:gd name="textAreaBottom" fmla="*/ 768240 h 767880"/>
              </a:gdLst>
              <a:ahLst/>
              <a:rect l="textAreaLeft" t="textAreaTop" r="textAreaRight" b="textAreaBottom"/>
              <a:pathLst>
                <a:path w="10241280" h="1024128">
                  <a:moveTo>
                    <a:pt x="0" y="0"/>
                  </a:moveTo>
                  <a:lnTo>
                    <a:pt x="10241280" y="0"/>
                  </a:lnTo>
                  <a:lnTo>
                    <a:pt x="10241280" y="1024128"/>
                  </a:lnTo>
                  <a:lnTo>
                    <a:pt x="0" y="1024128"/>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8" name="TextBox 37"/>
            <p:cNvSpPr/>
            <p:nvPr/>
          </p:nvSpPr>
          <p:spPr>
            <a:xfrm>
              <a:off x="9509760" y="2041200"/>
              <a:ext cx="768060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Ghana Statistical Service</a:t>
              </a:r>
              <a:endParaRPr b="0" lang="en-US" sz="2400" spc="-1" strike="noStrike">
                <a:solidFill>
                  <a:srgbClr val="ffffff"/>
                </a:solidFill>
                <a:latin typeface="Arial"/>
              </a:endParaRPr>
            </a:p>
          </p:txBody>
        </p:sp>
      </p:grpSp>
      <p:grpSp>
        <p:nvGrpSpPr>
          <p:cNvPr id="539" name="Group 38"/>
          <p:cNvGrpSpPr/>
          <p:nvPr/>
        </p:nvGrpSpPr>
        <p:grpSpPr>
          <a:xfrm>
            <a:off x="9497160" y="2876760"/>
            <a:ext cx="1305000" cy="116280"/>
            <a:chOff x="9497160" y="2876760"/>
            <a:chExt cx="1305000" cy="116280"/>
          </a:xfrm>
        </p:grpSpPr>
        <p:sp>
          <p:nvSpPr>
            <p:cNvPr id="540" name="Freeform 39"/>
            <p:cNvSpPr/>
            <p:nvPr/>
          </p:nvSpPr>
          <p:spPr>
            <a:xfrm>
              <a:off x="9509760" y="2889360"/>
              <a:ext cx="1279800" cy="91080"/>
            </a:xfrm>
            <a:custGeom>
              <a:avLst/>
              <a:gdLst>
                <a:gd name="textAreaLeft" fmla="*/ 0 w 1279800"/>
                <a:gd name="textAreaRight" fmla="*/ 1280160 w 1279800"/>
                <a:gd name="textAreaTop" fmla="*/ 0 h 91080"/>
                <a:gd name="textAreaBottom" fmla="*/ 91440 h 91080"/>
              </a:gdLst>
              <a:ahLst/>
              <a:rect l="textAreaLeft" t="textAreaTop" r="textAreaRight" b="textAreaBottom"/>
              <a:pathLst>
                <a:path w="1706880" h="121920">
                  <a:moveTo>
                    <a:pt x="0" y="0"/>
                  </a:moveTo>
                  <a:lnTo>
                    <a:pt x="1706880" y="0"/>
                  </a:lnTo>
                  <a:lnTo>
                    <a:pt x="1706880"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1" name="Freeform 40"/>
            <p:cNvSpPr/>
            <p:nvPr/>
          </p:nvSpPr>
          <p:spPr>
            <a:xfrm>
              <a:off x="9497160" y="2876760"/>
              <a:ext cx="1305000" cy="116280"/>
            </a:xfrm>
            <a:custGeom>
              <a:avLst/>
              <a:gdLst>
                <a:gd name="textAreaLeft" fmla="*/ 0 w 1305000"/>
                <a:gd name="textAreaRight" fmla="*/ 1305360 w 1305000"/>
                <a:gd name="textAreaTop" fmla="*/ 0 h 116280"/>
                <a:gd name="textAreaBottom" fmla="*/ 116640 h 116280"/>
              </a:gdLst>
              <a:ahLst/>
              <a:rect l="textAreaLeft" t="textAreaTop" r="textAreaRight" b="textAreaBottom"/>
              <a:pathLst>
                <a:path w="1740662" h="155704">
                  <a:moveTo>
                    <a:pt x="16891" y="0"/>
                  </a:moveTo>
                  <a:lnTo>
                    <a:pt x="1723771" y="0"/>
                  </a:lnTo>
                  <a:cubicBezTo>
                    <a:pt x="1733169" y="0"/>
                    <a:pt x="1740662" y="7620"/>
                    <a:pt x="1740662" y="16891"/>
                  </a:cubicBezTo>
                  <a:lnTo>
                    <a:pt x="1740662" y="138811"/>
                  </a:lnTo>
                  <a:cubicBezTo>
                    <a:pt x="1740662" y="148209"/>
                    <a:pt x="1733042" y="155702"/>
                    <a:pt x="172377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723771" y="121920"/>
                  </a:lnTo>
                  <a:lnTo>
                    <a:pt x="1723771" y="138811"/>
                  </a:lnTo>
                  <a:lnTo>
                    <a:pt x="1706880" y="138811"/>
                  </a:lnTo>
                  <a:lnTo>
                    <a:pt x="1706880" y="16891"/>
                  </a:lnTo>
                  <a:lnTo>
                    <a:pt x="1723771" y="16891"/>
                  </a:lnTo>
                  <a:lnTo>
                    <a:pt x="172377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42" name="Group 41"/>
          <p:cNvGrpSpPr/>
          <p:nvPr/>
        </p:nvGrpSpPr>
        <p:grpSpPr>
          <a:xfrm>
            <a:off x="9509760" y="3037680"/>
            <a:ext cx="7680600" cy="2082600"/>
            <a:chOff x="9509760" y="3037680"/>
            <a:chExt cx="7680600" cy="2082600"/>
          </a:xfrm>
        </p:grpSpPr>
        <p:sp>
          <p:nvSpPr>
            <p:cNvPr id="543" name="Freeform 42"/>
            <p:cNvSpPr/>
            <p:nvPr/>
          </p:nvSpPr>
          <p:spPr>
            <a:xfrm>
              <a:off x="9509760" y="3108960"/>
              <a:ext cx="7680600" cy="2011320"/>
            </a:xfrm>
            <a:custGeom>
              <a:avLst/>
              <a:gdLst>
                <a:gd name="textAreaLeft" fmla="*/ 0 w 7680600"/>
                <a:gd name="textAreaRight" fmla="*/ 7680960 w 7680600"/>
                <a:gd name="textAreaTop" fmla="*/ 0 h 2011320"/>
                <a:gd name="textAreaBottom" fmla="*/ 2011680 h 2011320"/>
              </a:gdLst>
              <a:ahLst/>
              <a:rect l="textAreaLeft" t="textAreaTop" r="textAreaRight" b="textAreaBottom"/>
              <a:pathLst>
                <a:path w="10241280" h="2682240">
                  <a:moveTo>
                    <a:pt x="0" y="0"/>
                  </a:moveTo>
                  <a:lnTo>
                    <a:pt x="10241280" y="0"/>
                  </a:lnTo>
                  <a:lnTo>
                    <a:pt x="10241280" y="2682240"/>
                  </a:lnTo>
                  <a:lnTo>
                    <a:pt x="0" y="268224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4" name="TextBox 43"/>
            <p:cNvSpPr/>
            <p:nvPr/>
          </p:nvSpPr>
          <p:spPr>
            <a:xfrm>
              <a:off x="9509760" y="3037680"/>
              <a:ext cx="7680600" cy="2082600"/>
            </a:xfrm>
            <a:prstGeom prst="rect">
              <a:avLst/>
            </a:prstGeom>
            <a:noFill/>
            <a:ln w="0">
              <a:noFill/>
            </a:ln>
          </p:spPr>
          <p:style>
            <a:lnRef idx="0"/>
            <a:fillRef idx="0"/>
            <a:effectRef idx="0"/>
            <a:fontRef idx="minor"/>
          </p:style>
          <p:txBody>
            <a:bodyPr lIns="0" rIns="0" tIns="0" bIns="0" anchor="ctr">
              <a:noAutofit/>
            </a:bodyPr>
            <a:p>
              <a:pPr defTabSz="914400">
                <a:lnSpc>
                  <a:spcPts val="2999"/>
                </a:lnSpc>
              </a:pPr>
              <a:r>
                <a:rPr b="0" lang="en-US" sz="2000" spc="-1" strike="noStrike">
                  <a:solidFill>
                    <a:srgbClr val="ffffff"/>
                  </a:solidFill>
                  <a:latin typeface="Calibri (MS)"/>
                  <a:ea typeface="Calibri (MS)"/>
                </a:rPr>
                <a:t>Uses spatial analysis to map poverty, census data, and infrastructure gaps at district level. The 2021 Population and Housing Census integrated GIS for the first time.</a:t>
              </a:r>
              <a:endParaRPr b="0" lang="en-US" sz="2000" spc="-1" strike="noStrike">
                <a:solidFill>
                  <a:srgbClr val="ffffff"/>
                </a:solidFill>
                <a:latin typeface="Arial"/>
              </a:endParaRPr>
            </a:p>
          </p:txBody>
        </p:sp>
      </p:grpSp>
      <p:grpSp>
        <p:nvGrpSpPr>
          <p:cNvPr id="545" name="Group 44"/>
          <p:cNvGrpSpPr/>
          <p:nvPr/>
        </p:nvGrpSpPr>
        <p:grpSpPr>
          <a:xfrm>
            <a:off x="542160" y="5662800"/>
            <a:ext cx="8241840" cy="3578400"/>
            <a:chOff x="542160" y="5662800"/>
            <a:chExt cx="8241840" cy="3578400"/>
          </a:xfrm>
        </p:grpSpPr>
        <p:sp>
          <p:nvSpPr>
            <p:cNvPr id="546" name="Freeform 45"/>
            <p:cNvSpPr/>
            <p:nvPr/>
          </p:nvSpPr>
          <p:spPr>
            <a:xfrm>
              <a:off x="548640" y="5669280"/>
              <a:ext cx="8229240" cy="3565800"/>
            </a:xfrm>
            <a:custGeom>
              <a:avLst/>
              <a:gdLst>
                <a:gd name="textAreaLeft" fmla="*/ 0 w 8229240"/>
                <a:gd name="textAreaRight" fmla="*/ 8229600 w 8229240"/>
                <a:gd name="textAreaTop" fmla="*/ 0 h 3565800"/>
                <a:gd name="textAreaBottom" fmla="*/ 3566160 h 3565800"/>
              </a:gdLst>
              <a:ahLst/>
              <a:rect l="textAreaLeft" t="textAreaTop" r="textAreaRight" b="textAreaBottom"/>
              <a:pathLst>
                <a:path w="10972800" h="4754880">
                  <a:moveTo>
                    <a:pt x="0" y="0"/>
                  </a:moveTo>
                  <a:lnTo>
                    <a:pt x="10972800" y="0"/>
                  </a:lnTo>
                  <a:lnTo>
                    <a:pt x="10972800" y="4754880"/>
                  </a:lnTo>
                  <a:lnTo>
                    <a:pt x="0" y="475488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7" name="Freeform 46"/>
            <p:cNvSpPr/>
            <p:nvPr/>
          </p:nvSpPr>
          <p:spPr>
            <a:xfrm>
              <a:off x="542160" y="5662800"/>
              <a:ext cx="8241840" cy="3578400"/>
            </a:xfrm>
            <a:custGeom>
              <a:avLst/>
              <a:gdLst>
                <a:gd name="textAreaLeft" fmla="*/ 0 w 8241840"/>
                <a:gd name="textAreaRight" fmla="*/ 8242200 w 8241840"/>
                <a:gd name="textAreaTop" fmla="*/ 0 h 3578400"/>
                <a:gd name="textAreaBottom" fmla="*/ 3578760 h 3578400"/>
              </a:gdLst>
              <a:ahLst/>
              <a:rect l="textAreaLeft" t="textAreaTop" r="textAreaRight" b="textAreaBottom"/>
              <a:pathLst>
                <a:path w="10989818" h="4771898">
                  <a:moveTo>
                    <a:pt x="8509" y="0"/>
                  </a:moveTo>
                  <a:lnTo>
                    <a:pt x="10981309" y="0"/>
                  </a:lnTo>
                  <a:cubicBezTo>
                    <a:pt x="10986008" y="0"/>
                    <a:pt x="10989818" y="3810"/>
                    <a:pt x="10989818" y="8509"/>
                  </a:cubicBezTo>
                  <a:lnTo>
                    <a:pt x="10989818" y="4763389"/>
                  </a:lnTo>
                  <a:cubicBezTo>
                    <a:pt x="10989818" y="4768088"/>
                    <a:pt x="10986008" y="4771898"/>
                    <a:pt x="10981309" y="4771898"/>
                  </a:cubicBezTo>
                  <a:lnTo>
                    <a:pt x="8509" y="4771898"/>
                  </a:lnTo>
                  <a:cubicBezTo>
                    <a:pt x="3810" y="4771898"/>
                    <a:pt x="0" y="4768088"/>
                    <a:pt x="0" y="4763389"/>
                  </a:cubicBezTo>
                  <a:lnTo>
                    <a:pt x="0" y="8509"/>
                  </a:lnTo>
                  <a:cubicBezTo>
                    <a:pt x="0" y="3810"/>
                    <a:pt x="3810" y="0"/>
                    <a:pt x="8509" y="0"/>
                  </a:cubicBezTo>
                  <a:moveTo>
                    <a:pt x="8509" y="16891"/>
                  </a:moveTo>
                  <a:lnTo>
                    <a:pt x="8509" y="8509"/>
                  </a:lnTo>
                  <a:lnTo>
                    <a:pt x="17018" y="8509"/>
                  </a:lnTo>
                  <a:lnTo>
                    <a:pt x="17018" y="4763389"/>
                  </a:lnTo>
                  <a:lnTo>
                    <a:pt x="8509" y="4763389"/>
                  </a:lnTo>
                  <a:lnTo>
                    <a:pt x="8509" y="4754880"/>
                  </a:lnTo>
                  <a:lnTo>
                    <a:pt x="10981309" y="4754880"/>
                  </a:lnTo>
                  <a:lnTo>
                    <a:pt x="10981309" y="4763389"/>
                  </a:lnTo>
                  <a:lnTo>
                    <a:pt x="10972800" y="4763389"/>
                  </a:lnTo>
                  <a:lnTo>
                    <a:pt x="10972800" y="8509"/>
                  </a:lnTo>
                  <a:lnTo>
                    <a:pt x="10981309" y="8509"/>
                  </a:lnTo>
                  <a:lnTo>
                    <a:pt x="10981309"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48" name="Group 47"/>
          <p:cNvGrpSpPr/>
          <p:nvPr/>
        </p:nvGrpSpPr>
        <p:grpSpPr>
          <a:xfrm>
            <a:off x="536040" y="5656680"/>
            <a:ext cx="8254440" cy="134640"/>
            <a:chOff x="536040" y="5656680"/>
            <a:chExt cx="8254440" cy="134640"/>
          </a:xfrm>
        </p:grpSpPr>
        <p:sp>
          <p:nvSpPr>
            <p:cNvPr id="549" name="Freeform 48"/>
            <p:cNvSpPr/>
            <p:nvPr/>
          </p:nvSpPr>
          <p:spPr>
            <a:xfrm>
              <a:off x="548640" y="5669280"/>
              <a:ext cx="8229240" cy="109440"/>
            </a:xfrm>
            <a:custGeom>
              <a:avLst/>
              <a:gdLst>
                <a:gd name="textAreaLeft" fmla="*/ 0 w 8229240"/>
                <a:gd name="textAreaRight" fmla="*/ 8229600 w 8229240"/>
                <a:gd name="textAreaTop" fmla="*/ 0 h 109440"/>
                <a:gd name="textAreaBottom" fmla="*/ 109800 h 109440"/>
              </a:gdLst>
              <a:ahLst/>
              <a:rect l="textAreaLeft" t="textAreaTop" r="textAreaRight" b="textAreaBottom"/>
              <a:pathLst>
                <a:path w="10972800" h="146304">
                  <a:moveTo>
                    <a:pt x="0" y="0"/>
                  </a:moveTo>
                  <a:lnTo>
                    <a:pt x="10972800" y="0"/>
                  </a:lnTo>
                  <a:lnTo>
                    <a:pt x="10972800" y="146304"/>
                  </a:lnTo>
                  <a:lnTo>
                    <a:pt x="0" y="146304"/>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0" name="Freeform 49"/>
            <p:cNvSpPr/>
            <p:nvPr/>
          </p:nvSpPr>
          <p:spPr>
            <a:xfrm>
              <a:off x="536040" y="5656680"/>
              <a:ext cx="8254440" cy="134640"/>
            </a:xfrm>
            <a:custGeom>
              <a:avLst/>
              <a:gdLst>
                <a:gd name="textAreaLeft" fmla="*/ 0 w 8254440"/>
                <a:gd name="textAreaRight" fmla="*/ 8254800 w 8254440"/>
                <a:gd name="textAreaTop" fmla="*/ 0 h 134640"/>
                <a:gd name="textAreaBottom" fmla="*/ 135000 h 134640"/>
              </a:gdLst>
              <a:ahLst/>
              <a:rect l="textAreaLeft" t="textAreaTop" r="textAreaRight" b="textAreaBottom"/>
              <a:pathLst>
                <a:path w="11006582" h="180088">
                  <a:moveTo>
                    <a:pt x="16891" y="0"/>
                  </a:moveTo>
                  <a:lnTo>
                    <a:pt x="10989691" y="0"/>
                  </a:lnTo>
                  <a:cubicBezTo>
                    <a:pt x="10999089" y="0"/>
                    <a:pt x="11006582" y="7620"/>
                    <a:pt x="11006582" y="16891"/>
                  </a:cubicBezTo>
                  <a:lnTo>
                    <a:pt x="11006582" y="163195"/>
                  </a:lnTo>
                  <a:cubicBezTo>
                    <a:pt x="11006582" y="172593"/>
                    <a:pt x="10998962" y="180086"/>
                    <a:pt x="109896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0989691" y="146304"/>
                  </a:lnTo>
                  <a:lnTo>
                    <a:pt x="10989691" y="163195"/>
                  </a:lnTo>
                  <a:lnTo>
                    <a:pt x="10972800" y="163195"/>
                  </a:lnTo>
                  <a:lnTo>
                    <a:pt x="10972800" y="16891"/>
                  </a:lnTo>
                  <a:lnTo>
                    <a:pt x="10989691" y="16891"/>
                  </a:lnTo>
                  <a:lnTo>
                    <a:pt x="1098969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551" name="Group 50"/>
          <p:cNvGrpSpPr/>
          <p:nvPr/>
        </p:nvGrpSpPr>
        <p:grpSpPr>
          <a:xfrm>
            <a:off x="822960" y="5881680"/>
            <a:ext cx="7680600" cy="775080"/>
            <a:chOff x="822960" y="5881680"/>
            <a:chExt cx="7680600" cy="775080"/>
          </a:xfrm>
        </p:grpSpPr>
        <p:sp>
          <p:nvSpPr>
            <p:cNvPr id="552" name="Freeform 51"/>
            <p:cNvSpPr/>
            <p:nvPr/>
          </p:nvSpPr>
          <p:spPr>
            <a:xfrm>
              <a:off x="822960" y="5888880"/>
              <a:ext cx="7680600" cy="767880"/>
            </a:xfrm>
            <a:custGeom>
              <a:avLst/>
              <a:gdLst>
                <a:gd name="textAreaLeft" fmla="*/ 0 w 7680600"/>
                <a:gd name="textAreaRight" fmla="*/ 7680960 w 7680600"/>
                <a:gd name="textAreaTop" fmla="*/ 0 h 767880"/>
                <a:gd name="textAreaBottom" fmla="*/ 768240 h 767880"/>
              </a:gdLst>
              <a:ahLst/>
              <a:rect l="textAreaLeft" t="textAreaTop" r="textAreaRight" b="textAreaBottom"/>
              <a:pathLst>
                <a:path w="10241280" h="1024128">
                  <a:moveTo>
                    <a:pt x="0" y="0"/>
                  </a:moveTo>
                  <a:lnTo>
                    <a:pt x="10241280" y="0"/>
                  </a:lnTo>
                  <a:lnTo>
                    <a:pt x="10241280" y="1024128"/>
                  </a:lnTo>
                  <a:lnTo>
                    <a:pt x="0" y="1024128"/>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3" name="TextBox 52"/>
            <p:cNvSpPr/>
            <p:nvPr/>
          </p:nvSpPr>
          <p:spPr>
            <a:xfrm>
              <a:off x="822960" y="5881680"/>
              <a:ext cx="768060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WFP Ghana Food Prices</a:t>
              </a:r>
              <a:endParaRPr b="0" lang="en-US" sz="2400" spc="-1" strike="noStrike">
                <a:solidFill>
                  <a:srgbClr val="ffffff"/>
                </a:solidFill>
                <a:latin typeface="Arial"/>
              </a:endParaRPr>
            </a:p>
          </p:txBody>
        </p:sp>
      </p:grpSp>
      <p:grpSp>
        <p:nvGrpSpPr>
          <p:cNvPr id="554" name="Group 53"/>
          <p:cNvGrpSpPr/>
          <p:nvPr/>
        </p:nvGrpSpPr>
        <p:grpSpPr>
          <a:xfrm>
            <a:off x="810360" y="6717240"/>
            <a:ext cx="1305000" cy="116280"/>
            <a:chOff x="810360" y="6717240"/>
            <a:chExt cx="1305000" cy="116280"/>
          </a:xfrm>
        </p:grpSpPr>
        <p:sp>
          <p:nvSpPr>
            <p:cNvPr id="555" name="Freeform 54"/>
            <p:cNvSpPr/>
            <p:nvPr/>
          </p:nvSpPr>
          <p:spPr>
            <a:xfrm>
              <a:off x="822960" y="6729840"/>
              <a:ext cx="1279800" cy="91080"/>
            </a:xfrm>
            <a:custGeom>
              <a:avLst/>
              <a:gdLst>
                <a:gd name="textAreaLeft" fmla="*/ 0 w 1279800"/>
                <a:gd name="textAreaRight" fmla="*/ 1280160 w 1279800"/>
                <a:gd name="textAreaTop" fmla="*/ 0 h 91080"/>
                <a:gd name="textAreaBottom" fmla="*/ 91440 h 91080"/>
              </a:gdLst>
              <a:ahLst/>
              <a:rect l="textAreaLeft" t="textAreaTop" r="textAreaRight" b="textAreaBottom"/>
              <a:pathLst>
                <a:path w="1706880" h="121920">
                  <a:moveTo>
                    <a:pt x="0" y="0"/>
                  </a:moveTo>
                  <a:lnTo>
                    <a:pt x="1706880" y="0"/>
                  </a:lnTo>
                  <a:lnTo>
                    <a:pt x="170688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6" name="Freeform 55"/>
            <p:cNvSpPr/>
            <p:nvPr/>
          </p:nvSpPr>
          <p:spPr>
            <a:xfrm>
              <a:off x="810360" y="6717240"/>
              <a:ext cx="1305000" cy="116280"/>
            </a:xfrm>
            <a:custGeom>
              <a:avLst/>
              <a:gdLst>
                <a:gd name="textAreaLeft" fmla="*/ 0 w 1305000"/>
                <a:gd name="textAreaRight" fmla="*/ 1305360 w 1305000"/>
                <a:gd name="textAreaTop" fmla="*/ 0 h 116280"/>
                <a:gd name="textAreaBottom" fmla="*/ 116640 h 116280"/>
              </a:gdLst>
              <a:ahLst/>
              <a:rect l="textAreaLeft" t="textAreaTop" r="textAreaRight" b="textAreaBottom"/>
              <a:pathLst>
                <a:path w="1740662" h="155704">
                  <a:moveTo>
                    <a:pt x="16891" y="0"/>
                  </a:moveTo>
                  <a:lnTo>
                    <a:pt x="1723771" y="0"/>
                  </a:lnTo>
                  <a:cubicBezTo>
                    <a:pt x="1733169" y="0"/>
                    <a:pt x="1740662" y="7620"/>
                    <a:pt x="1740662" y="16891"/>
                  </a:cubicBezTo>
                  <a:lnTo>
                    <a:pt x="1740662" y="138811"/>
                  </a:lnTo>
                  <a:cubicBezTo>
                    <a:pt x="1740662" y="148209"/>
                    <a:pt x="1733042" y="155702"/>
                    <a:pt x="172377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723771" y="121920"/>
                  </a:lnTo>
                  <a:lnTo>
                    <a:pt x="1723771" y="138811"/>
                  </a:lnTo>
                  <a:lnTo>
                    <a:pt x="1706880" y="138811"/>
                  </a:lnTo>
                  <a:lnTo>
                    <a:pt x="1706880" y="16891"/>
                  </a:lnTo>
                  <a:lnTo>
                    <a:pt x="1723771" y="16891"/>
                  </a:lnTo>
                  <a:lnTo>
                    <a:pt x="172377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557" name="Group 56"/>
          <p:cNvGrpSpPr/>
          <p:nvPr/>
        </p:nvGrpSpPr>
        <p:grpSpPr>
          <a:xfrm>
            <a:off x="822960" y="6878160"/>
            <a:ext cx="7680600" cy="2082600"/>
            <a:chOff x="822960" y="6878160"/>
            <a:chExt cx="7680600" cy="2082600"/>
          </a:xfrm>
        </p:grpSpPr>
        <p:sp>
          <p:nvSpPr>
            <p:cNvPr id="558" name="Freeform 57"/>
            <p:cNvSpPr/>
            <p:nvPr/>
          </p:nvSpPr>
          <p:spPr>
            <a:xfrm>
              <a:off x="822960" y="6949440"/>
              <a:ext cx="7680600" cy="2011320"/>
            </a:xfrm>
            <a:custGeom>
              <a:avLst/>
              <a:gdLst>
                <a:gd name="textAreaLeft" fmla="*/ 0 w 7680600"/>
                <a:gd name="textAreaRight" fmla="*/ 7680960 w 7680600"/>
                <a:gd name="textAreaTop" fmla="*/ 0 h 2011320"/>
                <a:gd name="textAreaBottom" fmla="*/ 2011680 h 2011320"/>
              </a:gdLst>
              <a:ahLst/>
              <a:rect l="textAreaLeft" t="textAreaTop" r="textAreaRight" b="textAreaBottom"/>
              <a:pathLst>
                <a:path w="10241280" h="2682240">
                  <a:moveTo>
                    <a:pt x="0" y="0"/>
                  </a:moveTo>
                  <a:lnTo>
                    <a:pt x="10241280" y="0"/>
                  </a:lnTo>
                  <a:lnTo>
                    <a:pt x="10241280" y="2682240"/>
                  </a:lnTo>
                  <a:lnTo>
                    <a:pt x="0" y="2682240"/>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9" name="TextBox 58"/>
            <p:cNvSpPr/>
            <p:nvPr/>
          </p:nvSpPr>
          <p:spPr>
            <a:xfrm>
              <a:off x="822960" y="6878160"/>
              <a:ext cx="7680600" cy="2082600"/>
            </a:xfrm>
            <a:prstGeom prst="rect">
              <a:avLst/>
            </a:prstGeom>
            <a:noFill/>
            <a:ln w="0">
              <a:noFill/>
            </a:ln>
          </p:spPr>
          <p:style>
            <a:lnRef idx="0"/>
            <a:fillRef idx="0"/>
            <a:effectRef idx="0"/>
            <a:fontRef idx="minor"/>
          </p:style>
          <p:txBody>
            <a:bodyPr lIns="0" rIns="0" tIns="0" bIns="0" anchor="ctr">
              <a:noAutofit/>
            </a:bodyPr>
            <a:p>
              <a:pPr defTabSz="914400">
                <a:lnSpc>
                  <a:spcPts val="2999"/>
                </a:lnSpc>
              </a:pPr>
              <a:r>
                <a:rPr b="0" lang="en-US" sz="2000" spc="-1" strike="noStrike">
                  <a:solidFill>
                    <a:srgbClr val="ffffff"/>
                  </a:solidFill>
                  <a:latin typeface="Calibri (MS)"/>
                  <a:ea typeface="Calibri (MS)"/>
                </a:rPr>
                <a:t>The dataset we use today. WFP monitors food prices at markets across Ghana to detect supply shocks early, feeding into regional food security assessments and humanitarian response planning.</a:t>
              </a:r>
              <a:endParaRPr b="0" lang="en-US" sz="2000" spc="-1" strike="noStrike">
                <a:solidFill>
                  <a:srgbClr val="ffffff"/>
                </a:solidFill>
                <a:latin typeface="Arial"/>
              </a:endParaRPr>
            </a:p>
          </p:txBody>
        </p:sp>
      </p:grpSp>
      <p:grpSp>
        <p:nvGrpSpPr>
          <p:cNvPr id="560" name="Group 59"/>
          <p:cNvGrpSpPr/>
          <p:nvPr/>
        </p:nvGrpSpPr>
        <p:grpSpPr>
          <a:xfrm>
            <a:off x="9228960" y="5662800"/>
            <a:ext cx="8241840" cy="3578400"/>
            <a:chOff x="9228960" y="5662800"/>
            <a:chExt cx="8241840" cy="3578400"/>
          </a:xfrm>
        </p:grpSpPr>
        <p:sp>
          <p:nvSpPr>
            <p:cNvPr id="561" name="Freeform 60"/>
            <p:cNvSpPr/>
            <p:nvPr/>
          </p:nvSpPr>
          <p:spPr>
            <a:xfrm>
              <a:off x="9235440" y="5669280"/>
              <a:ext cx="8229240" cy="3565800"/>
            </a:xfrm>
            <a:custGeom>
              <a:avLst/>
              <a:gdLst>
                <a:gd name="textAreaLeft" fmla="*/ 0 w 8229240"/>
                <a:gd name="textAreaRight" fmla="*/ 8229600 w 8229240"/>
                <a:gd name="textAreaTop" fmla="*/ 0 h 3565800"/>
                <a:gd name="textAreaBottom" fmla="*/ 3566160 h 3565800"/>
              </a:gdLst>
              <a:ahLst/>
              <a:rect l="textAreaLeft" t="textAreaTop" r="textAreaRight" b="textAreaBottom"/>
              <a:pathLst>
                <a:path w="10972800" h="4754880">
                  <a:moveTo>
                    <a:pt x="0" y="0"/>
                  </a:moveTo>
                  <a:lnTo>
                    <a:pt x="10972800" y="0"/>
                  </a:lnTo>
                  <a:lnTo>
                    <a:pt x="10972800" y="4754880"/>
                  </a:lnTo>
                  <a:lnTo>
                    <a:pt x="0" y="475488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2" name="Freeform 61"/>
            <p:cNvSpPr/>
            <p:nvPr/>
          </p:nvSpPr>
          <p:spPr>
            <a:xfrm>
              <a:off x="9228960" y="5662800"/>
              <a:ext cx="8241840" cy="3578400"/>
            </a:xfrm>
            <a:custGeom>
              <a:avLst/>
              <a:gdLst>
                <a:gd name="textAreaLeft" fmla="*/ 0 w 8241840"/>
                <a:gd name="textAreaRight" fmla="*/ 8242200 w 8241840"/>
                <a:gd name="textAreaTop" fmla="*/ 0 h 3578400"/>
                <a:gd name="textAreaBottom" fmla="*/ 3578760 h 3578400"/>
              </a:gdLst>
              <a:ahLst/>
              <a:rect l="textAreaLeft" t="textAreaTop" r="textAreaRight" b="textAreaBottom"/>
              <a:pathLst>
                <a:path w="10989818" h="4771898">
                  <a:moveTo>
                    <a:pt x="8509" y="0"/>
                  </a:moveTo>
                  <a:lnTo>
                    <a:pt x="10981309" y="0"/>
                  </a:lnTo>
                  <a:cubicBezTo>
                    <a:pt x="10986008" y="0"/>
                    <a:pt x="10989818" y="3810"/>
                    <a:pt x="10989818" y="8509"/>
                  </a:cubicBezTo>
                  <a:lnTo>
                    <a:pt x="10989818" y="4763389"/>
                  </a:lnTo>
                  <a:cubicBezTo>
                    <a:pt x="10989818" y="4768088"/>
                    <a:pt x="10986008" y="4771898"/>
                    <a:pt x="10981309" y="4771898"/>
                  </a:cubicBezTo>
                  <a:lnTo>
                    <a:pt x="8509" y="4771898"/>
                  </a:lnTo>
                  <a:cubicBezTo>
                    <a:pt x="3810" y="4771898"/>
                    <a:pt x="0" y="4768088"/>
                    <a:pt x="0" y="4763389"/>
                  </a:cubicBezTo>
                  <a:lnTo>
                    <a:pt x="0" y="8509"/>
                  </a:lnTo>
                  <a:cubicBezTo>
                    <a:pt x="0" y="3810"/>
                    <a:pt x="3810" y="0"/>
                    <a:pt x="8509" y="0"/>
                  </a:cubicBezTo>
                  <a:moveTo>
                    <a:pt x="8509" y="16891"/>
                  </a:moveTo>
                  <a:lnTo>
                    <a:pt x="8509" y="8509"/>
                  </a:lnTo>
                  <a:lnTo>
                    <a:pt x="17018" y="8509"/>
                  </a:lnTo>
                  <a:lnTo>
                    <a:pt x="17018" y="4763389"/>
                  </a:lnTo>
                  <a:lnTo>
                    <a:pt x="8509" y="4763389"/>
                  </a:lnTo>
                  <a:lnTo>
                    <a:pt x="8509" y="4754880"/>
                  </a:lnTo>
                  <a:lnTo>
                    <a:pt x="10981309" y="4754880"/>
                  </a:lnTo>
                  <a:lnTo>
                    <a:pt x="10981309" y="4763389"/>
                  </a:lnTo>
                  <a:lnTo>
                    <a:pt x="10972800" y="4763389"/>
                  </a:lnTo>
                  <a:lnTo>
                    <a:pt x="10972800" y="8509"/>
                  </a:lnTo>
                  <a:lnTo>
                    <a:pt x="10981309" y="8509"/>
                  </a:lnTo>
                  <a:lnTo>
                    <a:pt x="10981309"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63" name="Group 62"/>
          <p:cNvGrpSpPr/>
          <p:nvPr/>
        </p:nvGrpSpPr>
        <p:grpSpPr>
          <a:xfrm>
            <a:off x="9222840" y="5656680"/>
            <a:ext cx="8254440" cy="134640"/>
            <a:chOff x="9222840" y="5656680"/>
            <a:chExt cx="8254440" cy="134640"/>
          </a:xfrm>
        </p:grpSpPr>
        <p:sp>
          <p:nvSpPr>
            <p:cNvPr id="564" name="Freeform 63"/>
            <p:cNvSpPr/>
            <p:nvPr/>
          </p:nvSpPr>
          <p:spPr>
            <a:xfrm>
              <a:off x="9235440" y="5669280"/>
              <a:ext cx="8229240" cy="109440"/>
            </a:xfrm>
            <a:custGeom>
              <a:avLst/>
              <a:gdLst>
                <a:gd name="textAreaLeft" fmla="*/ 0 w 8229240"/>
                <a:gd name="textAreaRight" fmla="*/ 8229600 w 8229240"/>
                <a:gd name="textAreaTop" fmla="*/ 0 h 109440"/>
                <a:gd name="textAreaBottom" fmla="*/ 109800 h 109440"/>
              </a:gdLst>
              <a:ahLst/>
              <a:rect l="textAreaLeft" t="textAreaTop" r="textAreaRight" b="textAreaBottom"/>
              <a:pathLst>
                <a:path w="10972800" h="146304">
                  <a:moveTo>
                    <a:pt x="0" y="0"/>
                  </a:moveTo>
                  <a:lnTo>
                    <a:pt x="10972800" y="0"/>
                  </a:lnTo>
                  <a:lnTo>
                    <a:pt x="10972800" y="146304"/>
                  </a:lnTo>
                  <a:lnTo>
                    <a:pt x="0" y="146304"/>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5" name="Freeform 64"/>
            <p:cNvSpPr/>
            <p:nvPr/>
          </p:nvSpPr>
          <p:spPr>
            <a:xfrm>
              <a:off x="9222840" y="5656680"/>
              <a:ext cx="8254440" cy="134640"/>
            </a:xfrm>
            <a:custGeom>
              <a:avLst/>
              <a:gdLst>
                <a:gd name="textAreaLeft" fmla="*/ 0 w 8254440"/>
                <a:gd name="textAreaRight" fmla="*/ 8254800 w 8254440"/>
                <a:gd name="textAreaTop" fmla="*/ 0 h 134640"/>
                <a:gd name="textAreaBottom" fmla="*/ 135000 h 134640"/>
              </a:gdLst>
              <a:ahLst/>
              <a:rect l="textAreaLeft" t="textAreaTop" r="textAreaRight" b="textAreaBottom"/>
              <a:pathLst>
                <a:path w="11006582" h="180088">
                  <a:moveTo>
                    <a:pt x="16891" y="0"/>
                  </a:moveTo>
                  <a:lnTo>
                    <a:pt x="10989691" y="0"/>
                  </a:lnTo>
                  <a:cubicBezTo>
                    <a:pt x="10999089" y="0"/>
                    <a:pt x="11006582" y="7620"/>
                    <a:pt x="11006582" y="16891"/>
                  </a:cubicBezTo>
                  <a:lnTo>
                    <a:pt x="11006582" y="163195"/>
                  </a:lnTo>
                  <a:cubicBezTo>
                    <a:pt x="11006582" y="172593"/>
                    <a:pt x="10998962" y="180086"/>
                    <a:pt x="109896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0989691" y="146304"/>
                  </a:lnTo>
                  <a:lnTo>
                    <a:pt x="10989691" y="163195"/>
                  </a:lnTo>
                  <a:lnTo>
                    <a:pt x="10972800" y="163195"/>
                  </a:lnTo>
                  <a:lnTo>
                    <a:pt x="10972800" y="16891"/>
                  </a:lnTo>
                  <a:lnTo>
                    <a:pt x="10989691" y="16891"/>
                  </a:lnTo>
                  <a:lnTo>
                    <a:pt x="1098969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66" name="Group 65"/>
          <p:cNvGrpSpPr/>
          <p:nvPr/>
        </p:nvGrpSpPr>
        <p:grpSpPr>
          <a:xfrm>
            <a:off x="9509760" y="5881680"/>
            <a:ext cx="7680600" cy="775080"/>
            <a:chOff x="9509760" y="5881680"/>
            <a:chExt cx="7680600" cy="775080"/>
          </a:xfrm>
        </p:grpSpPr>
        <p:sp>
          <p:nvSpPr>
            <p:cNvPr id="567" name="Freeform 66"/>
            <p:cNvSpPr/>
            <p:nvPr/>
          </p:nvSpPr>
          <p:spPr>
            <a:xfrm>
              <a:off x="9509760" y="5888880"/>
              <a:ext cx="7680600" cy="767880"/>
            </a:xfrm>
            <a:custGeom>
              <a:avLst/>
              <a:gdLst>
                <a:gd name="textAreaLeft" fmla="*/ 0 w 7680600"/>
                <a:gd name="textAreaRight" fmla="*/ 7680960 w 7680600"/>
                <a:gd name="textAreaTop" fmla="*/ 0 h 767880"/>
                <a:gd name="textAreaBottom" fmla="*/ 768240 h 767880"/>
              </a:gdLst>
              <a:ahLst/>
              <a:rect l="textAreaLeft" t="textAreaTop" r="textAreaRight" b="textAreaBottom"/>
              <a:pathLst>
                <a:path w="10241280" h="1024128">
                  <a:moveTo>
                    <a:pt x="0" y="0"/>
                  </a:moveTo>
                  <a:lnTo>
                    <a:pt x="10241280" y="0"/>
                  </a:lnTo>
                  <a:lnTo>
                    <a:pt x="10241280" y="1024128"/>
                  </a:lnTo>
                  <a:lnTo>
                    <a:pt x="0" y="1024128"/>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8" name="TextBox 67"/>
            <p:cNvSpPr/>
            <p:nvPr/>
          </p:nvSpPr>
          <p:spPr>
            <a:xfrm>
              <a:off x="9509760" y="5881680"/>
              <a:ext cx="7680600" cy="77472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Satellite Data on Galamsey</a:t>
              </a:r>
              <a:endParaRPr b="0" lang="en-US" sz="2400" spc="-1" strike="noStrike">
                <a:solidFill>
                  <a:srgbClr val="ffffff"/>
                </a:solidFill>
                <a:latin typeface="Arial"/>
              </a:endParaRPr>
            </a:p>
          </p:txBody>
        </p:sp>
      </p:grpSp>
      <p:grpSp>
        <p:nvGrpSpPr>
          <p:cNvPr id="569" name="Group 68"/>
          <p:cNvGrpSpPr/>
          <p:nvPr/>
        </p:nvGrpSpPr>
        <p:grpSpPr>
          <a:xfrm>
            <a:off x="9497160" y="6717240"/>
            <a:ext cx="1305000" cy="116280"/>
            <a:chOff x="9497160" y="6717240"/>
            <a:chExt cx="1305000" cy="116280"/>
          </a:xfrm>
        </p:grpSpPr>
        <p:sp>
          <p:nvSpPr>
            <p:cNvPr id="570" name="Freeform 69"/>
            <p:cNvSpPr/>
            <p:nvPr/>
          </p:nvSpPr>
          <p:spPr>
            <a:xfrm>
              <a:off x="9509760" y="6729840"/>
              <a:ext cx="1279800" cy="91080"/>
            </a:xfrm>
            <a:custGeom>
              <a:avLst/>
              <a:gdLst>
                <a:gd name="textAreaLeft" fmla="*/ 0 w 1279800"/>
                <a:gd name="textAreaRight" fmla="*/ 1280160 w 1279800"/>
                <a:gd name="textAreaTop" fmla="*/ 0 h 91080"/>
                <a:gd name="textAreaBottom" fmla="*/ 91440 h 91080"/>
              </a:gdLst>
              <a:ahLst/>
              <a:rect l="textAreaLeft" t="textAreaTop" r="textAreaRight" b="textAreaBottom"/>
              <a:pathLst>
                <a:path w="1706880" h="121920">
                  <a:moveTo>
                    <a:pt x="0" y="0"/>
                  </a:moveTo>
                  <a:lnTo>
                    <a:pt x="1706880" y="0"/>
                  </a:lnTo>
                  <a:lnTo>
                    <a:pt x="1706880"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1" name="Freeform 70"/>
            <p:cNvSpPr/>
            <p:nvPr/>
          </p:nvSpPr>
          <p:spPr>
            <a:xfrm>
              <a:off x="9497160" y="6717240"/>
              <a:ext cx="1305000" cy="116280"/>
            </a:xfrm>
            <a:custGeom>
              <a:avLst/>
              <a:gdLst>
                <a:gd name="textAreaLeft" fmla="*/ 0 w 1305000"/>
                <a:gd name="textAreaRight" fmla="*/ 1305360 w 1305000"/>
                <a:gd name="textAreaTop" fmla="*/ 0 h 116280"/>
                <a:gd name="textAreaBottom" fmla="*/ 116640 h 116280"/>
              </a:gdLst>
              <a:ahLst/>
              <a:rect l="textAreaLeft" t="textAreaTop" r="textAreaRight" b="textAreaBottom"/>
              <a:pathLst>
                <a:path w="1740662" h="155704">
                  <a:moveTo>
                    <a:pt x="16891" y="0"/>
                  </a:moveTo>
                  <a:lnTo>
                    <a:pt x="1723771" y="0"/>
                  </a:lnTo>
                  <a:cubicBezTo>
                    <a:pt x="1733169" y="0"/>
                    <a:pt x="1740662" y="7620"/>
                    <a:pt x="1740662" y="16891"/>
                  </a:cubicBezTo>
                  <a:lnTo>
                    <a:pt x="1740662" y="138811"/>
                  </a:lnTo>
                  <a:cubicBezTo>
                    <a:pt x="1740662" y="148209"/>
                    <a:pt x="1733042" y="155702"/>
                    <a:pt x="172377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723771" y="121920"/>
                  </a:lnTo>
                  <a:lnTo>
                    <a:pt x="1723771" y="138811"/>
                  </a:lnTo>
                  <a:lnTo>
                    <a:pt x="1706880" y="138811"/>
                  </a:lnTo>
                  <a:lnTo>
                    <a:pt x="1706880" y="16891"/>
                  </a:lnTo>
                  <a:lnTo>
                    <a:pt x="1723771" y="16891"/>
                  </a:lnTo>
                  <a:lnTo>
                    <a:pt x="172377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72" name="Group 71"/>
          <p:cNvGrpSpPr/>
          <p:nvPr/>
        </p:nvGrpSpPr>
        <p:grpSpPr>
          <a:xfrm>
            <a:off x="9509760" y="6878160"/>
            <a:ext cx="7680600" cy="2082600"/>
            <a:chOff x="9509760" y="6878160"/>
            <a:chExt cx="7680600" cy="2082600"/>
          </a:xfrm>
        </p:grpSpPr>
        <p:sp>
          <p:nvSpPr>
            <p:cNvPr id="573" name="Freeform 72"/>
            <p:cNvSpPr/>
            <p:nvPr/>
          </p:nvSpPr>
          <p:spPr>
            <a:xfrm>
              <a:off x="9509760" y="6949440"/>
              <a:ext cx="7680600" cy="2011320"/>
            </a:xfrm>
            <a:custGeom>
              <a:avLst/>
              <a:gdLst>
                <a:gd name="textAreaLeft" fmla="*/ 0 w 7680600"/>
                <a:gd name="textAreaRight" fmla="*/ 7680960 w 7680600"/>
                <a:gd name="textAreaTop" fmla="*/ 0 h 2011320"/>
                <a:gd name="textAreaBottom" fmla="*/ 2011680 h 2011320"/>
              </a:gdLst>
              <a:ahLst/>
              <a:rect l="textAreaLeft" t="textAreaTop" r="textAreaRight" b="textAreaBottom"/>
              <a:pathLst>
                <a:path w="10241280" h="2682240">
                  <a:moveTo>
                    <a:pt x="0" y="0"/>
                  </a:moveTo>
                  <a:lnTo>
                    <a:pt x="10241280" y="0"/>
                  </a:lnTo>
                  <a:lnTo>
                    <a:pt x="10241280" y="2682240"/>
                  </a:lnTo>
                  <a:lnTo>
                    <a:pt x="0" y="2682240"/>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4" name="TextBox 73"/>
            <p:cNvSpPr/>
            <p:nvPr/>
          </p:nvSpPr>
          <p:spPr>
            <a:xfrm>
              <a:off x="9509760" y="6878160"/>
              <a:ext cx="7680600" cy="2082600"/>
            </a:xfrm>
            <a:prstGeom prst="rect">
              <a:avLst/>
            </a:prstGeom>
            <a:noFill/>
            <a:ln w="0">
              <a:noFill/>
            </a:ln>
          </p:spPr>
          <p:style>
            <a:lnRef idx="0"/>
            <a:fillRef idx="0"/>
            <a:effectRef idx="0"/>
            <a:fontRef idx="minor"/>
          </p:style>
          <p:txBody>
            <a:bodyPr lIns="0" rIns="0" tIns="0" bIns="0" anchor="ctr">
              <a:noAutofit/>
            </a:bodyPr>
            <a:p>
              <a:pPr defTabSz="914400">
                <a:lnSpc>
                  <a:spcPts val="2999"/>
                </a:lnSpc>
              </a:pPr>
              <a:r>
                <a:rPr b="0" lang="en-US" sz="2000" spc="-1" strike="noStrike">
                  <a:solidFill>
                    <a:srgbClr val="ffffff"/>
                  </a:solidFill>
                  <a:latin typeface="Calibri (MS)"/>
                  <a:ea typeface="Calibri (MS)"/>
                </a:rPr>
                <a:t>Satellite data analysis detecting illegal mining activity and deforestation from orbit. Geospatial AI techniques used to identify land use change and alert enforcement agencies.</a:t>
              </a:r>
              <a:endParaRPr b="0" lang="en-US" sz="20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575" name="Group 2"/>
          <p:cNvGrpSpPr/>
          <p:nvPr/>
        </p:nvGrpSpPr>
        <p:grpSpPr>
          <a:xfrm>
            <a:off x="-12600" y="-12600"/>
            <a:ext cx="281160" cy="10311840"/>
            <a:chOff x="-12600" y="-12600"/>
            <a:chExt cx="281160" cy="10311840"/>
          </a:xfrm>
        </p:grpSpPr>
        <p:sp>
          <p:nvSpPr>
            <p:cNvPr id="576"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7"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578" name="Group 5"/>
          <p:cNvGrpSpPr/>
          <p:nvPr/>
        </p:nvGrpSpPr>
        <p:grpSpPr>
          <a:xfrm>
            <a:off x="10607040" y="-1470240"/>
            <a:ext cx="8229240" cy="12808440"/>
            <a:chOff x="10607040" y="-1470240"/>
            <a:chExt cx="8229240" cy="12808440"/>
          </a:xfrm>
        </p:grpSpPr>
        <p:sp>
          <p:nvSpPr>
            <p:cNvPr id="579" name="Freeform 6"/>
            <p:cNvSpPr/>
            <p:nvPr/>
          </p:nvSpPr>
          <p:spPr>
            <a:xfrm>
              <a:off x="10607040" y="-1463040"/>
              <a:ext cx="8229240" cy="12801240"/>
            </a:xfrm>
            <a:custGeom>
              <a:avLst/>
              <a:gdLst>
                <a:gd name="textAreaLeft" fmla="*/ 0 w 8229240"/>
                <a:gd name="textAreaRight" fmla="*/ 8229600 w 8229240"/>
                <a:gd name="textAreaTop" fmla="*/ 0 h 12801240"/>
                <a:gd name="textAreaBottom" fmla="*/ 12801600 h 12801240"/>
              </a:gdLst>
              <a:ahLst/>
              <a:rect l="textAreaLeft" t="textAreaTop" r="textAreaRight" b="textAreaBottom"/>
              <a:pathLst>
                <a:path w="10972800" h="17068800">
                  <a:moveTo>
                    <a:pt x="0" y="0"/>
                  </a:moveTo>
                  <a:lnTo>
                    <a:pt x="10972800" y="0"/>
                  </a:lnTo>
                  <a:lnTo>
                    <a:pt x="10972800" y="17068800"/>
                  </a:lnTo>
                  <a:lnTo>
                    <a:pt x="0" y="17068800"/>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0" name="TextBox 7"/>
            <p:cNvSpPr/>
            <p:nvPr/>
          </p:nvSpPr>
          <p:spPr>
            <a:xfrm>
              <a:off x="10607040" y="-1470240"/>
              <a:ext cx="8229240" cy="12808440"/>
            </a:xfrm>
            <a:prstGeom prst="rect">
              <a:avLst/>
            </a:prstGeom>
            <a:noFill/>
            <a:ln w="0">
              <a:noFill/>
            </a:ln>
          </p:spPr>
          <p:style>
            <a:lnRef idx="0"/>
            <a:fillRef idx="0"/>
            <a:effectRef idx="0"/>
            <a:fontRef idx="minor"/>
          </p:style>
          <p:txBody>
            <a:bodyPr lIns="0" rIns="0" tIns="0" bIns="0" anchor="ctr">
              <a:noAutofit/>
            </a:bodyPr>
            <a:p>
              <a:pPr defTabSz="914400">
                <a:lnSpc>
                  <a:spcPts val="47999"/>
                </a:lnSpc>
              </a:pPr>
              <a:r>
                <a:rPr b="1" lang="en-US" sz="40000" spc="-1" strike="noStrike">
                  <a:solidFill>
                    <a:srgbClr val="ffffff"/>
                  </a:solidFill>
                  <a:latin typeface="Trebuchet MS Bold"/>
                  <a:ea typeface="Trebuchet MS Bold"/>
                </a:rPr>
                <a:t>02</a:t>
              </a:r>
              <a:endParaRPr b="0" lang="en-US" sz="40000" spc="-1" strike="noStrike">
                <a:solidFill>
                  <a:srgbClr val="ffffff"/>
                </a:solidFill>
                <a:latin typeface="Arial"/>
              </a:endParaRPr>
            </a:p>
          </p:txBody>
        </p:sp>
      </p:grpSp>
      <p:grpSp>
        <p:nvGrpSpPr>
          <p:cNvPr id="581" name="Group 8"/>
          <p:cNvGrpSpPr/>
          <p:nvPr/>
        </p:nvGrpSpPr>
        <p:grpSpPr>
          <a:xfrm>
            <a:off x="1645920" y="2088720"/>
            <a:ext cx="9143640" cy="708840"/>
            <a:chOff x="1645920" y="2088720"/>
            <a:chExt cx="9143640" cy="708840"/>
          </a:xfrm>
        </p:grpSpPr>
        <p:sp>
          <p:nvSpPr>
            <p:cNvPr id="582" name="Freeform 9"/>
            <p:cNvSpPr/>
            <p:nvPr/>
          </p:nvSpPr>
          <p:spPr>
            <a:xfrm>
              <a:off x="1645920" y="2103120"/>
              <a:ext cx="9143640" cy="694440"/>
            </a:xfrm>
            <a:custGeom>
              <a:avLst/>
              <a:gdLst>
                <a:gd name="textAreaLeft" fmla="*/ 0 w 9143640"/>
                <a:gd name="textAreaRight" fmla="*/ 9144000 w 9143640"/>
                <a:gd name="textAreaTop" fmla="*/ 0 h 694440"/>
                <a:gd name="textAreaBottom" fmla="*/ 694800 h 694440"/>
              </a:gdLst>
              <a:ahLst/>
              <a:rect l="textAreaLeft" t="textAreaTop" r="textAreaRight" b="textAreaBottom"/>
              <a:pathLst>
                <a:path w="12192000" h="926592">
                  <a:moveTo>
                    <a:pt x="0" y="0"/>
                  </a:moveTo>
                  <a:lnTo>
                    <a:pt x="12192000" y="0"/>
                  </a:lnTo>
                  <a:lnTo>
                    <a:pt x="12192000" y="926592"/>
                  </a:lnTo>
                  <a:lnTo>
                    <a:pt x="0" y="926592"/>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3" name="TextBox 10"/>
            <p:cNvSpPr/>
            <p:nvPr/>
          </p:nvSpPr>
          <p:spPr>
            <a:xfrm>
              <a:off x="1645920" y="2088720"/>
              <a:ext cx="914364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797" strike="noStrike">
                  <a:solidFill>
                    <a:srgbClr val="f4a261"/>
                  </a:solidFill>
                  <a:latin typeface="Trebuchet MS Bold"/>
                  <a:ea typeface="Trebuchet MS Bold"/>
                </a:rPr>
                <a:t>SECTION 02</a:t>
              </a:r>
              <a:endParaRPr b="0" lang="en-US" sz="2200" spc="-1" strike="noStrike">
                <a:solidFill>
                  <a:srgbClr val="ffffff"/>
                </a:solidFill>
                <a:latin typeface="Arial"/>
              </a:endParaRPr>
            </a:p>
          </p:txBody>
        </p:sp>
      </p:grpSp>
      <p:grpSp>
        <p:nvGrpSpPr>
          <p:cNvPr id="584" name="Group 11"/>
          <p:cNvGrpSpPr/>
          <p:nvPr/>
        </p:nvGrpSpPr>
        <p:grpSpPr>
          <a:xfrm>
            <a:off x="1645920" y="2911680"/>
            <a:ext cx="15727320" cy="2482920"/>
            <a:chOff x="1645920" y="2911680"/>
            <a:chExt cx="15727320" cy="2482920"/>
          </a:xfrm>
        </p:grpSpPr>
        <p:sp>
          <p:nvSpPr>
            <p:cNvPr id="585" name="Freeform 12"/>
            <p:cNvSpPr/>
            <p:nvPr/>
          </p:nvSpPr>
          <p:spPr>
            <a:xfrm>
              <a:off x="1645920" y="2926080"/>
              <a:ext cx="15727320" cy="2468520"/>
            </a:xfrm>
            <a:custGeom>
              <a:avLst/>
              <a:gdLst>
                <a:gd name="textAreaLeft" fmla="*/ 0 w 15727320"/>
                <a:gd name="textAreaRight" fmla="*/ 15727680 w 15727320"/>
                <a:gd name="textAreaTop" fmla="*/ 0 h 2468520"/>
                <a:gd name="textAreaBottom" fmla="*/ 2468880 h 2468520"/>
              </a:gdLst>
              <a:ahLst/>
              <a:rect l="textAreaLeft" t="textAreaTop" r="textAreaRight" b="textAreaBottom"/>
              <a:pathLst>
                <a:path w="20970239" h="3291840">
                  <a:moveTo>
                    <a:pt x="0" y="0"/>
                  </a:moveTo>
                  <a:lnTo>
                    <a:pt x="20970239" y="0"/>
                  </a:lnTo>
                  <a:lnTo>
                    <a:pt x="20970239" y="3291840"/>
                  </a:lnTo>
                  <a:lnTo>
                    <a:pt x="0" y="329184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6" name="TextBox 13"/>
            <p:cNvSpPr/>
            <p:nvPr/>
          </p:nvSpPr>
          <p:spPr>
            <a:xfrm>
              <a:off x="1645920" y="2911680"/>
              <a:ext cx="15727320" cy="2482920"/>
            </a:xfrm>
            <a:prstGeom prst="rect">
              <a:avLst/>
            </a:prstGeom>
            <a:noFill/>
            <a:ln w="0">
              <a:noFill/>
            </a:ln>
          </p:spPr>
          <p:style>
            <a:lnRef idx="0"/>
            <a:fillRef idx="0"/>
            <a:effectRef idx="0"/>
            <a:fontRef idx="minor"/>
          </p:style>
          <p:txBody>
            <a:bodyPr lIns="0" rIns="0" tIns="0" bIns="0" anchor="ctr">
              <a:noAutofit/>
            </a:bodyPr>
            <a:p>
              <a:pPr defTabSz="914400">
                <a:lnSpc>
                  <a:spcPts val="8640"/>
                </a:lnSpc>
              </a:pPr>
              <a:r>
                <a:rPr b="1" lang="en-US" sz="7200" spc="-1" strike="noStrike">
                  <a:solidFill>
                    <a:srgbClr val="ffffff"/>
                  </a:solidFill>
                  <a:latin typeface="Trebuchet MS Bold"/>
                  <a:ea typeface="Trebuchet MS Bold"/>
                </a:rPr>
                <a:t>Today's Project</a:t>
              </a:r>
              <a:endParaRPr b="0" lang="en-US" sz="7200" spc="-1" strike="noStrike">
                <a:solidFill>
                  <a:srgbClr val="ffffff"/>
                </a:solidFill>
                <a:latin typeface="Arial"/>
              </a:endParaRPr>
            </a:p>
          </p:txBody>
        </p:sp>
      </p:grpSp>
      <p:grpSp>
        <p:nvGrpSpPr>
          <p:cNvPr id="587" name="Group 14"/>
          <p:cNvGrpSpPr/>
          <p:nvPr/>
        </p:nvGrpSpPr>
        <p:grpSpPr>
          <a:xfrm>
            <a:off x="1645920" y="5527800"/>
            <a:ext cx="13715640" cy="1112040"/>
            <a:chOff x="1645920" y="5527800"/>
            <a:chExt cx="13715640" cy="1112040"/>
          </a:xfrm>
        </p:grpSpPr>
        <p:sp>
          <p:nvSpPr>
            <p:cNvPr id="588" name="Freeform 15"/>
            <p:cNvSpPr/>
            <p:nvPr/>
          </p:nvSpPr>
          <p:spPr>
            <a:xfrm>
              <a:off x="1645920" y="5577840"/>
              <a:ext cx="13715640" cy="1062000"/>
            </a:xfrm>
            <a:custGeom>
              <a:avLst/>
              <a:gdLst>
                <a:gd name="textAreaLeft" fmla="*/ 0 w 13715640"/>
                <a:gd name="textAreaRight" fmla="*/ 13716000 w 13715640"/>
                <a:gd name="textAreaTop" fmla="*/ 0 h 1062000"/>
                <a:gd name="textAreaBottom" fmla="*/ 1062360 h 1062000"/>
              </a:gdLst>
              <a:ahLst/>
              <a:rect l="textAreaLeft" t="textAreaTop" r="textAreaRight" b="textAreaBottom"/>
              <a:pathLst>
                <a:path w="18288000" h="1416397">
                  <a:moveTo>
                    <a:pt x="0" y="0"/>
                  </a:moveTo>
                  <a:lnTo>
                    <a:pt x="18288000" y="0"/>
                  </a:lnTo>
                  <a:lnTo>
                    <a:pt x="18288000" y="1416397"/>
                  </a:lnTo>
                  <a:lnTo>
                    <a:pt x="0" y="1416397"/>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9" name="TextBox 16"/>
            <p:cNvSpPr/>
            <p:nvPr/>
          </p:nvSpPr>
          <p:spPr>
            <a:xfrm>
              <a:off x="1645920" y="5527800"/>
              <a:ext cx="13715640" cy="1112040"/>
            </a:xfrm>
            <a:prstGeom prst="rect">
              <a:avLst/>
            </a:prstGeom>
            <a:noFill/>
            <a:ln w="0">
              <a:noFill/>
            </a:ln>
          </p:spPr>
          <p:style>
            <a:lnRef idx="0"/>
            <a:fillRef idx="0"/>
            <a:effectRef idx="0"/>
            <a:fontRef idx="minor"/>
          </p:style>
          <p:txBody>
            <a:bodyPr lIns="0" rIns="0" tIns="0" bIns="0" anchor="ctr">
              <a:noAutofit/>
            </a:bodyPr>
            <a:p>
              <a:pPr defTabSz="914400">
                <a:lnSpc>
                  <a:spcPts val="3600"/>
                </a:lnSpc>
              </a:pPr>
              <a:r>
                <a:rPr b="0" i="1" lang="en-US" sz="3000" spc="-1" strike="noStrike">
                  <a:solidFill>
                    <a:srgbClr val="ffffff"/>
                  </a:solidFill>
                  <a:latin typeface="Calibri (MS) Italics"/>
                  <a:ea typeface="Calibri (MS) Italics"/>
                </a:rPr>
                <a:t>The question. The plan. The full picture before we </a:t>
              </a:r>
              <a:endParaRPr b="0" lang="en-US" sz="3000" spc="-1" strike="noStrike">
                <a:solidFill>
                  <a:srgbClr val="ffffff"/>
                </a:solidFill>
                <a:latin typeface="Arial"/>
              </a:endParaRPr>
            </a:p>
            <a:p>
              <a:pPr defTabSz="914400">
                <a:lnSpc>
                  <a:spcPts val="3600"/>
                </a:lnSpc>
              </a:pPr>
              <a:r>
                <a:rPr b="0" i="1" lang="en-US" sz="3000" spc="-1" strike="noStrike">
                  <a:solidFill>
                    <a:srgbClr val="ffffff"/>
                  </a:solidFill>
                  <a:latin typeface="Calibri (MS) Italics"/>
                  <a:ea typeface="Calibri (MS) Italics"/>
                </a:rPr>
                <a:t>write a line of code.</a:t>
              </a:r>
              <a:endParaRPr b="0" lang="en-US" sz="3000" spc="-1" strike="noStrike">
                <a:solidFill>
                  <a:srgbClr val="ffffff"/>
                </a:solidFill>
                <a:latin typeface="Arial"/>
              </a:endParaRPr>
            </a:p>
          </p:txBody>
        </p:sp>
      </p:grpSp>
      <p:grpSp>
        <p:nvGrpSpPr>
          <p:cNvPr id="590" name="Group 20"/>
          <p:cNvGrpSpPr/>
          <p:nvPr/>
        </p:nvGrpSpPr>
        <p:grpSpPr>
          <a:xfrm>
            <a:off x="1645920" y="8201160"/>
            <a:ext cx="4023000" cy="796320"/>
            <a:chOff x="1645920" y="8201160"/>
            <a:chExt cx="4023000" cy="796320"/>
          </a:xfrm>
        </p:grpSpPr>
        <p:sp>
          <p:nvSpPr>
            <p:cNvPr id="591" name="Freeform 21"/>
            <p:cNvSpPr/>
            <p:nvPr/>
          </p:nvSpPr>
          <p:spPr>
            <a:xfrm>
              <a:off x="1645920" y="8229600"/>
              <a:ext cx="4023000" cy="767880"/>
            </a:xfrm>
            <a:custGeom>
              <a:avLst/>
              <a:gdLst>
                <a:gd name="textAreaLeft" fmla="*/ 0 w 4023000"/>
                <a:gd name="textAreaRight" fmla="*/ 4023360 w 4023000"/>
                <a:gd name="textAreaTop" fmla="*/ 0 h 767880"/>
                <a:gd name="textAreaBottom" fmla="*/ 768240 h 767880"/>
              </a:gdLst>
              <a:ahLst/>
              <a:rect l="textAreaLeft" t="textAreaTop" r="textAreaRight" b="textAreaBottom"/>
              <a:pathLst>
                <a:path w="5364480" h="1024128">
                  <a:moveTo>
                    <a:pt x="0" y="0"/>
                  </a:moveTo>
                  <a:lnTo>
                    <a:pt x="5364480" y="0"/>
                  </a:lnTo>
                  <a:lnTo>
                    <a:pt x="5364480" y="1024128"/>
                  </a:lnTo>
                  <a:lnTo>
                    <a:pt x="0" y="1024128"/>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2" name="TextBox 22"/>
            <p:cNvSpPr/>
            <p:nvPr/>
          </p:nvSpPr>
          <p:spPr>
            <a:xfrm>
              <a:off x="1645920" y="8201160"/>
              <a:ext cx="4023000" cy="796320"/>
            </a:xfrm>
            <a:prstGeom prst="rect">
              <a:avLst/>
            </a:prstGeom>
            <a:noFill/>
            <a:ln w="0">
              <a:noFill/>
            </a:ln>
          </p:spPr>
          <p:style>
            <a:lnRef idx="0"/>
            <a:fillRef idx="0"/>
            <a:effectRef idx="0"/>
            <a:fontRef idx="minor"/>
          </p:style>
          <p:txBody>
            <a:bodyPr lIns="0" rIns="0" tIns="0" bIns="0" anchor="ctr">
              <a:noAutofit/>
            </a:bodyPr>
            <a:p>
              <a:pPr algn="ctr" defTabSz="914400">
                <a:lnSpc>
                  <a:spcPts val="2880"/>
                </a:lnSpc>
              </a:pPr>
              <a:endParaRPr b="0" lang="en-US" sz="18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593" name="Group 2"/>
          <p:cNvGrpSpPr/>
          <p:nvPr/>
        </p:nvGrpSpPr>
        <p:grpSpPr>
          <a:xfrm>
            <a:off x="-12600" y="-12600"/>
            <a:ext cx="281160" cy="10311840"/>
            <a:chOff x="-12600" y="-12600"/>
            <a:chExt cx="281160" cy="10311840"/>
          </a:xfrm>
        </p:grpSpPr>
        <p:sp>
          <p:nvSpPr>
            <p:cNvPr id="594"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5"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596" name="Group 5"/>
          <p:cNvGrpSpPr/>
          <p:nvPr/>
        </p:nvGrpSpPr>
        <p:grpSpPr>
          <a:xfrm>
            <a:off x="9118440" y="-25560"/>
            <a:ext cx="9168840" cy="10311840"/>
            <a:chOff x="9118440" y="-25560"/>
            <a:chExt cx="9168840" cy="10311840"/>
          </a:xfrm>
        </p:grpSpPr>
        <p:sp>
          <p:nvSpPr>
            <p:cNvPr id="597" name="Freeform 6"/>
            <p:cNvSpPr/>
            <p:nvPr/>
          </p:nvSpPr>
          <p:spPr>
            <a:xfrm>
              <a:off x="9131400" y="-12600"/>
              <a:ext cx="9143640" cy="10286640"/>
            </a:xfrm>
            <a:custGeom>
              <a:avLst/>
              <a:gdLst>
                <a:gd name="textAreaLeft" fmla="*/ 0 w 9143640"/>
                <a:gd name="textAreaRight" fmla="*/ 9144000 w 9143640"/>
                <a:gd name="textAreaTop" fmla="*/ 0 h 10286640"/>
                <a:gd name="textAreaBottom" fmla="*/ 10287000 h 10286640"/>
              </a:gdLst>
              <a:ahLst/>
              <a:rect l="textAreaLeft" t="textAreaTop" r="textAreaRight" b="textAreaBottom"/>
              <a:pathLst>
                <a:path w="12192000" h="13715999">
                  <a:moveTo>
                    <a:pt x="0" y="0"/>
                  </a:moveTo>
                  <a:lnTo>
                    <a:pt x="12192000" y="0"/>
                  </a:lnTo>
                  <a:lnTo>
                    <a:pt x="12192000" y="13715999"/>
                  </a:lnTo>
                  <a:lnTo>
                    <a:pt x="0" y="13715999"/>
                  </a:lnTo>
                  <a:close/>
                </a:path>
              </a:pathLst>
            </a:custGeom>
            <a:blipFill rotWithShape="0">
              <a:blip r:embed="rId1">
                <a:alphaModFix amt="5500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8" name="Freeform 7"/>
            <p:cNvSpPr/>
            <p:nvPr/>
          </p:nvSpPr>
          <p:spPr>
            <a:xfrm>
              <a:off x="9118440" y="-25560"/>
              <a:ext cx="9168840" cy="10311840"/>
            </a:xfrm>
            <a:custGeom>
              <a:avLst/>
              <a:gdLst>
                <a:gd name="textAreaLeft" fmla="*/ 0 w 9168840"/>
                <a:gd name="textAreaRight" fmla="*/ 9169200 w 9168840"/>
                <a:gd name="textAreaTop" fmla="*/ 0 h 10311840"/>
                <a:gd name="textAreaBottom" fmla="*/ 10312200 h 10311840"/>
              </a:gdLst>
              <a:ahLst/>
              <a:rect l="textAreaLeft" t="textAreaTop" r="textAreaRight" b="textAreaBottom"/>
              <a:pathLst>
                <a:path w="12225782" h="13749782">
                  <a:moveTo>
                    <a:pt x="16891" y="0"/>
                  </a:moveTo>
                  <a:lnTo>
                    <a:pt x="12208891" y="0"/>
                  </a:lnTo>
                  <a:cubicBezTo>
                    <a:pt x="12218289" y="0"/>
                    <a:pt x="12225782" y="7620"/>
                    <a:pt x="12225782" y="16891"/>
                  </a:cubicBezTo>
                  <a:lnTo>
                    <a:pt x="12225782" y="13732890"/>
                  </a:lnTo>
                  <a:cubicBezTo>
                    <a:pt x="12225782" y="13742290"/>
                    <a:pt x="12218162" y="13749782"/>
                    <a:pt x="12208891"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12208891" y="13716000"/>
                  </a:lnTo>
                  <a:lnTo>
                    <a:pt x="12208891" y="13732890"/>
                  </a:lnTo>
                  <a:lnTo>
                    <a:pt x="12192000" y="13732890"/>
                  </a:lnTo>
                  <a:lnTo>
                    <a:pt x="12192000" y="16891"/>
                  </a:lnTo>
                  <a:lnTo>
                    <a:pt x="12208891" y="16891"/>
                  </a:lnTo>
                  <a:lnTo>
                    <a:pt x="12208891" y="33909"/>
                  </a:lnTo>
                  <a:lnTo>
                    <a:pt x="16891" y="33909"/>
                  </a:lnTo>
                  <a:close/>
                </a:path>
              </a:pathLst>
            </a:custGeom>
            <a:solidFill>
              <a:srgbClr val="122f42">
                <a:alpha val="30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99" name="Group 8"/>
          <p:cNvGrpSpPr/>
          <p:nvPr/>
        </p:nvGrpSpPr>
        <p:grpSpPr>
          <a:xfrm>
            <a:off x="1645920" y="1174320"/>
            <a:ext cx="6949080" cy="654120"/>
            <a:chOff x="1645920" y="1174320"/>
            <a:chExt cx="6949080" cy="654120"/>
          </a:xfrm>
        </p:grpSpPr>
        <p:sp>
          <p:nvSpPr>
            <p:cNvPr id="600" name="Freeform 9"/>
            <p:cNvSpPr/>
            <p:nvPr/>
          </p:nvSpPr>
          <p:spPr>
            <a:xfrm>
              <a:off x="1645920" y="1188720"/>
              <a:ext cx="6949080" cy="639720"/>
            </a:xfrm>
            <a:custGeom>
              <a:avLst/>
              <a:gdLst>
                <a:gd name="textAreaLeft" fmla="*/ 0 w 6949080"/>
                <a:gd name="textAreaRight" fmla="*/ 6949440 w 6949080"/>
                <a:gd name="textAreaTop" fmla="*/ 0 h 639720"/>
                <a:gd name="textAreaBottom" fmla="*/ 640080 h 639720"/>
              </a:gdLst>
              <a:ahLst/>
              <a:rect l="textAreaLeft" t="textAreaTop" r="textAreaRight" b="textAreaBottom"/>
              <a:pathLst>
                <a:path w="9265920" h="853440">
                  <a:moveTo>
                    <a:pt x="0" y="0"/>
                  </a:moveTo>
                  <a:lnTo>
                    <a:pt x="9265920" y="0"/>
                  </a:lnTo>
                  <a:lnTo>
                    <a:pt x="9265920" y="853440"/>
                  </a:lnTo>
                  <a:lnTo>
                    <a:pt x="0" y="85344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1" name="TextBox 10"/>
            <p:cNvSpPr/>
            <p:nvPr/>
          </p:nvSpPr>
          <p:spPr>
            <a:xfrm>
              <a:off x="1645920" y="1174320"/>
              <a:ext cx="6949080" cy="65412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398" strike="noStrike">
                  <a:solidFill>
                    <a:srgbClr val="f4a261"/>
                  </a:solidFill>
                  <a:latin typeface="Trebuchet MS Bold"/>
                  <a:ea typeface="Trebuchet MS Bold"/>
                </a:rPr>
                <a:t>The question we are answering today</a:t>
              </a:r>
              <a:endParaRPr b="0" lang="en-US" sz="2000" spc="-1" strike="noStrike">
                <a:solidFill>
                  <a:srgbClr val="ffffff"/>
                </a:solidFill>
                <a:latin typeface="Arial"/>
              </a:endParaRPr>
            </a:p>
          </p:txBody>
        </p:sp>
      </p:grpSp>
      <p:grpSp>
        <p:nvGrpSpPr>
          <p:cNvPr id="602" name="Group 11"/>
          <p:cNvGrpSpPr/>
          <p:nvPr/>
        </p:nvGrpSpPr>
        <p:grpSpPr>
          <a:xfrm>
            <a:off x="1645920" y="1863000"/>
            <a:ext cx="6949080" cy="4446000"/>
            <a:chOff x="1645920" y="1863000"/>
            <a:chExt cx="6949080" cy="4446000"/>
          </a:xfrm>
        </p:grpSpPr>
        <p:sp>
          <p:nvSpPr>
            <p:cNvPr id="603" name="Freeform 12"/>
            <p:cNvSpPr/>
            <p:nvPr/>
          </p:nvSpPr>
          <p:spPr>
            <a:xfrm>
              <a:off x="1645920" y="1920240"/>
              <a:ext cx="6949080" cy="4388760"/>
            </a:xfrm>
            <a:custGeom>
              <a:avLst/>
              <a:gdLst>
                <a:gd name="textAreaLeft" fmla="*/ 0 w 6949080"/>
                <a:gd name="textAreaRight" fmla="*/ 6949440 w 6949080"/>
                <a:gd name="textAreaTop" fmla="*/ 0 h 4388760"/>
                <a:gd name="textAreaBottom" fmla="*/ 4389120 h 4388760"/>
              </a:gdLst>
              <a:ahLst/>
              <a:rect l="textAreaLeft" t="textAreaTop" r="textAreaRight" b="textAreaBottom"/>
              <a:pathLst>
                <a:path w="9265920" h="5852160">
                  <a:moveTo>
                    <a:pt x="0" y="0"/>
                  </a:moveTo>
                  <a:lnTo>
                    <a:pt x="9265920" y="0"/>
                  </a:lnTo>
                  <a:lnTo>
                    <a:pt x="9265920" y="5852160"/>
                  </a:lnTo>
                  <a:lnTo>
                    <a:pt x="0" y="585216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4" name="TextBox 13"/>
            <p:cNvSpPr/>
            <p:nvPr/>
          </p:nvSpPr>
          <p:spPr>
            <a:xfrm>
              <a:off x="1645920" y="1863000"/>
              <a:ext cx="6949080" cy="4446000"/>
            </a:xfrm>
            <a:prstGeom prst="rect">
              <a:avLst/>
            </a:prstGeom>
            <a:noFill/>
            <a:ln w="0">
              <a:noFill/>
            </a:ln>
          </p:spPr>
          <p:style>
            <a:lnRef idx="0"/>
            <a:fillRef idx="0"/>
            <a:effectRef idx="0"/>
            <a:fontRef idx="minor"/>
          </p:style>
          <p:txBody>
            <a:bodyPr lIns="0" rIns="0" tIns="0" bIns="0" anchor="ctr">
              <a:noAutofit/>
            </a:bodyPr>
            <a:p>
              <a:pPr defTabSz="914400">
                <a:lnSpc>
                  <a:spcPts val="8447"/>
                </a:lnSpc>
              </a:pPr>
              <a:r>
                <a:rPr b="1" lang="en-US" sz="6400" spc="-1" strike="noStrike">
                  <a:solidFill>
                    <a:srgbClr val="ffffff"/>
                  </a:solidFill>
                  <a:latin typeface="Trebuchet MS Bold"/>
                  <a:ea typeface="Trebuchet MS Bold"/>
                </a:rPr>
                <a:t>"Where in Ghana</a:t>
              </a:r>
              <a:endParaRPr b="0" lang="en-US" sz="6400" spc="-1" strike="noStrike">
                <a:solidFill>
                  <a:srgbClr val="ffffff"/>
                </a:solidFill>
                <a:latin typeface="Arial"/>
              </a:endParaRPr>
            </a:p>
            <a:p>
              <a:pPr defTabSz="914400">
                <a:lnSpc>
                  <a:spcPts val="8447"/>
                </a:lnSpc>
              </a:pPr>
              <a:r>
                <a:rPr b="1" lang="en-US" sz="6400" spc="-1" strike="noStrike">
                  <a:solidFill>
                    <a:srgbClr val="ffffff"/>
                  </a:solidFill>
                  <a:latin typeface="Trebuchet MS Bold"/>
                  <a:ea typeface="Trebuchet MS Bold"/>
                </a:rPr>
                <a:t>is rice most</a:t>
              </a:r>
              <a:endParaRPr b="0" lang="en-US" sz="6400" spc="-1" strike="noStrike">
                <a:solidFill>
                  <a:srgbClr val="ffffff"/>
                </a:solidFill>
                <a:latin typeface="Arial"/>
              </a:endParaRPr>
            </a:p>
            <a:p>
              <a:pPr defTabSz="914400">
                <a:lnSpc>
                  <a:spcPts val="8447"/>
                </a:lnSpc>
              </a:pPr>
              <a:r>
                <a:rPr b="1" lang="en-US" sz="6400" spc="-1" strike="noStrike">
                  <a:solidFill>
                    <a:srgbClr val="ffffff"/>
                  </a:solidFill>
                  <a:latin typeface="Trebuchet MS Bold"/>
                  <a:ea typeface="Trebuchet MS Bold"/>
                </a:rPr>
                <a:t>affordable?"</a:t>
              </a:r>
              <a:endParaRPr b="0" lang="en-US" sz="6400" spc="-1" strike="noStrike">
                <a:solidFill>
                  <a:srgbClr val="ffffff"/>
                </a:solidFill>
                <a:latin typeface="Arial"/>
              </a:endParaRPr>
            </a:p>
          </p:txBody>
        </p:sp>
      </p:grpSp>
      <p:grpSp>
        <p:nvGrpSpPr>
          <p:cNvPr id="605" name="Group 14"/>
          <p:cNvGrpSpPr/>
          <p:nvPr/>
        </p:nvGrpSpPr>
        <p:grpSpPr>
          <a:xfrm>
            <a:off x="1633320" y="6424560"/>
            <a:ext cx="1670760" cy="116280"/>
            <a:chOff x="1633320" y="6424560"/>
            <a:chExt cx="1670760" cy="116280"/>
          </a:xfrm>
        </p:grpSpPr>
        <p:sp>
          <p:nvSpPr>
            <p:cNvPr id="606" name="Freeform 15"/>
            <p:cNvSpPr/>
            <p:nvPr/>
          </p:nvSpPr>
          <p:spPr>
            <a:xfrm>
              <a:off x="1645920" y="6437520"/>
              <a:ext cx="1645560" cy="91080"/>
            </a:xfrm>
            <a:custGeom>
              <a:avLst/>
              <a:gdLst>
                <a:gd name="textAreaLeft" fmla="*/ 0 w 1645560"/>
                <a:gd name="textAreaRight" fmla="*/ 1645920 w 1645560"/>
                <a:gd name="textAreaTop" fmla="*/ 0 h 91080"/>
                <a:gd name="textAreaBottom" fmla="*/ 91440 h 91080"/>
              </a:gdLst>
              <a:ahLst/>
              <a:rect l="textAreaLeft" t="textAreaTop" r="textAreaRight" b="textAreaBottom"/>
              <a:pathLst>
                <a:path w="2194560" h="121920">
                  <a:moveTo>
                    <a:pt x="0" y="0"/>
                  </a:moveTo>
                  <a:lnTo>
                    <a:pt x="2194560" y="0"/>
                  </a:lnTo>
                  <a:lnTo>
                    <a:pt x="219456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7" name="Freeform 16"/>
            <p:cNvSpPr/>
            <p:nvPr/>
          </p:nvSpPr>
          <p:spPr>
            <a:xfrm>
              <a:off x="1633320" y="6424560"/>
              <a:ext cx="1670760" cy="116280"/>
            </a:xfrm>
            <a:custGeom>
              <a:avLst/>
              <a:gdLst>
                <a:gd name="textAreaLeft" fmla="*/ 0 w 1670760"/>
                <a:gd name="textAreaRight" fmla="*/ 1671120 w 1670760"/>
                <a:gd name="textAreaTop" fmla="*/ 0 h 116280"/>
                <a:gd name="textAreaBottom" fmla="*/ 116640 h 116280"/>
              </a:gdLst>
              <a:ahLst/>
              <a:rect l="textAreaLeft" t="textAreaTop" r="textAreaRight" b="textAreaBottom"/>
              <a:pathLst>
                <a:path w="2228342" h="155704">
                  <a:moveTo>
                    <a:pt x="16891" y="0"/>
                  </a:moveTo>
                  <a:lnTo>
                    <a:pt x="2211451" y="0"/>
                  </a:lnTo>
                  <a:cubicBezTo>
                    <a:pt x="2220849" y="0"/>
                    <a:pt x="2228342" y="7620"/>
                    <a:pt x="2228342" y="16891"/>
                  </a:cubicBezTo>
                  <a:lnTo>
                    <a:pt x="2228342" y="138811"/>
                  </a:lnTo>
                  <a:cubicBezTo>
                    <a:pt x="2228342" y="148209"/>
                    <a:pt x="2220722" y="155702"/>
                    <a:pt x="221145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2211451" y="121920"/>
                  </a:lnTo>
                  <a:lnTo>
                    <a:pt x="2211451" y="138811"/>
                  </a:lnTo>
                  <a:lnTo>
                    <a:pt x="2194560" y="138811"/>
                  </a:lnTo>
                  <a:lnTo>
                    <a:pt x="2194560" y="16891"/>
                  </a:lnTo>
                  <a:lnTo>
                    <a:pt x="2211451" y="16891"/>
                  </a:lnTo>
                  <a:lnTo>
                    <a:pt x="221145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08" name="Group 17"/>
          <p:cNvGrpSpPr/>
          <p:nvPr/>
        </p:nvGrpSpPr>
        <p:grpSpPr>
          <a:xfrm>
            <a:off x="1645920" y="6520320"/>
            <a:ext cx="6766200" cy="3117240"/>
            <a:chOff x="1645920" y="6520320"/>
            <a:chExt cx="6766200" cy="3117240"/>
          </a:xfrm>
        </p:grpSpPr>
        <p:sp>
          <p:nvSpPr>
            <p:cNvPr id="609" name="Freeform 18"/>
            <p:cNvSpPr/>
            <p:nvPr/>
          </p:nvSpPr>
          <p:spPr>
            <a:xfrm>
              <a:off x="1645920" y="6620400"/>
              <a:ext cx="6766200" cy="3017160"/>
            </a:xfrm>
            <a:custGeom>
              <a:avLst/>
              <a:gdLst>
                <a:gd name="textAreaLeft" fmla="*/ 0 w 6766200"/>
                <a:gd name="textAreaRight" fmla="*/ 6766560 w 6766200"/>
                <a:gd name="textAreaTop" fmla="*/ 0 h 3017160"/>
                <a:gd name="textAreaBottom" fmla="*/ 3017520 h 3017160"/>
              </a:gdLst>
              <a:ahLst/>
              <a:rect l="textAreaLeft" t="textAreaTop" r="textAreaRight" b="textAreaBottom"/>
              <a:pathLst>
                <a:path w="9022080" h="4023360">
                  <a:moveTo>
                    <a:pt x="0" y="0"/>
                  </a:moveTo>
                  <a:lnTo>
                    <a:pt x="9022080" y="0"/>
                  </a:lnTo>
                  <a:lnTo>
                    <a:pt x="9022080" y="4023360"/>
                  </a:lnTo>
                  <a:lnTo>
                    <a:pt x="0" y="402336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10" name="TextBox 19"/>
            <p:cNvSpPr/>
            <p:nvPr/>
          </p:nvSpPr>
          <p:spPr>
            <a:xfrm>
              <a:off x="1645920" y="6520320"/>
              <a:ext cx="6766200" cy="3117240"/>
            </a:xfrm>
            <a:prstGeom prst="rect">
              <a:avLst/>
            </a:prstGeom>
            <a:noFill/>
            <a:ln w="0">
              <a:noFill/>
            </a:ln>
          </p:spPr>
          <p:style>
            <a:lnRef idx="0"/>
            <a:fillRef idx="0"/>
            <a:effectRef idx="0"/>
            <a:fontRef idx="minor"/>
          </p:style>
          <p:txBody>
            <a:bodyPr lIns="0" rIns="0" tIns="0" bIns="0" anchor="ctr">
              <a:noAutofit/>
            </a:bodyPr>
            <a:p>
              <a:pPr defTabSz="914400">
                <a:lnSpc>
                  <a:spcPts val="3563"/>
                </a:lnSpc>
              </a:pPr>
              <a:r>
                <a:rPr b="0" lang="en-US" sz="2200" spc="-1" strike="noStrike">
                  <a:solidFill>
                    <a:srgbClr val="ffffff"/>
                  </a:solidFill>
                  <a:latin typeface="Calibri (MS)"/>
                  <a:ea typeface="Calibri (MS)"/>
                </a:rPr>
                <a:t>This is a GeoAI question because the answer depends on location. It is not just a data question. It has a "where" in it.</a:t>
              </a:r>
              <a:endParaRPr b="0" lang="en-US" sz="2200" spc="-1" strike="noStrike">
                <a:solidFill>
                  <a:srgbClr val="ffffff"/>
                </a:solidFill>
                <a:latin typeface="Arial"/>
              </a:endParaRPr>
            </a:p>
            <a:p>
              <a:pPr defTabSz="914400">
                <a:lnSpc>
                  <a:spcPts val="3563"/>
                </a:lnSpc>
              </a:pPr>
              <a:endParaRPr b="0" lang="en-US" sz="1800" spc="-1" strike="noStrike">
                <a:solidFill>
                  <a:srgbClr val="ffffff"/>
                </a:solidFill>
                <a:latin typeface="Arial"/>
              </a:endParaRPr>
            </a:p>
            <a:p>
              <a:pPr defTabSz="914400">
                <a:lnSpc>
                  <a:spcPts val="3563"/>
                </a:lnSpc>
              </a:pPr>
              <a:r>
                <a:rPr b="0" lang="en-US" sz="2200" spc="-1" strike="noStrike">
                  <a:solidFill>
                    <a:srgbClr val="ffffff"/>
                  </a:solidFill>
                  <a:latin typeface="Calibri (MS)"/>
                  <a:ea typeface="Calibri (MS)"/>
                </a:rPr>
                <a:t>And it matters because the answer affects real households making real decisions about food every single day.</a:t>
              </a:r>
              <a:endParaRPr b="0" lang="en-US" sz="22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611" name="Group 2"/>
          <p:cNvGrpSpPr/>
          <p:nvPr/>
        </p:nvGrpSpPr>
        <p:grpSpPr>
          <a:xfrm>
            <a:off x="-12600" y="-12600"/>
            <a:ext cx="18312840" cy="1524600"/>
            <a:chOff x="-12600" y="-12600"/>
            <a:chExt cx="18312840" cy="1524600"/>
          </a:xfrm>
        </p:grpSpPr>
        <p:sp>
          <p:nvSpPr>
            <p:cNvPr id="612"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3"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14" name="Group 5"/>
          <p:cNvGrpSpPr/>
          <p:nvPr/>
        </p:nvGrpSpPr>
        <p:grpSpPr>
          <a:xfrm>
            <a:off x="-12600" y="-12600"/>
            <a:ext cx="281160" cy="1524600"/>
            <a:chOff x="-12600" y="-12600"/>
            <a:chExt cx="281160" cy="1524600"/>
          </a:xfrm>
        </p:grpSpPr>
        <p:sp>
          <p:nvSpPr>
            <p:cNvPr id="615"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16"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17" name="Group 8"/>
          <p:cNvGrpSpPr/>
          <p:nvPr/>
        </p:nvGrpSpPr>
        <p:grpSpPr>
          <a:xfrm>
            <a:off x="640080" y="-14400"/>
            <a:ext cx="17007480" cy="1513800"/>
            <a:chOff x="640080" y="-14400"/>
            <a:chExt cx="17007480" cy="1513800"/>
          </a:xfrm>
        </p:grpSpPr>
        <p:sp>
          <p:nvSpPr>
            <p:cNvPr id="618"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19"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What We Are Building, Step by Step</a:t>
              </a:r>
              <a:endParaRPr b="0" lang="en-US" sz="4000" spc="-1" strike="noStrike">
                <a:solidFill>
                  <a:srgbClr val="000000"/>
                </a:solidFill>
                <a:latin typeface="Arial"/>
              </a:endParaRPr>
            </a:p>
          </p:txBody>
        </p:sp>
      </p:grpSp>
      <p:grpSp>
        <p:nvGrpSpPr>
          <p:cNvPr id="620" name="Group 11"/>
          <p:cNvGrpSpPr/>
          <p:nvPr/>
        </p:nvGrpSpPr>
        <p:grpSpPr>
          <a:xfrm>
            <a:off x="548640" y="1580760"/>
            <a:ext cx="17190360" cy="576720"/>
            <a:chOff x="548640" y="1580760"/>
            <a:chExt cx="17190360" cy="576720"/>
          </a:xfrm>
        </p:grpSpPr>
        <p:sp>
          <p:nvSpPr>
            <p:cNvPr id="621" name="Freeform 12"/>
            <p:cNvSpPr/>
            <p:nvPr/>
          </p:nvSpPr>
          <p:spPr>
            <a:xfrm>
              <a:off x="548640" y="1609200"/>
              <a:ext cx="17190360" cy="548280"/>
            </a:xfrm>
            <a:custGeom>
              <a:avLst/>
              <a:gdLst>
                <a:gd name="textAreaLeft" fmla="*/ 0 w 17190360"/>
                <a:gd name="textAreaRight" fmla="*/ 17190720 w 17190360"/>
                <a:gd name="textAreaTop" fmla="*/ 0 h 548280"/>
                <a:gd name="textAreaBottom" fmla="*/ 548640 h 548280"/>
              </a:gdLst>
              <a:ahLst/>
              <a:rect l="textAreaLeft" t="textAreaTop" r="textAreaRight" b="textAreaBottom"/>
              <a:pathLst>
                <a:path w="22920961" h="731520">
                  <a:moveTo>
                    <a:pt x="0" y="0"/>
                  </a:moveTo>
                  <a:lnTo>
                    <a:pt x="22920961" y="0"/>
                  </a:lnTo>
                  <a:lnTo>
                    <a:pt x="22920961" y="731520"/>
                  </a:lnTo>
                  <a:lnTo>
                    <a:pt x="0" y="73152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22" name="TextBox 13"/>
            <p:cNvSpPr/>
            <p:nvPr/>
          </p:nvSpPr>
          <p:spPr>
            <a:xfrm>
              <a:off x="548640" y="1580760"/>
              <a:ext cx="17190360" cy="57672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0" i="1" lang="en-US" sz="2000" spc="-1" strike="noStrike">
                  <a:solidFill>
                    <a:srgbClr val="64748b"/>
                  </a:solidFill>
                  <a:latin typeface="Calibri (MS) Italics"/>
                  <a:ea typeface="Calibri (MS) Italics"/>
                </a:rPr>
                <a:t>Read left to right. Each arrow means "and then". Technical terms are explained in brackets below each step.</a:t>
              </a:r>
              <a:endParaRPr b="0" lang="en-US" sz="2000" spc="-1" strike="noStrike">
                <a:solidFill>
                  <a:srgbClr val="000000"/>
                </a:solidFill>
                <a:latin typeface="Arial"/>
              </a:endParaRPr>
            </a:p>
          </p:txBody>
        </p:sp>
      </p:grpSp>
      <p:grpSp>
        <p:nvGrpSpPr>
          <p:cNvPr id="623" name="Group 14"/>
          <p:cNvGrpSpPr/>
          <p:nvPr/>
        </p:nvGrpSpPr>
        <p:grpSpPr>
          <a:xfrm>
            <a:off x="487440" y="2334600"/>
            <a:ext cx="2133720" cy="7236000"/>
            <a:chOff x="487440" y="2334600"/>
            <a:chExt cx="2133720" cy="7236000"/>
          </a:xfrm>
        </p:grpSpPr>
        <p:sp>
          <p:nvSpPr>
            <p:cNvPr id="624" name="Freeform 15"/>
            <p:cNvSpPr/>
            <p:nvPr/>
          </p:nvSpPr>
          <p:spPr>
            <a:xfrm>
              <a:off x="493920" y="2340720"/>
              <a:ext cx="2121120" cy="7223400"/>
            </a:xfrm>
            <a:custGeom>
              <a:avLst/>
              <a:gdLst>
                <a:gd name="textAreaLeft" fmla="*/ 0 w 2121120"/>
                <a:gd name="textAreaRight" fmla="*/ 2121480 w 2121120"/>
                <a:gd name="textAreaTop" fmla="*/ 0 h 7223400"/>
                <a:gd name="textAreaBottom" fmla="*/ 7223760 h 7223400"/>
              </a:gdLst>
              <a:ahLst/>
              <a:rect l="textAreaLeft" t="textAreaTop" r="textAreaRight" b="textAreaBottom"/>
              <a:pathLst>
                <a:path w="2828544" h="9631680">
                  <a:moveTo>
                    <a:pt x="0" y="0"/>
                  </a:moveTo>
                  <a:lnTo>
                    <a:pt x="2828544" y="0"/>
                  </a:lnTo>
                  <a:lnTo>
                    <a:pt x="2828544" y="9631680"/>
                  </a:lnTo>
                  <a:lnTo>
                    <a:pt x="0" y="9631680"/>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25" name="Freeform 16"/>
            <p:cNvSpPr/>
            <p:nvPr/>
          </p:nvSpPr>
          <p:spPr>
            <a:xfrm>
              <a:off x="487440" y="2334600"/>
              <a:ext cx="2133720" cy="7236000"/>
            </a:xfrm>
            <a:custGeom>
              <a:avLst/>
              <a:gdLst>
                <a:gd name="textAreaLeft" fmla="*/ 0 w 2133720"/>
                <a:gd name="textAreaRight" fmla="*/ 2134080 w 2133720"/>
                <a:gd name="textAreaTop" fmla="*/ 0 h 7236000"/>
                <a:gd name="textAreaBottom" fmla="*/ 7236360 h 7236000"/>
              </a:gdLst>
              <a:ahLst/>
              <a:rect l="textAreaLeft" t="textAreaTop" r="textAreaRight" b="textAreaBottom"/>
              <a:pathLst>
                <a:path w="2845562" h="9648699">
                  <a:moveTo>
                    <a:pt x="8509" y="0"/>
                  </a:moveTo>
                  <a:lnTo>
                    <a:pt x="2837053" y="0"/>
                  </a:lnTo>
                  <a:cubicBezTo>
                    <a:pt x="2841752" y="0"/>
                    <a:pt x="2845562" y="3810"/>
                    <a:pt x="2845562" y="8509"/>
                  </a:cubicBezTo>
                  <a:lnTo>
                    <a:pt x="2845562" y="9640189"/>
                  </a:lnTo>
                  <a:cubicBezTo>
                    <a:pt x="2845562" y="9644888"/>
                    <a:pt x="2841752" y="9648699"/>
                    <a:pt x="2837053"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2837053" y="9631680"/>
                  </a:lnTo>
                  <a:lnTo>
                    <a:pt x="2837053" y="9640189"/>
                  </a:lnTo>
                  <a:lnTo>
                    <a:pt x="2828544" y="9640189"/>
                  </a:lnTo>
                  <a:lnTo>
                    <a:pt x="2828544" y="8509"/>
                  </a:lnTo>
                  <a:lnTo>
                    <a:pt x="2837053" y="8509"/>
                  </a:lnTo>
                  <a:lnTo>
                    <a:pt x="2837053"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26" name="Group 17"/>
          <p:cNvGrpSpPr/>
          <p:nvPr/>
        </p:nvGrpSpPr>
        <p:grpSpPr>
          <a:xfrm>
            <a:off x="480960" y="2328120"/>
            <a:ext cx="2146320" cy="720000"/>
            <a:chOff x="480960" y="2328120"/>
            <a:chExt cx="2146320" cy="720000"/>
          </a:xfrm>
        </p:grpSpPr>
        <p:sp>
          <p:nvSpPr>
            <p:cNvPr id="627" name="Freeform 18"/>
            <p:cNvSpPr/>
            <p:nvPr/>
          </p:nvSpPr>
          <p:spPr>
            <a:xfrm>
              <a:off x="493920" y="2340720"/>
              <a:ext cx="2121120" cy="694440"/>
            </a:xfrm>
            <a:custGeom>
              <a:avLst/>
              <a:gdLst>
                <a:gd name="textAreaLeft" fmla="*/ 0 w 2121120"/>
                <a:gd name="textAreaRight" fmla="*/ 2121480 w 2121120"/>
                <a:gd name="textAreaTop" fmla="*/ 0 h 694440"/>
                <a:gd name="textAreaBottom" fmla="*/ 694800 h 694440"/>
              </a:gdLst>
              <a:ahLst/>
              <a:rect l="textAreaLeft" t="textAreaTop" r="textAreaRight" b="textAreaBottom"/>
              <a:pathLst>
                <a:path w="2828544" h="926592">
                  <a:moveTo>
                    <a:pt x="0" y="0"/>
                  </a:moveTo>
                  <a:lnTo>
                    <a:pt x="2828544" y="0"/>
                  </a:lnTo>
                  <a:lnTo>
                    <a:pt x="2828544" y="926592"/>
                  </a:lnTo>
                  <a:lnTo>
                    <a:pt x="0" y="926592"/>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8" name="Freeform 19"/>
            <p:cNvSpPr/>
            <p:nvPr/>
          </p:nvSpPr>
          <p:spPr>
            <a:xfrm>
              <a:off x="480960" y="2328120"/>
              <a:ext cx="2146320" cy="720000"/>
            </a:xfrm>
            <a:custGeom>
              <a:avLst/>
              <a:gdLst>
                <a:gd name="textAreaLeft" fmla="*/ 0 w 2146320"/>
                <a:gd name="textAreaRight" fmla="*/ 2146680 w 2146320"/>
                <a:gd name="textAreaTop" fmla="*/ 0 h 720000"/>
                <a:gd name="textAreaBottom" fmla="*/ 720360 h 720000"/>
              </a:gdLst>
              <a:ahLst/>
              <a:rect l="textAreaLeft" t="textAreaTop" r="textAreaRight" b="textAreaBottom"/>
              <a:pathLst>
                <a:path w="2862326" h="960376">
                  <a:moveTo>
                    <a:pt x="16891" y="0"/>
                  </a:moveTo>
                  <a:lnTo>
                    <a:pt x="2845435" y="0"/>
                  </a:lnTo>
                  <a:cubicBezTo>
                    <a:pt x="2854833" y="0"/>
                    <a:pt x="2862326" y="7620"/>
                    <a:pt x="2862326" y="16891"/>
                  </a:cubicBezTo>
                  <a:lnTo>
                    <a:pt x="2862326" y="943483"/>
                  </a:lnTo>
                  <a:cubicBezTo>
                    <a:pt x="2862326" y="952881"/>
                    <a:pt x="2854706" y="960374"/>
                    <a:pt x="2845435"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845435" y="926592"/>
                  </a:lnTo>
                  <a:lnTo>
                    <a:pt x="2845435" y="943483"/>
                  </a:lnTo>
                  <a:lnTo>
                    <a:pt x="2828544" y="943483"/>
                  </a:lnTo>
                  <a:lnTo>
                    <a:pt x="2828544" y="16891"/>
                  </a:lnTo>
                  <a:lnTo>
                    <a:pt x="2845435" y="16891"/>
                  </a:lnTo>
                  <a:lnTo>
                    <a:pt x="2845435"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29" name="Group 20"/>
          <p:cNvGrpSpPr/>
          <p:nvPr/>
        </p:nvGrpSpPr>
        <p:grpSpPr>
          <a:xfrm>
            <a:off x="567000" y="2340720"/>
            <a:ext cx="1974600" cy="694440"/>
            <a:chOff x="567000" y="2340720"/>
            <a:chExt cx="1974600" cy="694440"/>
          </a:xfrm>
        </p:grpSpPr>
        <p:sp>
          <p:nvSpPr>
            <p:cNvPr id="630" name="Freeform 21"/>
            <p:cNvSpPr/>
            <p:nvPr/>
          </p:nvSpPr>
          <p:spPr>
            <a:xfrm>
              <a:off x="567000" y="2340720"/>
              <a:ext cx="1974600" cy="694440"/>
            </a:xfrm>
            <a:custGeom>
              <a:avLst/>
              <a:gdLst>
                <a:gd name="textAreaLeft" fmla="*/ 0 w 1974600"/>
                <a:gd name="textAreaRight" fmla="*/ 1974960 w 1974600"/>
                <a:gd name="textAreaTop" fmla="*/ 0 h 694440"/>
                <a:gd name="textAreaBottom" fmla="*/ 694800 h 694440"/>
              </a:gdLst>
              <a:ahLst/>
              <a:rect l="textAreaLeft" t="textAreaTop" r="textAreaRight" b="textAreaBottom"/>
              <a:pathLst>
                <a:path w="2633472" h="926592">
                  <a:moveTo>
                    <a:pt x="0" y="0"/>
                  </a:moveTo>
                  <a:lnTo>
                    <a:pt x="2633472" y="0"/>
                  </a:lnTo>
                  <a:lnTo>
                    <a:pt x="2633472" y="926592"/>
                  </a:lnTo>
                  <a:lnTo>
                    <a:pt x="0" y="926592"/>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31" name="TextBox 22"/>
            <p:cNvSpPr/>
            <p:nvPr/>
          </p:nvSpPr>
          <p:spPr>
            <a:xfrm>
              <a:off x="567000" y="2340720"/>
              <a:ext cx="1974600" cy="694440"/>
            </a:xfrm>
            <a:prstGeom prst="rect">
              <a:avLst/>
            </a:prstGeom>
            <a:noFill/>
            <a:ln w="0">
              <a:noFill/>
            </a:ln>
          </p:spPr>
          <p:style>
            <a:lnRef idx="0"/>
            <a:fillRef idx="0"/>
            <a:effectRef idx="0"/>
            <a:fontRef idx="minor"/>
          </p:style>
          <p:txBody>
            <a:bodyPr lIns="0" rIns="0" tIns="0" bIns="0" anchor="ctr">
              <a:noAutofit/>
            </a:bodyPr>
            <a:p>
              <a:pPr algn="ctr" defTabSz="914400">
                <a:lnSpc>
                  <a:spcPts val="3359"/>
                </a:lnSpc>
              </a:pPr>
              <a:r>
                <a:rPr b="1" lang="en-US" sz="2800" spc="-1" strike="noStrike">
                  <a:solidFill>
                    <a:srgbClr val="f4a261"/>
                  </a:solidFill>
                  <a:latin typeface="Trebuchet MS Bold"/>
                  <a:ea typeface="Trebuchet MS Bold"/>
                </a:rPr>
                <a:t>01</a:t>
              </a:r>
              <a:endParaRPr b="0" lang="en-US" sz="2800" spc="-1" strike="noStrike">
                <a:solidFill>
                  <a:srgbClr val="000000"/>
                </a:solidFill>
                <a:latin typeface="Arial"/>
              </a:endParaRPr>
            </a:p>
          </p:txBody>
        </p:sp>
      </p:grpSp>
      <p:grpSp>
        <p:nvGrpSpPr>
          <p:cNvPr id="632" name="Group 23"/>
          <p:cNvGrpSpPr/>
          <p:nvPr/>
        </p:nvGrpSpPr>
        <p:grpSpPr>
          <a:xfrm>
            <a:off x="585360" y="3084480"/>
            <a:ext cx="1938240" cy="1231200"/>
            <a:chOff x="585360" y="3084480"/>
            <a:chExt cx="1938240" cy="1231200"/>
          </a:xfrm>
        </p:grpSpPr>
        <p:sp>
          <p:nvSpPr>
            <p:cNvPr id="633" name="Freeform 24"/>
            <p:cNvSpPr/>
            <p:nvPr/>
          </p:nvSpPr>
          <p:spPr>
            <a:xfrm>
              <a:off x="585360" y="3127320"/>
              <a:ext cx="1938240" cy="1188360"/>
            </a:xfrm>
            <a:custGeom>
              <a:avLst/>
              <a:gdLst>
                <a:gd name="textAreaLeft" fmla="*/ 0 w 1938240"/>
                <a:gd name="textAreaRight" fmla="*/ 1938600 w 1938240"/>
                <a:gd name="textAreaTop" fmla="*/ 0 h 1188360"/>
                <a:gd name="textAreaBottom" fmla="*/ 1188720 h 1188360"/>
              </a:gdLst>
              <a:ahLst/>
              <a:rect l="textAreaLeft" t="textAreaTop" r="textAreaRight" b="textAreaBottom"/>
              <a:pathLst>
                <a:path w="2584704" h="1584960">
                  <a:moveTo>
                    <a:pt x="0" y="0"/>
                  </a:moveTo>
                  <a:lnTo>
                    <a:pt x="2584704" y="0"/>
                  </a:lnTo>
                  <a:lnTo>
                    <a:pt x="2584704" y="1584960"/>
                  </a:lnTo>
                  <a:lnTo>
                    <a:pt x="0" y="158496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34" name="TextBox 25"/>
            <p:cNvSpPr/>
            <p:nvPr/>
          </p:nvSpPr>
          <p:spPr>
            <a:xfrm>
              <a:off x="585360" y="3084480"/>
              <a:ext cx="1938240" cy="1231200"/>
            </a:xfrm>
            <a:prstGeom prst="rect">
              <a:avLst/>
            </a:prstGeom>
            <a:noFill/>
            <a:ln w="0">
              <a:noFill/>
            </a:ln>
          </p:spPr>
          <p:style>
            <a:lnRef idx="0"/>
            <a:fillRef idx="0"/>
            <a:effectRef idx="0"/>
            <a:fontRef idx="minor"/>
          </p:style>
          <p:txBody>
            <a:bodyPr lIns="0" rIns="0" tIns="0" bIns="0" anchor="ctr">
              <a:noAutofit/>
            </a:bodyPr>
            <a:p>
              <a:pPr algn="ctr" defTabSz="914400">
                <a:lnSpc>
                  <a:spcPts val="2591"/>
                </a:lnSpc>
              </a:pPr>
              <a:r>
                <a:rPr b="1" lang="en-US" sz="1800" spc="-1" strike="noStrike">
                  <a:solidFill>
                    <a:srgbClr val="1a2332"/>
                  </a:solidFill>
                  <a:latin typeface="Trebuchet MS Bold"/>
                  <a:ea typeface="Trebuchet MS Bold"/>
                </a:rPr>
                <a:t>Get the Data</a:t>
              </a:r>
              <a:endParaRPr b="0" lang="en-US" sz="1800" spc="-1" strike="noStrike">
                <a:solidFill>
                  <a:srgbClr val="000000"/>
                </a:solidFill>
                <a:latin typeface="Arial"/>
              </a:endParaRPr>
            </a:p>
          </p:txBody>
        </p:sp>
      </p:grpSp>
      <p:grpSp>
        <p:nvGrpSpPr>
          <p:cNvPr id="635" name="Group 26"/>
          <p:cNvGrpSpPr/>
          <p:nvPr/>
        </p:nvGrpSpPr>
        <p:grpSpPr>
          <a:xfrm>
            <a:off x="993240" y="4376520"/>
            <a:ext cx="1122120" cy="98280"/>
            <a:chOff x="993240" y="4376520"/>
            <a:chExt cx="1122120" cy="98280"/>
          </a:xfrm>
        </p:grpSpPr>
        <p:sp>
          <p:nvSpPr>
            <p:cNvPr id="636" name="Freeform 27"/>
            <p:cNvSpPr/>
            <p:nvPr/>
          </p:nvSpPr>
          <p:spPr>
            <a:xfrm>
              <a:off x="1005840" y="4389120"/>
              <a:ext cx="1096920" cy="72720"/>
            </a:xfrm>
            <a:custGeom>
              <a:avLst/>
              <a:gdLst>
                <a:gd name="textAreaLeft" fmla="*/ 0 w 1096920"/>
                <a:gd name="textAreaRight" fmla="*/ 1097280 w 1096920"/>
                <a:gd name="textAreaTop" fmla="*/ 0 h 72720"/>
                <a:gd name="textAreaBottom" fmla="*/ 73080 h 72720"/>
              </a:gdLst>
              <a:ahLst/>
              <a:rect l="textAreaLeft" t="textAreaTop" r="textAreaRight" b="textAreaBottom"/>
              <a:pathLst>
                <a:path w="1463040" h="97536">
                  <a:moveTo>
                    <a:pt x="0" y="0"/>
                  </a:moveTo>
                  <a:lnTo>
                    <a:pt x="1463040" y="0"/>
                  </a:lnTo>
                  <a:lnTo>
                    <a:pt x="14630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637" name="Freeform 28"/>
            <p:cNvSpPr/>
            <p:nvPr/>
          </p:nvSpPr>
          <p:spPr>
            <a:xfrm>
              <a:off x="993240" y="4376520"/>
              <a:ext cx="1122120" cy="98280"/>
            </a:xfrm>
            <a:custGeom>
              <a:avLst/>
              <a:gdLst>
                <a:gd name="textAreaLeft" fmla="*/ 0 w 1122120"/>
                <a:gd name="textAreaRight" fmla="*/ 1122480 w 1122120"/>
                <a:gd name="textAreaTop" fmla="*/ 0 h 98280"/>
                <a:gd name="textAreaBottom" fmla="*/ 98640 h 98280"/>
              </a:gdLst>
              <a:ahLst/>
              <a:rect l="textAreaLeft" t="textAreaTop" r="textAreaRight" b="textAreaBottom"/>
              <a:pathLst>
                <a:path w="1496822" h="131320">
                  <a:moveTo>
                    <a:pt x="16891" y="0"/>
                  </a:moveTo>
                  <a:lnTo>
                    <a:pt x="1479931" y="0"/>
                  </a:lnTo>
                  <a:cubicBezTo>
                    <a:pt x="1489329" y="0"/>
                    <a:pt x="1496822" y="7620"/>
                    <a:pt x="1496822" y="16891"/>
                  </a:cubicBezTo>
                  <a:lnTo>
                    <a:pt x="1496822" y="114427"/>
                  </a:lnTo>
                  <a:cubicBezTo>
                    <a:pt x="1496822" y="123825"/>
                    <a:pt x="1489202" y="131318"/>
                    <a:pt x="14799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1479931" y="97536"/>
                  </a:lnTo>
                  <a:lnTo>
                    <a:pt x="1479931" y="114427"/>
                  </a:lnTo>
                  <a:lnTo>
                    <a:pt x="1463040" y="114427"/>
                  </a:lnTo>
                  <a:lnTo>
                    <a:pt x="1463040" y="16891"/>
                  </a:lnTo>
                  <a:lnTo>
                    <a:pt x="1479931" y="16891"/>
                  </a:lnTo>
                  <a:lnTo>
                    <a:pt x="14799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38" name="Group 29"/>
          <p:cNvGrpSpPr/>
          <p:nvPr/>
        </p:nvGrpSpPr>
        <p:grpSpPr>
          <a:xfrm>
            <a:off x="585360" y="4478400"/>
            <a:ext cx="1938240" cy="1702800"/>
            <a:chOff x="585360" y="4478400"/>
            <a:chExt cx="1938240" cy="1702800"/>
          </a:xfrm>
        </p:grpSpPr>
        <p:sp>
          <p:nvSpPr>
            <p:cNvPr id="639" name="Freeform 30"/>
            <p:cNvSpPr/>
            <p:nvPr/>
          </p:nvSpPr>
          <p:spPr>
            <a:xfrm>
              <a:off x="585360" y="4535280"/>
              <a:ext cx="1938240" cy="1645560"/>
            </a:xfrm>
            <a:custGeom>
              <a:avLst/>
              <a:gdLst>
                <a:gd name="textAreaLeft" fmla="*/ 0 w 1938240"/>
                <a:gd name="textAreaRight" fmla="*/ 1938600 w 1938240"/>
                <a:gd name="textAreaTop" fmla="*/ 0 h 1645560"/>
                <a:gd name="textAreaBottom" fmla="*/ 1645920 h 1645560"/>
              </a:gdLst>
              <a:ahLst/>
              <a:rect l="textAreaLeft" t="textAreaTop" r="textAreaRight" b="textAreaBottom"/>
              <a:pathLst>
                <a:path w="2584704" h="2194560">
                  <a:moveTo>
                    <a:pt x="0" y="0"/>
                  </a:moveTo>
                  <a:lnTo>
                    <a:pt x="2584704" y="0"/>
                  </a:lnTo>
                  <a:lnTo>
                    <a:pt x="2584704" y="2194560"/>
                  </a:lnTo>
                  <a:lnTo>
                    <a:pt x="0" y="219456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0" name="TextBox 31"/>
            <p:cNvSpPr/>
            <p:nvPr/>
          </p:nvSpPr>
          <p:spPr>
            <a:xfrm>
              <a:off x="585360" y="4478400"/>
              <a:ext cx="1938240" cy="170280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64748b"/>
                  </a:solidFill>
                  <a:latin typeface="Calibri (MS)"/>
                  <a:ea typeface="Calibri (MS)"/>
                </a:rPr>
                <a:t>Load WFP prices and Ghana boundary files</a:t>
              </a:r>
              <a:endParaRPr b="0" lang="en-US" sz="1600" spc="-1" strike="noStrike">
                <a:solidFill>
                  <a:srgbClr val="000000"/>
                </a:solidFill>
                <a:latin typeface="Arial"/>
              </a:endParaRPr>
            </a:p>
          </p:txBody>
        </p:sp>
      </p:grpSp>
      <p:grpSp>
        <p:nvGrpSpPr>
          <p:cNvPr id="641" name="Group 32"/>
          <p:cNvGrpSpPr/>
          <p:nvPr/>
        </p:nvGrpSpPr>
        <p:grpSpPr>
          <a:xfrm>
            <a:off x="567000" y="6222600"/>
            <a:ext cx="1974600" cy="3195360"/>
            <a:chOff x="567000" y="6222600"/>
            <a:chExt cx="1974600" cy="3195360"/>
          </a:xfrm>
        </p:grpSpPr>
        <p:sp>
          <p:nvSpPr>
            <p:cNvPr id="642" name="Freeform 33"/>
            <p:cNvSpPr/>
            <p:nvPr/>
          </p:nvSpPr>
          <p:spPr>
            <a:xfrm>
              <a:off x="567000" y="6272640"/>
              <a:ext cx="1974600" cy="3145320"/>
            </a:xfrm>
            <a:custGeom>
              <a:avLst/>
              <a:gdLst>
                <a:gd name="textAreaLeft" fmla="*/ 0 w 1974600"/>
                <a:gd name="textAreaRight" fmla="*/ 1974960 w 1974600"/>
                <a:gd name="textAreaTop" fmla="*/ 0 h 3145320"/>
                <a:gd name="textAreaBottom" fmla="*/ 3145680 h 3145320"/>
              </a:gdLst>
              <a:ahLst/>
              <a:rect l="textAreaLeft" t="textAreaTop" r="textAreaRight" b="textAreaBottom"/>
              <a:pathLst>
                <a:path w="2633472" h="4194048">
                  <a:moveTo>
                    <a:pt x="0" y="0"/>
                  </a:moveTo>
                  <a:lnTo>
                    <a:pt x="2633472" y="0"/>
                  </a:lnTo>
                  <a:lnTo>
                    <a:pt x="2633472" y="4194048"/>
                  </a:lnTo>
                  <a:lnTo>
                    <a:pt x="0" y="4194048"/>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3" name="TextBox 34"/>
            <p:cNvSpPr/>
            <p:nvPr/>
          </p:nvSpPr>
          <p:spPr>
            <a:xfrm>
              <a:off x="567000" y="6222600"/>
              <a:ext cx="1974600" cy="3195360"/>
            </a:xfrm>
            <a:prstGeom prst="rect">
              <a:avLst/>
            </a:prstGeom>
            <a:noFill/>
            <a:ln w="0">
              <a:noFill/>
            </a:ln>
          </p:spPr>
          <p:style>
            <a:lnRef idx="0"/>
            <a:fillRef idx="0"/>
            <a:effectRef idx="0"/>
            <a:fontRef idx="minor"/>
          </p:style>
          <p:txBody>
            <a:bodyPr lIns="0" rIns="0" tIns="0" bIns="0" anchor="ctr">
              <a:noAutofit/>
            </a:bodyPr>
            <a:p>
              <a:pPr algn="ctr" defTabSz="914400">
                <a:lnSpc>
                  <a:spcPts val="2098"/>
                </a:lnSpc>
              </a:pPr>
              <a:r>
                <a:rPr b="0" i="1" lang="en-US" sz="1400" spc="-1" strike="noStrike">
                  <a:solidFill>
                    <a:srgbClr val="2a9d8f"/>
                  </a:solidFill>
                  <a:latin typeface="Calibri (MS) Italics"/>
                  <a:ea typeface="Calibri (MS) Italics"/>
                </a:rPr>
                <a:t>[CSV: a spreadsheet file. GeoJSON: a file storing map shapes.]</a:t>
              </a:r>
              <a:endParaRPr b="0" lang="en-US" sz="1400" spc="-1" strike="noStrike">
                <a:solidFill>
                  <a:srgbClr val="000000"/>
                </a:solidFill>
                <a:latin typeface="Arial"/>
              </a:endParaRPr>
            </a:p>
          </p:txBody>
        </p:sp>
      </p:grpSp>
      <p:grpSp>
        <p:nvGrpSpPr>
          <p:cNvPr id="644" name="Group 35"/>
          <p:cNvGrpSpPr/>
          <p:nvPr/>
        </p:nvGrpSpPr>
        <p:grpSpPr>
          <a:xfrm>
            <a:off x="2633400" y="5616360"/>
            <a:ext cx="237240" cy="665280"/>
            <a:chOff x="2633400" y="5616360"/>
            <a:chExt cx="237240" cy="665280"/>
          </a:xfrm>
        </p:grpSpPr>
        <p:sp>
          <p:nvSpPr>
            <p:cNvPr id="645" name="Freeform 36"/>
            <p:cNvSpPr/>
            <p:nvPr/>
          </p:nvSpPr>
          <p:spPr>
            <a:xfrm>
              <a:off x="2633400" y="5623560"/>
              <a:ext cx="237240" cy="658080"/>
            </a:xfrm>
            <a:custGeom>
              <a:avLst/>
              <a:gdLst>
                <a:gd name="textAreaLeft" fmla="*/ 0 w 237240"/>
                <a:gd name="textAreaRight" fmla="*/ 237600 w 237240"/>
                <a:gd name="textAreaTop" fmla="*/ 0 h 658080"/>
                <a:gd name="textAreaBottom" fmla="*/ 658440 h 658080"/>
              </a:gdLst>
              <a:ahLst/>
              <a:rect l="textAreaLeft" t="textAreaTop" r="textAreaRight" b="textAreaBottom"/>
              <a:pathLst>
                <a:path w="316992" h="877824">
                  <a:moveTo>
                    <a:pt x="0" y="0"/>
                  </a:moveTo>
                  <a:lnTo>
                    <a:pt x="316992" y="0"/>
                  </a:lnTo>
                  <a:lnTo>
                    <a:pt x="316992" y="877824"/>
                  </a:lnTo>
                  <a:lnTo>
                    <a:pt x="0" y="877824"/>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6" name="TextBox 37"/>
            <p:cNvSpPr/>
            <p:nvPr/>
          </p:nvSpPr>
          <p:spPr>
            <a:xfrm>
              <a:off x="2633400" y="5616360"/>
              <a:ext cx="237240" cy="665280"/>
            </a:xfrm>
            <a:prstGeom prst="rect">
              <a:avLst/>
            </a:prstGeom>
            <a:noFill/>
            <a:ln w="0">
              <a:noFill/>
            </a:ln>
          </p:spPr>
          <p:style>
            <a:lnRef idx="0"/>
            <a:fillRef idx="0"/>
            <a:effectRef idx="0"/>
            <a:fontRef idx="minor"/>
          </p:style>
          <p:txBody>
            <a:bodyPr lIns="0" rIns="0" tIns="0" bIns="0" anchor="ctr">
              <a:noAutofit/>
            </a:bodyPr>
            <a:p>
              <a:pPr algn="ctr" defTabSz="914400">
                <a:lnSpc>
                  <a:spcPts val="2880"/>
                </a:lnSpc>
              </a:pPr>
              <a:r>
                <a:rPr b="1" lang="en-US" sz="2400" spc="-1" strike="noStrike">
                  <a:solidFill>
                    <a:srgbClr val="f4a261"/>
                  </a:solidFill>
                  <a:latin typeface="Trebuchet MS Bold"/>
                  <a:ea typeface="Trebuchet MS Bold"/>
                </a:rPr>
                <a:t>→</a:t>
              </a:r>
              <a:endParaRPr b="0" lang="en-US" sz="2400" spc="-1" strike="noStrike">
                <a:solidFill>
                  <a:srgbClr val="000000"/>
                </a:solidFill>
                <a:latin typeface="Arial"/>
              </a:endParaRPr>
            </a:p>
          </p:txBody>
        </p:sp>
      </p:grpSp>
      <p:grpSp>
        <p:nvGrpSpPr>
          <p:cNvPr id="647" name="Group 38"/>
          <p:cNvGrpSpPr/>
          <p:nvPr/>
        </p:nvGrpSpPr>
        <p:grpSpPr>
          <a:xfrm>
            <a:off x="2883240" y="2334600"/>
            <a:ext cx="2133720" cy="7236000"/>
            <a:chOff x="2883240" y="2334600"/>
            <a:chExt cx="2133720" cy="7236000"/>
          </a:xfrm>
        </p:grpSpPr>
        <p:sp>
          <p:nvSpPr>
            <p:cNvPr id="648" name="Freeform 39"/>
            <p:cNvSpPr/>
            <p:nvPr/>
          </p:nvSpPr>
          <p:spPr>
            <a:xfrm>
              <a:off x="2889360" y="2340720"/>
              <a:ext cx="2121120" cy="7223400"/>
            </a:xfrm>
            <a:custGeom>
              <a:avLst/>
              <a:gdLst>
                <a:gd name="textAreaLeft" fmla="*/ 0 w 2121120"/>
                <a:gd name="textAreaRight" fmla="*/ 2121480 w 2121120"/>
                <a:gd name="textAreaTop" fmla="*/ 0 h 7223400"/>
                <a:gd name="textAreaBottom" fmla="*/ 7223760 h 7223400"/>
              </a:gdLst>
              <a:ahLst/>
              <a:rect l="textAreaLeft" t="textAreaTop" r="textAreaRight" b="textAreaBottom"/>
              <a:pathLst>
                <a:path w="2828544" h="9631680">
                  <a:moveTo>
                    <a:pt x="0" y="0"/>
                  </a:moveTo>
                  <a:lnTo>
                    <a:pt x="2828544" y="0"/>
                  </a:lnTo>
                  <a:lnTo>
                    <a:pt x="2828544" y="9631680"/>
                  </a:lnTo>
                  <a:lnTo>
                    <a:pt x="0" y="9631680"/>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9" name="Freeform 40"/>
            <p:cNvSpPr/>
            <p:nvPr/>
          </p:nvSpPr>
          <p:spPr>
            <a:xfrm>
              <a:off x="2883240" y="2334600"/>
              <a:ext cx="2133720" cy="7236000"/>
            </a:xfrm>
            <a:custGeom>
              <a:avLst/>
              <a:gdLst>
                <a:gd name="textAreaLeft" fmla="*/ 0 w 2133720"/>
                <a:gd name="textAreaRight" fmla="*/ 2134080 w 2133720"/>
                <a:gd name="textAreaTop" fmla="*/ 0 h 7236000"/>
                <a:gd name="textAreaBottom" fmla="*/ 7236360 h 7236000"/>
              </a:gdLst>
              <a:ahLst/>
              <a:rect l="textAreaLeft" t="textAreaTop" r="textAreaRight" b="textAreaBottom"/>
              <a:pathLst>
                <a:path w="2845562" h="9648699">
                  <a:moveTo>
                    <a:pt x="8509" y="0"/>
                  </a:moveTo>
                  <a:lnTo>
                    <a:pt x="2837053" y="0"/>
                  </a:lnTo>
                  <a:cubicBezTo>
                    <a:pt x="2841752" y="0"/>
                    <a:pt x="2845562" y="3810"/>
                    <a:pt x="2845562" y="8509"/>
                  </a:cubicBezTo>
                  <a:lnTo>
                    <a:pt x="2845562" y="9640189"/>
                  </a:lnTo>
                  <a:cubicBezTo>
                    <a:pt x="2845562" y="9644888"/>
                    <a:pt x="2841752" y="9648699"/>
                    <a:pt x="2837053"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2837053" y="9631680"/>
                  </a:lnTo>
                  <a:lnTo>
                    <a:pt x="2837053" y="9640189"/>
                  </a:lnTo>
                  <a:lnTo>
                    <a:pt x="2828544" y="9640189"/>
                  </a:lnTo>
                  <a:lnTo>
                    <a:pt x="2828544" y="8509"/>
                  </a:lnTo>
                  <a:lnTo>
                    <a:pt x="2837053" y="8509"/>
                  </a:lnTo>
                  <a:lnTo>
                    <a:pt x="2837053"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50" name="Group 41"/>
          <p:cNvGrpSpPr/>
          <p:nvPr/>
        </p:nvGrpSpPr>
        <p:grpSpPr>
          <a:xfrm>
            <a:off x="2876760" y="2328120"/>
            <a:ext cx="2146320" cy="720000"/>
            <a:chOff x="2876760" y="2328120"/>
            <a:chExt cx="2146320" cy="720000"/>
          </a:xfrm>
        </p:grpSpPr>
        <p:sp>
          <p:nvSpPr>
            <p:cNvPr id="651" name="Freeform 42"/>
            <p:cNvSpPr/>
            <p:nvPr/>
          </p:nvSpPr>
          <p:spPr>
            <a:xfrm>
              <a:off x="2889360" y="2340720"/>
              <a:ext cx="2121120" cy="694440"/>
            </a:xfrm>
            <a:custGeom>
              <a:avLst/>
              <a:gdLst>
                <a:gd name="textAreaLeft" fmla="*/ 0 w 2121120"/>
                <a:gd name="textAreaRight" fmla="*/ 2121480 w 2121120"/>
                <a:gd name="textAreaTop" fmla="*/ 0 h 694440"/>
                <a:gd name="textAreaBottom" fmla="*/ 694800 h 694440"/>
              </a:gdLst>
              <a:ahLst/>
              <a:rect l="textAreaLeft" t="textAreaTop" r="textAreaRight" b="textAreaBottom"/>
              <a:pathLst>
                <a:path w="2828544" h="926592">
                  <a:moveTo>
                    <a:pt x="0" y="0"/>
                  </a:moveTo>
                  <a:lnTo>
                    <a:pt x="2828544" y="0"/>
                  </a:lnTo>
                  <a:lnTo>
                    <a:pt x="2828544" y="926592"/>
                  </a:lnTo>
                  <a:lnTo>
                    <a:pt x="0" y="926592"/>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2" name="Freeform 43"/>
            <p:cNvSpPr/>
            <p:nvPr/>
          </p:nvSpPr>
          <p:spPr>
            <a:xfrm>
              <a:off x="2876760" y="2328120"/>
              <a:ext cx="2146320" cy="720000"/>
            </a:xfrm>
            <a:custGeom>
              <a:avLst/>
              <a:gdLst>
                <a:gd name="textAreaLeft" fmla="*/ 0 w 2146320"/>
                <a:gd name="textAreaRight" fmla="*/ 2146680 w 2146320"/>
                <a:gd name="textAreaTop" fmla="*/ 0 h 720000"/>
                <a:gd name="textAreaBottom" fmla="*/ 720360 h 720000"/>
              </a:gdLst>
              <a:ahLst/>
              <a:rect l="textAreaLeft" t="textAreaTop" r="textAreaRight" b="textAreaBottom"/>
              <a:pathLst>
                <a:path w="2862326" h="960376">
                  <a:moveTo>
                    <a:pt x="16891" y="0"/>
                  </a:moveTo>
                  <a:lnTo>
                    <a:pt x="2845435" y="0"/>
                  </a:lnTo>
                  <a:cubicBezTo>
                    <a:pt x="2854833" y="0"/>
                    <a:pt x="2862326" y="7620"/>
                    <a:pt x="2862326" y="16891"/>
                  </a:cubicBezTo>
                  <a:lnTo>
                    <a:pt x="2862326" y="943483"/>
                  </a:lnTo>
                  <a:cubicBezTo>
                    <a:pt x="2862326" y="952881"/>
                    <a:pt x="2854706" y="960374"/>
                    <a:pt x="2845435"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845435" y="926592"/>
                  </a:lnTo>
                  <a:lnTo>
                    <a:pt x="2845435" y="943483"/>
                  </a:lnTo>
                  <a:lnTo>
                    <a:pt x="2828544" y="943483"/>
                  </a:lnTo>
                  <a:lnTo>
                    <a:pt x="2828544" y="16891"/>
                  </a:lnTo>
                  <a:lnTo>
                    <a:pt x="2845435" y="16891"/>
                  </a:lnTo>
                  <a:lnTo>
                    <a:pt x="2845435"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53" name="Group 44"/>
          <p:cNvGrpSpPr/>
          <p:nvPr/>
        </p:nvGrpSpPr>
        <p:grpSpPr>
          <a:xfrm>
            <a:off x="2962800" y="2340720"/>
            <a:ext cx="1974600" cy="694440"/>
            <a:chOff x="2962800" y="2340720"/>
            <a:chExt cx="1974600" cy="694440"/>
          </a:xfrm>
        </p:grpSpPr>
        <p:sp>
          <p:nvSpPr>
            <p:cNvPr id="654" name="Freeform 45"/>
            <p:cNvSpPr/>
            <p:nvPr/>
          </p:nvSpPr>
          <p:spPr>
            <a:xfrm>
              <a:off x="2962800" y="2340720"/>
              <a:ext cx="1974600" cy="694440"/>
            </a:xfrm>
            <a:custGeom>
              <a:avLst/>
              <a:gdLst>
                <a:gd name="textAreaLeft" fmla="*/ 0 w 1974600"/>
                <a:gd name="textAreaRight" fmla="*/ 1974960 w 1974600"/>
                <a:gd name="textAreaTop" fmla="*/ 0 h 694440"/>
                <a:gd name="textAreaBottom" fmla="*/ 694800 h 694440"/>
              </a:gdLst>
              <a:ahLst/>
              <a:rect l="textAreaLeft" t="textAreaTop" r="textAreaRight" b="textAreaBottom"/>
              <a:pathLst>
                <a:path w="2633472" h="926592">
                  <a:moveTo>
                    <a:pt x="0" y="0"/>
                  </a:moveTo>
                  <a:lnTo>
                    <a:pt x="2633472" y="0"/>
                  </a:lnTo>
                  <a:lnTo>
                    <a:pt x="2633472" y="926592"/>
                  </a:lnTo>
                  <a:lnTo>
                    <a:pt x="0" y="926592"/>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55" name="TextBox 46"/>
            <p:cNvSpPr/>
            <p:nvPr/>
          </p:nvSpPr>
          <p:spPr>
            <a:xfrm>
              <a:off x="2962800" y="2340720"/>
              <a:ext cx="1974600" cy="694440"/>
            </a:xfrm>
            <a:prstGeom prst="rect">
              <a:avLst/>
            </a:prstGeom>
            <a:noFill/>
            <a:ln w="0">
              <a:noFill/>
            </a:ln>
          </p:spPr>
          <p:style>
            <a:lnRef idx="0"/>
            <a:fillRef idx="0"/>
            <a:effectRef idx="0"/>
            <a:fontRef idx="minor"/>
          </p:style>
          <p:txBody>
            <a:bodyPr lIns="0" rIns="0" tIns="0" bIns="0" anchor="ctr">
              <a:noAutofit/>
            </a:bodyPr>
            <a:p>
              <a:pPr algn="ctr" defTabSz="914400">
                <a:lnSpc>
                  <a:spcPts val="3359"/>
                </a:lnSpc>
              </a:pPr>
              <a:r>
                <a:rPr b="1" lang="en-US" sz="2800" spc="-1" strike="noStrike">
                  <a:solidFill>
                    <a:srgbClr val="f4a261"/>
                  </a:solidFill>
                  <a:latin typeface="Trebuchet MS Bold"/>
                  <a:ea typeface="Trebuchet MS Bold"/>
                </a:rPr>
                <a:t>02</a:t>
              </a:r>
              <a:endParaRPr b="0" lang="en-US" sz="2800" spc="-1" strike="noStrike">
                <a:solidFill>
                  <a:srgbClr val="000000"/>
                </a:solidFill>
                <a:latin typeface="Arial"/>
              </a:endParaRPr>
            </a:p>
          </p:txBody>
        </p:sp>
      </p:grpSp>
      <p:grpSp>
        <p:nvGrpSpPr>
          <p:cNvPr id="656" name="Group 47"/>
          <p:cNvGrpSpPr/>
          <p:nvPr/>
        </p:nvGrpSpPr>
        <p:grpSpPr>
          <a:xfrm>
            <a:off x="2980800" y="3084480"/>
            <a:ext cx="1938240" cy="1231200"/>
            <a:chOff x="2980800" y="3084480"/>
            <a:chExt cx="1938240" cy="1231200"/>
          </a:xfrm>
        </p:grpSpPr>
        <p:sp>
          <p:nvSpPr>
            <p:cNvPr id="657" name="Freeform 48"/>
            <p:cNvSpPr/>
            <p:nvPr/>
          </p:nvSpPr>
          <p:spPr>
            <a:xfrm>
              <a:off x="2980800" y="3127320"/>
              <a:ext cx="1938240" cy="1188360"/>
            </a:xfrm>
            <a:custGeom>
              <a:avLst/>
              <a:gdLst>
                <a:gd name="textAreaLeft" fmla="*/ 0 w 1938240"/>
                <a:gd name="textAreaRight" fmla="*/ 1938600 w 1938240"/>
                <a:gd name="textAreaTop" fmla="*/ 0 h 1188360"/>
                <a:gd name="textAreaBottom" fmla="*/ 1188720 h 1188360"/>
              </a:gdLst>
              <a:ahLst/>
              <a:rect l="textAreaLeft" t="textAreaTop" r="textAreaRight" b="textAreaBottom"/>
              <a:pathLst>
                <a:path w="2584704" h="1584960">
                  <a:moveTo>
                    <a:pt x="0" y="0"/>
                  </a:moveTo>
                  <a:lnTo>
                    <a:pt x="2584704" y="0"/>
                  </a:lnTo>
                  <a:lnTo>
                    <a:pt x="2584704" y="1584960"/>
                  </a:lnTo>
                  <a:lnTo>
                    <a:pt x="0" y="1584960"/>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58" name="TextBox 49"/>
            <p:cNvSpPr/>
            <p:nvPr/>
          </p:nvSpPr>
          <p:spPr>
            <a:xfrm>
              <a:off x="2980800" y="3084480"/>
              <a:ext cx="1938240" cy="1231200"/>
            </a:xfrm>
            <a:prstGeom prst="rect">
              <a:avLst/>
            </a:prstGeom>
            <a:noFill/>
            <a:ln w="0">
              <a:noFill/>
            </a:ln>
          </p:spPr>
          <p:style>
            <a:lnRef idx="0"/>
            <a:fillRef idx="0"/>
            <a:effectRef idx="0"/>
            <a:fontRef idx="minor"/>
          </p:style>
          <p:txBody>
            <a:bodyPr lIns="0" rIns="0" tIns="0" bIns="0" anchor="ctr">
              <a:noAutofit/>
            </a:bodyPr>
            <a:p>
              <a:pPr algn="ctr" defTabSz="914400">
                <a:lnSpc>
                  <a:spcPts val="2591"/>
                </a:lnSpc>
              </a:pPr>
              <a:r>
                <a:rPr b="1" lang="en-US" sz="1800" spc="-1" strike="noStrike">
                  <a:solidFill>
                    <a:srgbClr val="1a2332"/>
                  </a:solidFill>
                  <a:latin typeface="Trebuchet MS Bold"/>
                  <a:ea typeface="Trebuchet MS Bold"/>
                </a:rPr>
                <a:t>Focus on Rice</a:t>
              </a:r>
              <a:endParaRPr b="0" lang="en-US" sz="1800" spc="-1" strike="noStrike">
                <a:solidFill>
                  <a:srgbClr val="000000"/>
                </a:solidFill>
                <a:latin typeface="Arial"/>
              </a:endParaRPr>
            </a:p>
          </p:txBody>
        </p:sp>
      </p:grpSp>
      <p:grpSp>
        <p:nvGrpSpPr>
          <p:cNvPr id="659" name="Group 50"/>
          <p:cNvGrpSpPr/>
          <p:nvPr/>
        </p:nvGrpSpPr>
        <p:grpSpPr>
          <a:xfrm>
            <a:off x="3389040" y="4376520"/>
            <a:ext cx="1122120" cy="98280"/>
            <a:chOff x="3389040" y="4376520"/>
            <a:chExt cx="1122120" cy="98280"/>
          </a:xfrm>
        </p:grpSpPr>
        <p:sp>
          <p:nvSpPr>
            <p:cNvPr id="660" name="Freeform 51"/>
            <p:cNvSpPr/>
            <p:nvPr/>
          </p:nvSpPr>
          <p:spPr>
            <a:xfrm>
              <a:off x="3401640" y="4389120"/>
              <a:ext cx="1096920" cy="72720"/>
            </a:xfrm>
            <a:custGeom>
              <a:avLst/>
              <a:gdLst>
                <a:gd name="textAreaLeft" fmla="*/ 0 w 1096920"/>
                <a:gd name="textAreaRight" fmla="*/ 1097280 w 1096920"/>
                <a:gd name="textAreaTop" fmla="*/ 0 h 72720"/>
                <a:gd name="textAreaBottom" fmla="*/ 73080 h 72720"/>
              </a:gdLst>
              <a:ahLst/>
              <a:rect l="textAreaLeft" t="textAreaTop" r="textAreaRight" b="textAreaBottom"/>
              <a:pathLst>
                <a:path w="1463040" h="97536">
                  <a:moveTo>
                    <a:pt x="0" y="0"/>
                  </a:moveTo>
                  <a:lnTo>
                    <a:pt x="1463040" y="0"/>
                  </a:lnTo>
                  <a:lnTo>
                    <a:pt x="14630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661" name="Freeform 52"/>
            <p:cNvSpPr/>
            <p:nvPr/>
          </p:nvSpPr>
          <p:spPr>
            <a:xfrm>
              <a:off x="3389040" y="4376520"/>
              <a:ext cx="1122120" cy="98280"/>
            </a:xfrm>
            <a:custGeom>
              <a:avLst/>
              <a:gdLst>
                <a:gd name="textAreaLeft" fmla="*/ 0 w 1122120"/>
                <a:gd name="textAreaRight" fmla="*/ 1122480 w 1122120"/>
                <a:gd name="textAreaTop" fmla="*/ 0 h 98280"/>
                <a:gd name="textAreaBottom" fmla="*/ 98640 h 98280"/>
              </a:gdLst>
              <a:ahLst/>
              <a:rect l="textAreaLeft" t="textAreaTop" r="textAreaRight" b="textAreaBottom"/>
              <a:pathLst>
                <a:path w="1496822" h="131320">
                  <a:moveTo>
                    <a:pt x="16891" y="0"/>
                  </a:moveTo>
                  <a:lnTo>
                    <a:pt x="1479931" y="0"/>
                  </a:lnTo>
                  <a:cubicBezTo>
                    <a:pt x="1489329" y="0"/>
                    <a:pt x="1496822" y="7620"/>
                    <a:pt x="1496822" y="16891"/>
                  </a:cubicBezTo>
                  <a:lnTo>
                    <a:pt x="1496822" y="114427"/>
                  </a:lnTo>
                  <a:cubicBezTo>
                    <a:pt x="1496822" y="123825"/>
                    <a:pt x="1489202" y="131318"/>
                    <a:pt x="14799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1479931" y="97536"/>
                  </a:lnTo>
                  <a:lnTo>
                    <a:pt x="1479931" y="114427"/>
                  </a:lnTo>
                  <a:lnTo>
                    <a:pt x="1463040" y="114427"/>
                  </a:lnTo>
                  <a:lnTo>
                    <a:pt x="1463040" y="16891"/>
                  </a:lnTo>
                  <a:lnTo>
                    <a:pt x="1479931" y="16891"/>
                  </a:lnTo>
                  <a:lnTo>
                    <a:pt x="14799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62" name="Group 53"/>
          <p:cNvGrpSpPr/>
          <p:nvPr/>
        </p:nvGrpSpPr>
        <p:grpSpPr>
          <a:xfrm>
            <a:off x="2980800" y="4478400"/>
            <a:ext cx="1938240" cy="1702800"/>
            <a:chOff x="2980800" y="4478400"/>
            <a:chExt cx="1938240" cy="1702800"/>
          </a:xfrm>
        </p:grpSpPr>
        <p:sp>
          <p:nvSpPr>
            <p:cNvPr id="663" name="Freeform 54"/>
            <p:cNvSpPr/>
            <p:nvPr/>
          </p:nvSpPr>
          <p:spPr>
            <a:xfrm>
              <a:off x="2980800" y="4535280"/>
              <a:ext cx="1938240" cy="1645560"/>
            </a:xfrm>
            <a:custGeom>
              <a:avLst/>
              <a:gdLst>
                <a:gd name="textAreaLeft" fmla="*/ 0 w 1938240"/>
                <a:gd name="textAreaRight" fmla="*/ 1938600 w 1938240"/>
                <a:gd name="textAreaTop" fmla="*/ 0 h 1645560"/>
                <a:gd name="textAreaBottom" fmla="*/ 1645920 h 1645560"/>
              </a:gdLst>
              <a:ahLst/>
              <a:rect l="textAreaLeft" t="textAreaTop" r="textAreaRight" b="textAreaBottom"/>
              <a:pathLst>
                <a:path w="2584704" h="2194560">
                  <a:moveTo>
                    <a:pt x="0" y="0"/>
                  </a:moveTo>
                  <a:lnTo>
                    <a:pt x="2584704" y="0"/>
                  </a:lnTo>
                  <a:lnTo>
                    <a:pt x="2584704" y="2194560"/>
                  </a:lnTo>
                  <a:lnTo>
                    <a:pt x="0" y="2194560"/>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64" name="TextBox 55"/>
            <p:cNvSpPr/>
            <p:nvPr/>
          </p:nvSpPr>
          <p:spPr>
            <a:xfrm>
              <a:off x="2980800" y="4478400"/>
              <a:ext cx="1938240" cy="170280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64748b"/>
                  </a:solidFill>
                  <a:latin typeface="Calibri (MS)"/>
                  <a:ea typeface="Calibri (MS)"/>
                </a:rPr>
                <a:t>Filter to rice only. Clean messy values.</a:t>
              </a:r>
              <a:endParaRPr b="0" lang="en-US" sz="1600" spc="-1" strike="noStrike">
                <a:solidFill>
                  <a:srgbClr val="000000"/>
                </a:solidFill>
                <a:latin typeface="Arial"/>
              </a:endParaRPr>
            </a:p>
          </p:txBody>
        </p:sp>
      </p:grpSp>
      <p:grpSp>
        <p:nvGrpSpPr>
          <p:cNvPr id="665" name="Group 56"/>
          <p:cNvGrpSpPr/>
          <p:nvPr/>
        </p:nvGrpSpPr>
        <p:grpSpPr>
          <a:xfrm>
            <a:off x="2962800" y="6222600"/>
            <a:ext cx="1974600" cy="3195360"/>
            <a:chOff x="2962800" y="6222600"/>
            <a:chExt cx="1974600" cy="3195360"/>
          </a:xfrm>
        </p:grpSpPr>
        <p:sp>
          <p:nvSpPr>
            <p:cNvPr id="666" name="Freeform 57"/>
            <p:cNvSpPr/>
            <p:nvPr/>
          </p:nvSpPr>
          <p:spPr>
            <a:xfrm>
              <a:off x="2962800" y="6272640"/>
              <a:ext cx="1974600" cy="3145320"/>
            </a:xfrm>
            <a:custGeom>
              <a:avLst/>
              <a:gdLst>
                <a:gd name="textAreaLeft" fmla="*/ 0 w 1974600"/>
                <a:gd name="textAreaRight" fmla="*/ 1974960 w 1974600"/>
                <a:gd name="textAreaTop" fmla="*/ 0 h 3145320"/>
                <a:gd name="textAreaBottom" fmla="*/ 3145680 h 3145320"/>
              </a:gdLst>
              <a:ahLst/>
              <a:rect l="textAreaLeft" t="textAreaTop" r="textAreaRight" b="textAreaBottom"/>
              <a:pathLst>
                <a:path w="2633472" h="4194048">
                  <a:moveTo>
                    <a:pt x="0" y="0"/>
                  </a:moveTo>
                  <a:lnTo>
                    <a:pt x="2633472" y="0"/>
                  </a:lnTo>
                  <a:lnTo>
                    <a:pt x="2633472" y="4194048"/>
                  </a:lnTo>
                  <a:lnTo>
                    <a:pt x="0" y="4194048"/>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67" name="TextBox 58"/>
            <p:cNvSpPr/>
            <p:nvPr/>
          </p:nvSpPr>
          <p:spPr>
            <a:xfrm>
              <a:off x="2962800" y="6222600"/>
              <a:ext cx="1974600" cy="3195360"/>
            </a:xfrm>
            <a:prstGeom prst="rect">
              <a:avLst/>
            </a:prstGeom>
            <a:noFill/>
            <a:ln w="0">
              <a:noFill/>
            </a:ln>
          </p:spPr>
          <p:style>
            <a:lnRef idx="0"/>
            <a:fillRef idx="0"/>
            <a:effectRef idx="0"/>
            <a:fontRef idx="minor"/>
          </p:style>
          <p:txBody>
            <a:bodyPr lIns="0" rIns="0" tIns="0" bIns="0" anchor="ctr">
              <a:noAutofit/>
            </a:bodyPr>
            <a:p>
              <a:pPr algn="ctr" defTabSz="914400">
                <a:lnSpc>
                  <a:spcPts val="2098"/>
                </a:lnSpc>
              </a:pPr>
              <a:r>
                <a:rPr b="0" i="1" lang="en-US" sz="1400" spc="-1" strike="noStrike">
                  <a:solidFill>
                    <a:srgbClr val="2a9d8f"/>
                  </a:solidFill>
                  <a:latin typeface="Calibri (MS) Italics"/>
                  <a:ea typeface="Calibri (MS) Italics"/>
                </a:rPr>
                <a:t>[Filter: keep only the rows we need. Clean: remove blanks and errors.]</a:t>
              </a:r>
              <a:endParaRPr b="0" lang="en-US" sz="1400" spc="-1" strike="noStrike">
                <a:solidFill>
                  <a:srgbClr val="000000"/>
                </a:solidFill>
                <a:latin typeface="Arial"/>
              </a:endParaRPr>
            </a:p>
          </p:txBody>
        </p:sp>
      </p:grpSp>
      <p:grpSp>
        <p:nvGrpSpPr>
          <p:cNvPr id="668" name="Group 59"/>
          <p:cNvGrpSpPr/>
          <p:nvPr/>
        </p:nvGrpSpPr>
        <p:grpSpPr>
          <a:xfrm>
            <a:off x="5029200" y="5616360"/>
            <a:ext cx="237240" cy="665280"/>
            <a:chOff x="5029200" y="5616360"/>
            <a:chExt cx="237240" cy="665280"/>
          </a:xfrm>
        </p:grpSpPr>
        <p:sp>
          <p:nvSpPr>
            <p:cNvPr id="669" name="Freeform 60"/>
            <p:cNvSpPr/>
            <p:nvPr/>
          </p:nvSpPr>
          <p:spPr>
            <a:xfrm>
              <a:off x="5029200" y="5623560"/>
              <a:ext cx="237240" cy="658080"/>
            </a:xfrm>
            <a:custGeom>
              <a:avLst/>
              <a:gdLst>
                <a:gd name="textAreaLeft" fmla="*/ 0 w 237240"/>
                <a:gd name="textAreaRight" fmla="*/ 237600 w 237240"/>
                <a:gd name="textAreaTop" fmla="*/ 0 h 658080"/>
                <a:gd name="textAreaBottom" fmla="*/ 658440 h 658080"/>
              </a:gdLst>
              <a:ahLst/>
              <a:rect l="textAreaLeft" t="textAreaTop" r="textAreaRight" b="textAreaBottom"/>
              <a:pathLst>
                <a:path w="316992" h="877824">
                  <a:moveTo>
                    <a:pt x="0" y="0"/>
                  </a:moveTo>
                  <a:lnTo>
                    <a:pt x="316992" y="0"/>
                  </a:lnTo>
                  <a:lnTo>
                    <a:pt x="316992" y="877824"/>
                  </a:lnTo>
                  <a:lnTo>
                    <a:pt x="0" y="877824"/>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0" name="TextBox 61"/>
            <p:cNvSpPr/>
            <p:nvPr/>
          </p:nvSpPr>
          <p:spPr>
            <a:xfrm>
              <a:off x="5029200" y="5616360"/>
              <a:ext cx="237240" cy="665280"/>
            </a:xfrm>
            <a:prstGeom prst="rect">
              <a:avLst/>
            </a:prstGeom>
            <a:noFill/>
            <a:ln w="0">
              <a:noFill/>
            </a:ln>
          </p:spPr>
          <p:style>
            <a:lnRef idx="0"/>
            <a:fillRef idx="0"/>
            <a:effectRef idx="0"/>
            <a:fontRef idx="minor"/>
          </p:style>
          <p:txBody>
            <a:bodyPr lIns="0" rIns="0" tIns="0" bIns="0" anchor="ctr">
              <a:noAutofit/>
            </a:bodyPr>
            <a:p>
              <a:pPr algn="ctr" defTabSz="914400">
                <a:lnSpc>
                  <a:spcPts val="2880"/>
                </a:lnSpc>
              </a:pPr>
              <a:r>
                <a:rPr b="1" lang="en-US" sz="2400" spc="-1" strike="noStrike">
                  <a:solidFill>
                    <a:srgbClr val="f4a261"/>
                  </a:solidFill>
                  <a:latin typeface="Trebuchet MS Bold"/>
                  <a:ea typeface="Trebuchet MS Bold"/>
                </a:rPr>
                <a:t>→</a:t>
              </a:r>
              <a:endParaRPr b="0" lang="en-US" sz="2400" spc="-1" strike="noStrike">
                <a:solidFill>
                  <a:srgbClr val="000000"/>
                </a:solidFill>
                <a:latin typeface="Arial"/>
              </a:endParaRPr>
            </a:p>
          </p:txBody>
        </p:sp>
      </p:grpSp>
      <p:grpSp>
        <p:nvGrpSpPr>
          <p:cNvPr id="671" name="Group 62"/>
          <p:cNvGrpSpPr/>
          <p:nvPr/>
        </p:nvGrpSpPr>
        <p:grpSpPr>
          <a:xfrm>
            <a:off x="5279040" y="2334600"/>
            <a:ext cx="2133720" cy="7236000"/>
            <a:chOff x="5279040" y="2334600"/>
            <a:chExt cx="2133720" cy="7236000"/>
          </a:xfrm>
        </p:grpSpPr>
        <p:sp>
          <p:nvSpPr>
            <p:cNvPr id="672" name="Freeform 63"/>
            <p:cNvSpPr/>
            <p:nvPr/>
          </p:nvSpPr>
          <p:spPr>
            <a:xfrm>
              <a:off x="5285160" y="2340720"/>
              <a:ext cx="2121120" cy="7223400"/>
            </a:xfrm>
            <a:custGeom>
              <a:avLst/>
              <a:gdLst>
                <a:gd name="textAreaLeft" fmla="*/ 0 w 2121120"/>
                <a:gd name="textAreaRight" fmla="*/ 2121480 w 2121120"/>
                <a:gd name="textAreaTop" fmla="*/ 0 h 7223400"/>
                <a:gd name="textAreaBottom" fmla="*/ 7223760 h 7223400"/>
              </a:gdLst>
              <a:ahLst/>
              <a:rect l="textAreaLeft" t="textAreaTop" r="textAreaRight" b="textAreaBottom"/>
              <a:pathLst>
                <a:path w="2828544" h="9631680">
                  <a:moveTo>
                    <a:pt x="0" y="0"/>
                  </a:moveTo>
                  <a:lnTo>
                    <a:pt x="2828544" y="0"/>
                  </a:lnTo>
                  <a:lnTo>
                    <a:pt x="2828544" y="9631680"/>
                  </a:lnTo>
                  <a:lnTo>
                    <a:pt x="0" y="9631680"/>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3" name="Freeform 64"/>
            <p:cNvSpPr/>
            <p:nvPr/>
          </p:nvSpPr>
          <p:spPr>
            <a:xfrm>
              <a:off x="5279040" y="2334600"/>
              <a:ext cx="2133720" cy="7236000"/>
            </a:xfrm>
            <a:custGeom>
              <a:avLst/>
              <a:gdLst>
                <a:gd name="textAreaLeft" fmla="*/ 0 w 2133720"/>
                <a:gd name="textAreaRight" fmla="*/ 2134080 w 2133720"/>
                <a:gd name="textAreaTop" fmla="*/ 0 h 7236000"/>
                <a:gd name="textAreaBottom" fmla="*/ 7236360 h 7236000"/>
              </a:gdLst>
              <a:ahLst/>
              <a:rect l="textAreaLeft" t="textAreaTop" r="textAreaRight" b="textAreaBottom"/>
              <a:pathLst>
                <a:path w="2845562" h="9648699">
                  <a:moveTo>
                    <a:pt x="8509" y="0"/>
                  </a:moveTo>
                  <a:lnTo>
                    <a:pt x="2837053" y="0"/>
                  </a:lnTo>
                  <a:cubicBezTo>
                    <a:pt x="2841752" y="0"/>
                    <a:pt x="2845562" y="3810"/>
                    <a:pt x="2845562" y="8509"/>
                  </a:cubicBezTo>
                  <a:lnTo>
                    <a:pt x="2845562" y="9640189"/>
                  </a:lnTo>
                  <a:cubicBezTo>
                    <a:pt x="2845562" y="9644888"/>
                    <a:pt x="2841752" y="9648699"/>
                    <a:pt x="2837053"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2837053" y="9631680"/>
                  </a:lnTo>
                  <a:lnTo>
                    <a:pt x="2837053" y="9640189"/>
                  </a:lnTo>
                  <a:lnTo>
                    <a:pt x="2828544" y="9640189"/>
                  </a:lnTo>
                  <a:lnTo>
                    <a:pt x="2828544" y="8509"/>
                  </a:lnTo>
                  <a:lnTo>
                    <a:pt x="2837053" y="8509"/>
                  </a:lnTo>
                  <a:lnTo>
                    <a:pt x="2837053"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74" name="Group 65"/>
          <p:cNvGrpSpPr/>
          <p:nvPr/>
        </p:nvGrpSpPr>
        <p:grpSpPr>
          <a:xfrm>
            <a:off x="5272560" y="2328120"/>
            <a:ext cx="2146320" cy="720000"/>
            <a:chOff x="5272560" y="2328120"/>
            <a:chExt cx="2146320" cy="720000"/>
          </a:xfrm>
        </p:grpSpPr>
        <p:sp>
          <p:nvSpPr>
            <p:cNvPr id="675" name="Freeform 66"/>
            <p:cNvSpPr/>
            <p:nvPr/>
          </p:nvSpPr>
          <p:spPr>
            <a:xfrm>
              <a:off x="5285160" y="2340720"/>
              <a:ext cx="2121120" cy="694440"/>
            </a:xfrm>
            <a:custGeom>
              <a:avLst/>
              <a:gdLst>
                <a:gd name="textAreaLeft" fmla="*/ 0 w 2121120"/>
                <a:gd name="textAreaRight" fmla="*/ 2121480 w 2121120"/>
                <a:gd name="textAreaTop" fmla="*/ 0 h 694440"/>
                <a:gd name="textAreaBottom" fmla="*/ 694800 h 694440"/>
              </a:gdLst>
              <a:ahLst/>
              <a:rect l="textAreaLeft" t="textAreaTop" r="textAreaRight" b="textAreaBottom"/>
              <a:pathLst>
                <a:path w="2828544" h="926592">
                  <a:moveTo>
                    <a:pt x="0" y="0"/>
                  </a:moveTo>
                  <a:lnTo>
                    <a:pt x="2828544" y="0"/>
                  </a:lnTo>
                  <a:lnTo>
                    <a:pt x="2828544" y="926592"/>
                  </a:lnTo>
                  <a:lnTo>
                    <a:pt x="0" y="926592"/>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6" name="Freeform 67"/>
            <p:cNvSpPr/>
            <p:nvPr/>
          </p:nvSpPr>
          <p:spPr>
            <a:xfrm>
              <a:off x="5272560" y="2328120"/>
              <a:ext cx="2146320" cy="720000"/>
            </a:xfrm>
            <a:custGeom>
              <a:avLst/>
              <a:gdLst>
                <a:gd name="textAreaLeft" fmla="*/ 0 w 2146320"/>
                <a:gd name="textAreaRight" fmla="*/ 2146680 w 2146320"/>
                <a:gd name="textAreaTop" fmla="*/ 0 h 720000"/>
                <a:gd name="textAreaBottom" fmla="*/ 720360 h 720000"/>
              </a:gdLst>
              <a:ahLst/>
              <a:rect l="textAreaLeft" t="textAreaTop" r="textAreaRight" b="textAreaBottom"/>
              <a:pathLst>
                <a:path w="2862326" h="960376">
                  <a:moveTo>
                    <a:pt x="16891" y="0"/>
                  </a:moveTo>
                  <a:lnTo>
                    <a:pt x="2845435" y="0"/>
                  </a:lnTo>
                  <a:cubicBezTo>
                    <a:pt x="2854833" y="0"/>
                    <a:pt x="2862326" y="7620"/>
                    <a:pt x="2862326" y="16891"/>
                  </a:cubicBezTo>
                  <a:lnTo>
                    <a:pt x="2862326" y="943483"/>
                  </a:lnTo>
                  <a:cubicBezTo>
                    <a:pt x="2862326" y="952881"/>
                    <a:pt x="2854706" y="960374"/>
                    <a:pt x="2845435"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845435" y="926592"/>
                  </a:lnTo>
                  <a:lnTo>
                    <a:pt x="2845435" y="943483"/>
                  </a:lnTo>
                  <a:lnTo>
                    <a:pt x="2828544" y="943483"/>
                  </a:lnTo>
                  <a:lnTo>
                    <a:pt x="2828544" y="16891"/>
                  </a:lnTo>
                  <a:lnTo>
                    <a:pt x="2845435" y="16891"/>
                  </a:lnTo>
                  <a:lnTo>
                    <a:pt x="2845435"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77" name="Group 68"/>
          <p:cNvGrpSpPr/>
          <p:nvPr/>
        </p:nvGrpSpPr>
        <p:grpSpPr>
          <a:xfrm>
            <a:off x="5358240" y="2340720"/>
            <a:ext cx="1974600" cy="694440"/>
            <a:chOff x="5358240" y="2340720"/>
            <a:chExt cx="1974600" cy="694440"/>
          </a:xfrm>
        </p:grpSpPr>
        <p:sp>
          <p:nvSpPr>
            <p:cNvPr id="678" name="Freeform 69"/>
            <p:cNvSpPr/>
            <p:nvPr/>
          </p:nvSpPr>
          <p:spPr>
            <a:xfrm>
              <a:off x="5358240" y="2340720"/>
              <a:ext cx="1974600" cy="694440"/>
            </a:xfrm>
            <a:custGeom>
              <a:avLst/>
              <a:gdLst>
                <a:gd name="textAreaLeft" fmla="*/ 0 w 1974600"/>
                <a:gd name="textAreaRight" fmla="*/ 1974960 w 1974600"/>
                <a:gd name="textAreaTop" fmla="*/ 0 h 694440"/>
                <a:gd name="textAreaBottom" fmla="*/ 694800 h 694440"/>
              </a:gdLst>
              <a:ahLst/>
              <a:rect l="textAreaLeft" t="textAreaTop" r="textAreaRight" b="textAreaBottom"/>
              <a:pathLst>
                <a:path w="2633472" h="926592">
                  <a:moveTo>
                    <a:pt x="0" y="0"/>
                  </a:moveTo>
                  <a:lnTo>
                    <a:pt x="2633472" y="0"/>
                  </a:lnTo>
                  <a:lnTo>
                    <a:pt x="2633472" y="926592"/>
                  </a:lnTo>
                  <a:lnTo>
                    <a:pt x="0" y="926592"/>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9" name="TextBox 70"/>
            <p:cNvSpPr/>
            <p:nvPr/>
          </p:nvSpPr>
          <p:spPr>
            <a:xfrm>
              <a:off x="5358240" y="2340720"/>
              <a:ext cx="1974600" cy="694440"/>
            </a:xfrm>
            <a:prstGeom prst="rect">
              <a:avLst/>
            </a:prstGeom>
            <a:noFill/>
            <a:ln w="0">
              <a:noFill/>
            </a:ln>
          </p:spPr>
          <p:style>
            <a:lnRef idx="0"/>
            <a:fillRef idx="0"/>
            <a:effectRef idx="0"/>
            <a:fontRef idx="minor"/>
          </p:style>
          <p:txBody>
            <a:bodyPr lIns="0" rIns="0" tIns="0" bIns="0" anchor="ctr">
              <a:noAutofit/>
            </a:bodyPr>
            <a:p>
              <a:pPr algn="ctr" defTabSz="914400">
                <a:lnSpc>
                  <a:spcPts val="3359"/>
                </a:lnSpc>
              </a:pPr>
              <a:r>
                <a:rPr b="1" lang="en-US" sz="2800" spc="-1" strike="noStrike">
                  <a:solidFill>
                    <a:srgbClr val="f4a261"/>
                  </a:solidFill>
                  <a:latin typeface="Trebuchet MS Bold"/>
                  <a:ea typeface="Trebuchet MS Bold"/>
                </a:rPr>
                <a:t>03</a:t>
              </a:r>
              <a:endParaRPr b="0" lang="en-US" sz="2800" spc="-1" strike="noStrike">
                <a:solidFill>
                  <a:srgbClr val="000000"/>
                </a:solidFill>
                <a:latin typeface="Arial"/>
              </a:endParaRPr>
            </a:p>
          </p:txBody>
        </p:sp>
      </p:grpSp>
      <p:grpSp>
        <p:nvGrpSpPr>
          <p:cNvPr id="680" name="Group 71"/>
          <p:cNvGrpSpPr/>
          <p:nvPr/>
        </p:nvGrpSpPr>
        <p:grpSpPr>
          <a:xfrm>
            <a:off x="5376600" y="3084480"/>
            <a:ext cx="1938240" cy="1231200"/>
            <a:chOff x="5376600" y="3084480"/>
            <a:chExt cx="1938240" cy="1231200"/>
          </a:xfrm>
        </p:grpSpPr>
        <p:sp>
          <p:nvSpPr>
            <p:cNvPr id="681" name="Freeform 72"/>
            <p:cNvSpPr/>
            <p:nvPr/>
          </p:nvSpPr>
          <p:spPr>
            <a:xfrm>
              <a:off x="5376600" y="3127320"/>
              <a:ext cx="1938240" cy="1188360"/>
            </a:xfrm>
            <a:custGeom>
              <a:avLst/>
              <a:gdLst>
                <a:gd name="textAreaLeft" fmla="*/ 0 w 1938240"/>
                <a:gd name="textAreaRight" fmla="*/ 1938600 w 1938240"/>
                <a:gd name="textAreaTop" fmla="*/ 0 h 1188360"/>
                <a:gd name="textAreaBottom" fmla="*/ 1188720 h 1188360"/>
              </a:gdLst>
              <a:ahLst/>
              <a:rect l="textAreaLeft" t="textAreaTop" r="textAreaRight" b="textAreaBottom"/>
              <a:pathLst>
                <a:path w="2584704" h="1584960">
                  <a:moveTo>
                    <a:pt x="0" y="0"/>
                  </a:moveTo>
                  <a:lnTo>
                    <a:pt x="2584704" y="0"/>
                  </a:lnTo>
                  <a:lnTo>
                    <a:pt x="2584704" y="1584960"/>
                  </a:lnTo>
                  <a:lnTo>
                    <a:pt x="0" y="1584960"/>
                  </a:lnTo>
                  <a:close/>
                </a:path>
              </a:pathLst>
            </a:custGeom>
            <a:blipFill rotWithShape="0">
              <a:blip r:embed="rId1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2" name="TextBox 73"/>
            <p:cNvSpPr/>
            <p:nvPr/>
          </p:nvSpPr>
          <p:spPr>
            <a:xfrm>
              <a:off x="5376600" y="3084480"/>
              <a:ext cx="1938240" cy="1231200"/>
            </a:xfrm>
            <a:prstGeom prst="rect">
              <a:avLst/>
            </a:prstGeom>
            <a:noFill/>
            <a:ln w="0">
              <a:noFill/>
            </a:ln>
          </p:spPr>
          <p:style>
            <a:lnRef idx="0"/>
            <a:fillRef idx="0"/>
            <a:effectRef idx="0"/>
            <a:fontRef idx="minor"/>
          </p:style>
          <p:txBody>
            <a:bodyPr lIns="0" rIns="0" tIns="0" bIns="0" anchor="ctr">
              <a:noAutofit/>
            </a:bodyPr>
            <a:p>
              <a:pPr algn="ctr" defTabSz="914400">
                <a:lnSpc>
                  <a:spcPts val="2591"/>
                </a:lnSpc>
              </a:pPr>
              <a:r>
                <a:rPr b="1" lang="en-US" sz="1800" spc="-1" strike="noStrike">
                  <a:solidFill>
                    <a:srgbClr val="1a2332"/>
                  </a:solidFill>
                  <a:latin typeface="Trebuchet MS Bold"/>
                  <a:ea typeface="Trebuchet MS Bold"/>
                </a:rPr>
                <a:t>Give It a</a:t>
              </a:r>
              <a:endParaRPr b="0" lang="en-US" sz="1800" spc="-1" strike="noStrike">
                <a:solidFill>
                  <a:srgbClr val="000000"/>
                </a:solidFill>
                <a:latin typeface="Arial"/>
              </a:endParaRPr>
            </a:p>
            <a:p>
              <a:pPr algn="ctr" defTabSz="914400">
                <a:lnSpc>
                  <a:spcPts val="2591"/>
                </a:lnSpc>
              </a:pPr>
              <a:r>
                <a:rPr b="1" lang="en-US" sz="1800" spc="-1" strike="noStrike">
                  <a:solidFill>
                    <a:srgbClr val="1a2332"/>
                  </a:solidFill>
                  <a:latin typeface="Trebuchet MS Bold"/>
                  <a:ea typeface="Trebuchet MS Bold"/>
                </a:rPr>
                <a:t>Sense of Place</a:t>
              </a:r>
              <a:endParaRPr b="0" lang="en-US" sz="1800" spc="-1" strike="noStrike">
                <a:solidFill>
                  <a:srgbClr val="000000"/>
                </a:solidFill>
                <a:latin typeface="Arial"/>
              </a:endParaRPr>
            </a:p>
          </p:txBody>
        </p:sp>
      </p:grpSp>
      <p:grpSp>
        <p:nvGrpSpPr>
          <p:cNvPr id="683" name="Group 74"/>
          <p:cNvGrpSpPr/>
          <p:nvPr/>
        </p:nvGrpSpPr>
        <p:grpSpPr>
          <a:xfrm>
            <a:off x="5784480" y="4376520"/>
            <a:ext cx="1122120" cy="98280"/>
            <a:chOff x="5784480" y="4376520"/>
            <a:chExt cx="1122120" cy="98280"/>
          </a:xfrm>
        </p:grpSpPr>
        <p:sp>
          <p:nvSpPr>
            <p:cNvPr id="684" name="Freeform 75"/>
            <p:cNvSpPr/>
            <p:nvPr/>
          </p:nvSpPr>
          <p:spPr>
            <a:xfrm>
              <a:off x="5797440" y="4389120"/>
              <a:ext cx="1096920" cy="72720"/>
            </a:xfrm>
            <a:custGeom>
              <a:avLst/>
              <a:gdLst>
                <a:gd name="textAreaLeft" fmla="*/ 0 w 1096920"/>
                <a:gd name="textAreaRight" fmla="*/ 1097280 w 1096920"/>
                <a:gd name="textAreaTop" fmla="*/ 0 h 72720"/>
                <a:gd name="textAreaBottom" fmla="*/ 73080 h 72720"/>
              </a:gdLst>
              <a:ahLst/>
              <a:rect l="textAreaLeft" t="textAreaTop" r="textAreaRight" b="textAreaBottom"/>
              <a:pathLst>
                <a:path w="1463040" h="97536">
                  <a:moveTo>
                    <a:pt x="0" y="0"/>
                  </a:moveTo>
                  <a:lnTo>
                    <a:pt x="1463040" y="0"/>
                  </a:lnTo>
                  <a:lnTo>
                    <a:pt x="14630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685" name="Freeform 76"/>
            <p:cNvSpPr/>
            <p:nvPr/>
          </p:nvSpPr>
          <p:spPr>
            <a:xfrm>
              <a:off x="5784480" y="4376520"/>
              <a:ext cx="1122120" cy="98280"/>
            </a:xfrm>
            <a:custGeom>
              <a:avLst/>
              <a:gdLst>
                <a:gd name="textAreaLeft" fmla="*/ 0 w 1122120"/>
                <a:gd name="textAreaRight" fmla="*/ 1122480 w 1122120"/>
                <a:gd name="textAreaTop" fmla="*/ 0 h 98280"/>
                <a:gd name="textAreaBottom" fmla="*/ 98640 h 98280"/>
              </a:gdLst>
              <a:ahLst/>
              <a:rect l="textAreaLeft" t="textAreaTop" r="textAreaRight" b="textAreaBottom"/>
              <a:pathLst>
                <a:path w="1496822" h="131320">
                  <a:moveTo>
                    <a:pt x="16891" y="0"/>
                  </a:moveTo>
                  <a:lnTo>
                    <a:pt x="1479931" y="0"/>
                  </a:lnTo>
                  <a:cubicBezTo>
                    <a:pt x="1489329" y="0"/>
                    <a:pt x="1496822" y="7620"/>
                    <a:pt x="1496822" y="16891"/>
                  </a:cubicBezTo>
                  <a:lnTo>
                    <a:pt x="1496822" y="114427"/>
                  </a:lnTo>
                  <a:cubicBezTo>
                    <a:pt x="1496822" y="123825"/>
                    <a:pt x="1489202" y="131318"/>
                    <a:pt x="14799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1479931" y="97536"/>
                  </a:lnTo>
                  <a:lnTo>
                    <a:pt x="1479931" y="114427"/>
                  </a:lnTo>
                  <a:lnTo>
                    <a:pt x="1463040" y="114427"/>
                  </a:lnTo>
                  <a:lnTo>
                    <a:pt x="1463040" y="16891"/>
                  </a:lnTo>
                  <a:lnTo>
                    <a:pt x="1479931" y="16891"/>
                  </a:lnTo>
                  <a:lnTo>
                    <a:pt x="14799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86" name="Group 77"/>
          <p:cNvGrpSpPr/>
          <p:nvPr/>
        </p:nvGrpSpPr>
        <p:grpSpPr>
          <a:xfrm>
            <a:off x="5376600" y="4478400"/>
            <a:ext cx="1938240" cy="1702800"/>
            <a:chOff x="5376600" y="4478400"/>
            <a:chExt cx="1938240" cy="1702800"/>
          </a:xfrm>
        </p:grpSpPr>
        <p:sp>
          <p:nvSpPr>
            <p:cNvPr id="687" name="Freeform 78"/>
            <p:cNvSpPr/>
            <p:nvPr/>
          </p:nvSpPr>
          <p:spPr>
            <a:xfrm>
              <a:off x="5376600" y="4535280"/>
              <a:ext cx="1938240" cy="1645560"/>
            </a:xfrm>
            <a:custGeom>
              <a:avLst/>
              <a:gdLst>
                <a:gd name="textAreaLeft" fmla="*/ 0 w 1938240"/>
                <a:gd name="textAreaRight" fmla="*/ 1938600 w 1938240"/>
                <a:gd name="textAreaTop" fmla="*/ 0 h 1645560"/>
                <a:gd name="textAreaBottom" fmla="*/ 1645920 h 1645560"/>
              </a:gdLst>
              <a:ahLst/>
              <a:rect l="textAreaLeft" t="textAreaTop" r="textAreaRight" b="textAreaBottom"/>
              <a:pathLst>
                <a:path w="2584704" h="2194560">
                  <a:moveTo>
                    <a:pt x="0" y="0"/>
                  </a:moveTo>
                  <a:lnTo>
                    <a:pt x="2584704" y="0"/>
                  </a:lnTo>
                  <a:lnTo>
                    <a:pt x="2584704" y="2194560"/>
                  </a:lnTo>
                  <a:lnTo>
                    <a:pt x="0" y="2194560"/>
                  </a:lnTo>
                  <a:close/>
                </a:path>
              </a:pathLst>
            </a:custGeom>
            <a:blipFill rotWithShape="0">
              <a:blip r:embed="rId1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8" name="TextBox 79"/>
            <p:cNvSpPr/>
            <p:nvPr/>
          </p:nvSpPr>
          <p:spPr>
            <a:xfrm>
              <a:off x="5376600" y="4478400"/>
              <a:ext cx="1938240" cy="170280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64748b"/>
                  </a:solidFill>
                  <a:latin typeface="Calibri (MS)"/>
                  <a:ea typeface="Calibri (MS)"/>
                </a:rPr>
                <a:t>Turn lat/lon numbers into map points Python understands.</a:t>
              </a:r>
              <a:endParaRPr b="0" lang="en-US" sz="1600" spc="-1" strike="noStrike">
                <a:solidFill>
                  <a:srgbClr val="000000"/>
                </a:solidFill>
                <a:latin typeface="Arial"/>
              </a:endParaRPr>
            </a:p>
          </p:txBody>
        </p:sp>
      </p:grpSp>
      <p:grpSp>
        <p:nvGrpSpPr>
          <p:cNvPr id="689" name="Group 80"/>
          <p:cNvGrpSpPr/>
          <p:nvPr/>
        </p:nvGrpSpPr>
        <p:grpSpPr>
          <a:xfrm>
            <a:off x="5358240" y="6222600"/>
            <a:ext cx="1974600" cy="3195360"/>
            <a:chOff x="5358240" y="6222600"/>
            <a:chExt cx="1974600" cy="3195360"/>
          </a:xfrm>
        </p:grpSpPr>
        <p:sp>
          <p:nvSpPr>
            <p:cNvPr id="690" name="Freeform 81"/>
            <p:cNvSpPr/>
            <p:nvPr/>
          </p:nvSpPr>
          <p:spPr>
            <a:xfrm>
              <a:off x="5358240" y="6272640"/>
              <a:ext cx="1974600" cy="3145320"/>
            </a:xfrm>
            <a:custGeom>
              <a:avLst/>
              <a:gdLst>
                <a:gd name="textAreaLeft" fmla="*/ 0 w 1974600"/>
                <a:gd name="textAreaRight" fmla="*/ 1974960 w 1974600"/>
                <a:gd name="textAreaTop" fmla="*/ 0 h 3145320"/>
                <a:gd name="textAreaBottom" fmla="*/ 3145680 h 3145320"/>
              </a:gdLst>
              <a:ahLst/>
              <a:rect l="textAreaLeft" t="textAreaTop" r="textAreaRight" b="textAreaBottom"/>
              <a:pathLst>
                <a:path w="2633472" h="4194048">
                  <a:moveTo>
                    <a:pt x="0" y="0"/>
                  </a:moveTo>
                  <a:lnTo>
                    <a:pt x="2633472" y="0"/>
                  </a:lnTo>
                  <a:lnTo>
                    <a:pt x="2633472" y="4194048"/>
                  </a:lnTo>
                  <a:lnTo>
                    <a:pt x="0" y="4194048"/>
                  </a:lnTo>
                  <a:close/>
                </a:path>
              </a:pathLst>
            </a:custGeom>
            <a:blipFill rotWithShape="0">
              <a:blip r:embed="rId1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1" name="TextBox 82"/>
            <p:cNvSpPr/>
            <p:nvPr/>
          </p:nvSpPr>
          <p:spPr>
            <a:xfrm>
              <a:off x="5358240" y="6222600"/>
              <a:ext cx="1974600" cy="3195360"/>
            </a:xfrm>
            <a:prstGeom prst="rect">
              <a:avLst/>
            </a:prstGeom>
            <a:noFill/>
            <a:ln w="0">
              <a:noFill/>
            </a:ln>
          </p:spPr>
          <p:style>
            <a:lnRef idx="0"/>
            <a:fillRef idx="0"/>
            <a:effectRef idx="0"/>
            <a:fontRef idx="minor"/>
          </p:style>
          <p:txBody>
            <a:bodyPr lIns="0" rIns="0" tIns="0" bIns="0" anchor="ctr">
              <a:noAutofit/>
            </a:bodyPr>
            <a:p>
              <a:pPr algn="ctr" defTabSz="914400">
                <a:lnSpc>
                  <a:spcPts val="2098"/>
                </a:lnSpc>
              </a:pPr>
              <a:r>
                <a:rPr b="0" i="1" lang="en-US" sz="1400" spc="-1" strike="noStrike">
                  <a:solidFill>
                    <a:srgbClr val="2a9d8f"/>
                  </a:solidFill>
                  <a:latin typeface="Calibri (MS) Italics"/>
                  <a:ea typeface="Calibri (MS) Italics"/>
                </a:rPr>
                <a:t>[GeoDataFrame: a table that also knows where each row is on Earth.]</a:t>
              </a:r>
              <a:endParaRPr b="0" lang="en-US" sz="1400" spc="-1" strike="noStrike">
                <a:solidFill>
                  <a:srgbClr val="000000"/>
                </a:solidFill>
                <a:latin typeface="Arial"/>
              </a:endParaRPr>
            </a:p>
          </p:txBody>
        </p:sp>
      </p:grpSp>
      <p:grpSp>
        <p:nvGrpSpPr>
          <p:cNvPr id="692" name="Group 83"/>
          <p:cNvGrpSpPr/>
          <p:nvPr/>
        </p:nvGrpSpPr>
        <p:grpSpPr>
          <a:xfrm>
            <a:off x="7425000" y="5616360"/>
            <a:ext cx="237240" cy="665280"/>
            <a:chOff x="7425000" y="5616360"/>
            <a:chExt cx="237240" cy="665280"/>
          </a:xfrm>
        </p:grpSpPr>
        <p:sp>
          <p:nvSpPr>
            <p:cNvPr id="693" name="Freeform 84"/>
            <p:cNvSpPr/>
            <p:nvPr/>
          </p:nvSpPr>
          <p:spPr>
            <a:xfrm>
              <a:off x="7425000" y="5623560"/>
              <a:ext cx="237240" cy="658080"/>
            </a:xfrm>
            <a:custGeom>
              <a:avLst/>
              <a:gdLst>
                <a:gd name="textAreaLeft" fmla="*/ 0 w 237240"/>
                <a:gd name="textAreaRight" fmla="*/ 237600 w 237240"/>
                <a:gd name="textAreaTop" fmla="*/ 0 h 658080"/>
                <a:gd name="textAreaBottom" fmla="*/ 658440 h 658080"/>
              </a:gdLst>
              <a:ahLst/>
              <a:rect l="textAreaLeft" t="textAreaTop" r="textAreaRight" b="textAreaBottom"/>
              <a:pathLst>
                <a:path w="316992" h="877824">
                  <a:moveTo>
                    <a:pt x="0" y="0"/>
                  </a:moveTo>
                  <a:lnTo>
                    <a:pt x="316992" y="0"/>
                  </a:lnTo>
                  <a:lnTo>
                    <a:pt x="316992" y="877824"/>
                  </a:lnTo>
                  <a:lnTo>
                    <a:pt x="0" y="877824"/>
                  </a:lnTo>
                  <a:close/>
                </a:path>
              </a:pathLst>
            </a:custGeom>
            <a:blipFill rotWithShape="0">
              <a:blip r:embed="rId1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4" name="TextBox 85"/>
            <p:cNvSpPr/>
            <p:nvPr/>
          </p:nvSpPr>
          <p:spPr>
            <a:xfrm>
              <a:off x="7425000" y="5616360"/>
              <a:ext cx="237240" cy="665280"/>
            </a:xfrm>
            <a:prstGeom prst="rect">
              <a:avLst/>
            </a:prstGeom>
            <a:noFill/>
            <a:ln w="0">
              <a:noFill/>
            </a:ln>
          </p:spPr>
          <p:style>
            <a:lnRef idx="0"/>
            <a:fillRef idx="0"/>
            <a:effectRef idx="0"/>
            <a:fontRef idx="minor"/>
          </p:style>
          <p:txBody>
            <a:bodyPr lIns="0" rIns="0" tIns="0" bIns="0" anchor="ctr">
              <a:noAutofit/>
            </a:bodyPr>
            <a:p>
              <a:pPr algn="ctr" defTabSz="914400">
                <a:lnSpc>
                  <a:spcPts val="2880"/>
                </a:lnSpc>
              </a:pPr>
              <a:r>
                <a:rPr b="1" lang="en-US" sz="2400" spc="-1" strike="noStrike">
                  <a:solidFill>
                    <a:srgbClr val="f4a261"/>
                  </a:solidFill>
                  <a:latin typeface="Trebuchet MS Bold"/>
                  <a:ea typeface="Trebuchet MS Bold"/>
                </a:rPr>
                <a:t>→</a:t>
              </a:r>
              <a:endParaRPr b="0" lang="en-US" sz="2400" spc="-1" strike="noStrike">
                <a:solidFill>
                  <a:srgbClr val="000000"/>
                </a:solidFill>
                <a:latin typeface="Arial"/>
              </a:endParaRPr>
            </a:p>
          </p:txBody>
        </p:sp>
      </p:grpSp>
      <p:grpSp>
        <p:nvGrpSpPr>
          <p:cNvPr id="695" name="Group 86"/>
          <p:cNvGrpSpPr/>
          <p:nvPr/>
        </p:nvGrpSpPr>
        <p:grpSpPr>
          <a:xfrm>
            <a:off x="7674480" y="2334600"/>
            <a:ext cx="2133720" cy="7236000"/>
            <a:chOff x="7674480" y="2334600"/>
            <a:chExt cx="2133720" cy="7236000"/>
          </a:xfrm>
        </p:grpSpPr>
        <p:sp>
          <p:nvSpPr>
            <p:cNvPr id="696" name="Freeform 87"/>
            <p:cNvSpPr/>
            <p:nvPr/>
          </p:nvSpPr>
          <p:spPr>
            <a:xfrm>
              <a:off x="7680960" y="2340720"/>
              <a:ext cx="2121120" cy="7223400"/>
            </a:xfrm>
            <a:custGeom>
              <a:avLst/>
              <a:gdLst>
                <a:gd name="textAreaLeft" fmla="*/ 0 w 2121120"/>
                <a:gd name="textAreaRight" fmla="*/ 2121480 w 2121120"/>
                <a:gd name="textAreaTop" fmla="*/ 0 h 7223400"/>
                <a:gd name="textAreaBottom" fmla="*/ 7223760 h 7223400"/>
              </a:gdLst>
              <a:ahLst/>
              <a:rect l="textAreaLeft" t="textAreaTop" r="textAreaRight" b="textAreaBottom"/>
              <a:pathLst>
                <a:path w="2828544" h="9631680">
                  <a:moveTo>
                    <a:pt x="0" y="0"/>
                  </a:moveTo>
                  <a:lnTo>
                    <a:pt x="2828544" y="0"/>
                  </a:lnTo>
                  <a:lnTo>
                    <a:pt x="2828544" y="9631680"/>
                  </a:lnTo>
                  <a:lnTo>
                    <a:pt x="0" y="9631680"/>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7" name="Freeform 88"/>
            <p:cNvSpPr/>
            <p:nvPr/>
          </p:nvSpPr>
          <p:spPr>
            <a:xfrm>
              <a:off x="7674480" y="2334600"/>
              <a:ext cx="2133720" cy="7236000"/>
            </a:xfrm>
            <a:custGeom>
              <a:avLst/>
              <a:gdLst>
                <a:gd name="textAreaLeft" fmla="*/ 0 w 2133720"/>
                <a:gd name="textAreaRight" fmla="*/ 2134080 w 2133720"/>
                <a:gd name="textAreaTop" fmla="*/ 0 h 7236000"/>
                <a:gd name="textAreaBottom" fmla="*/ 7236360 h 7236000"/>
              </a:gdLst>
              <a:ahLst/>
              <a:rect l="textAreaLeft" t="textAreaTop" r="textAreaRight" b="textAreaBottom"/>
              <a:pathLst>
                <a:path w="2845562" h="9648699">
                  <a:moveTo>
                    <a:pt x="8509" y="0"/>
                  </a:moveTo>
                  <a:lnTo>
                    <a:pt x="2837053" y="0"/>
                  </a:lnTo>
                  <a:cubicBezTo>
                    <a:pt x="2841752" y="0"/>
                    <a:pt x="2845562" y="3810"/>
                    <a:pt x="2845562" y="8509"/>
                  </a:cubicBezTo>
                  <a:lnTo>
                    <a:pt x="2845562" y="9640189"/>
                  </a:lnTo>
                  <a:cubicBezTo>
                    <a:pt x="2845562" y="9644888"/>
                    <a:pt x="2841752" y="9648699"/>
                    <a:pt x="2837053"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2837053" y="9631680"/>
                  </a:lnTo>
                  <a:lnTo>
                    <a:pt x="2837053" y="9640189"/>
                  </a:lnTo>
                  <a:lnTo>
                    <a:pt x="2828544" y="9640189"/>
                  </a:lnTo>
                  <a:lnTo>
                    <a:pt x="2828544" y="8509"/>
                  </a:lnTo>
                  <a:lnTo>
                    <a:pt x="2837053" y="8509"/>
                  </a:lnTo>
                  <a:lnTo>
                    <a:pt x="2837053"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698" name="Group 89"/>
          <p:cNvGrpSpPr/>
          <p:nvPr/>
        </p:nvGrpSpPr>
        <p:grpSpPr>
          <a:xfrm>
            <a:off x="7668360" y="2328120"/>
            <a:ext cx="2146320" cy="720000"/>
            <a:chOff x="7668360" y="2328120"/>
            <a:chExt cx="2146320" cy="720000"/>
          </a:xfrm>
        </p:grpSpPr>
        <p:sp>
          <p:nvSpPr>
            <p:cNvPr id="699" name="Freeform 90"/>
            <p:cNvSpPr/>
            <p:nvPr/>
          </p:nvSpPr>
          <p:spPr>
            <a:xfrm>
              <a:off x="7680960" y="2340720"/>
              <a:ext cx="2121120" cy="694440"/>
            </a:xfrm>
            <a:custGeom>
              <a:avLst/>
              <a:gdLst>
                <a:gd name="textAreaLeft" fmla="*/ 0 w 2121120"/>
                <a:gd name="textAreaRight" fmla="*/ 2121480 w 2121120"/>
                <a:gd name="textAreaTop" fmla="*/ 0 h 694440"/>
                <a:gd name="textAreaBottom" fmla="*/ 694800 h 694440"/>
              </a:gdLst>
              <a:ahLst/>
              <a:rect l="textAreaLeft" t="textAreaTop" r="textAreaRight" b="textAreaBottom"/>
              <a:pathLst>
                <a:path w="2828544" h="926592">
                  <a:moveTo>
                    <a:pt x="0" y="0"/>
                  </a:moveTo>
                  <a:lnTo>
                    <a:pt x="2828544" y="0"/>
                  </a:lnTo>
                  <a:lnTo>
                    <a:pt x="2828544" y="926592"/>
                  </a:lnTo>
                  <a:lnTo>
                    <a:pt x="0" y="926592"/>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0" name="Freeform 91"/>
            <p:cNvSpPr/>
            <p:nvPr/>
          </p:nvSpPr>
          <p:spPr>
            <a:xfrm>
              <a:off x="7668360" y="2328120"/>
              <a:ext cx="2146320" cy="720000"/>
            </a:xfrm>
            <a:custGeom>
              <a:avLst/>
              <a:gdLst>
                <a:gd name="textAreaLeft" fmla="*/ 0 w 2146320"/>
                <a:gd name="textAreaRight" fmla="*/ 2146680 w 2146320"/>
                <a:gd name="textAreaTop" fmla="*/ 0 h 720000"/>
                <a:gd name="textAreaBottom" fmla="*/ 720360 h 720000"/>
              </a:gdLst>
              <a:ahLst/>
              <a:rect l="textAreaLeft" t="textAreaTop" r="textAreaRight" b="textAreaBottom"/>
              <a:pathLst>
                <a:path w="2862326" h="960376">
                  <a:moveTo>
                    <a:pt x="16891" y="0"/>
                  </a:moveTo>
                  <a:lnTo>
                    <a:pt x="2845435" y="0"/>
                  </a:lnTo>
                  <a:cubicBezTo>
                    <a:pt x="2854833" y="0"/>
                    <a:pt x="2862326" y="7620"/>
                    <a:pt x="2862326" y="16891"/>
                  </a:cubicBezTo>
                  <a:lnTo>
                    <a:pt x="2862326" y="943483"/>
                  </a:lnTo>
                  <a:cubicBezTo>
                    <a:pt x="2862326" y="952881"/>
                    <a:pt x="2854706" y="960374"/>
                    <a:pt x="2845435"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845435" y="926592"/>
                  </a:lnTo>
                  <a:lnTo>
                    <a:pt x="2845435" y="943483"/>
                  </a:lnTo>
                  <a:lnTo>
                    <a:pt x="2828544" y="943483"/>
                  </a:lnTo>
                  <a:lnTo>
                    <a:pt x="2828544" y="16891"/>
                  </a:lnTo>
                  <a:lnTo>
                    <a:pt x="2845435" y="16891"/>
                  </a:lnTo>
                  <a:lnTo>
                    <a:pt x="2845435"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701" name="Group 92"/>
          <p:cNvGrpSpPr/>
          <p:nvPr/>
        </p:nvGrpSpPr>
        <p:grpSpPr>
          <a:xfrm>
            <a:off x="7754040" y="2340720"/>
            <a:ext cx="1974600" cy="694440"/>
            <a:chOff x="7754040" y="2340720"/>
            <a:chExt cx="1974600" cy="694440"/>
          </a:xfrm>
        </p:grpSpPr>
        <p:sp>
          <p:nvSpPr>
            <p:cNvPr id="702" name="Freeform 93"/>
            <p:cNvSpPr/>
            <p:nvPr/>
          </p:nvSpPr>
          <p:spPr>
            <a:xfrm>
              <a:off x="7754040" y="2340720"/>
              <a:ext cx="1974600" cy="694440"/>
            </a:xfrm>
            <a:custGeom>
              <a:avLst/>
              <a:gdLst>
                <a:gd name="textAreaLeft" fmla="*/ 0 w 1974600"/>
                <a:gd name="textAreaRight" fmla="*/ 1974960 w 1974600"/>
                <a:gd name="textAreaTop" fmla="*/ 0 h 694440"/>
                <a:gd name="textAreaBottom" fmla="*/ 694800 h 694440"/>
              </a:gdLst>
              <a:ahLst/>
              <a:rect l="textAreaLeft" t="textAreaTop" r="textAreaRight" b="textAreaBottom"/>
              <a:pathLst>
                <a:path w="2633472" h="926592">
                  <a:moveTo>
                    <a:pt x="0" y="0"/>
                  </a:moveTo>
                  <a:lnTo>
                    <a:pt x="2633472" y="0"/>
                  </a:lnTo>
                  <a:lnTo>
                    <a:pt x="2633472" y="926592"/>
                  </a:lnTo>
                  <a:lnTo>
                    <a:pt x="0" y="926592"/>
                  </a:lnTo>
                  <a:close/>
                </a:path>
              </a:pathLst>
            </a:custGeom>
            <a:blipFill rotWithShape="0">
              <a:blip r:embed="rId1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3" name="TextBox 94"/>
            <p:cNvSpPr/>
            <p:nvPr/>
          </p:nvSpPr>
          <p:spPr>
            <a:xfrm>
              <a:off x="7754040" y="2340720"/>
              <a:ext cx="1974600" cy="694440"/>
            </a:xfrm>
            <a:prstGeom prst="rect">
              <a:avLst/>
            </a:prstGeom>
            <a:noFill/>
            <a:ln w="0">
              <a:noFill/>
            </a:ln>
          </p:spPr>
          <p:style>
            <a:lnRef idx="0"/>
            <a:fillRef idx="0"/>
            <a:effectRef idx="0"/>
            <a:fontRef idx="minor"/>
          </p:style>
          <p:txBody>
            <a:bodyPr lIns="0" rIns="0" tIns="0" bIns="0" anchor="ctr">
              <a:noAutofit/>
            </a:bodyPr>
            <a:p>
              <a:pPr algn="ctr" defTabSz="914400">
                <a:lnSpc>
                  <a:spcPts val="3359"/>
                </a:lnSpc>
              </a:pPr>
              <a:r>
                <a:rPr b="1" lang="en-US" sz="2800" spc="-1" strike="noStrike">
                  <a:solidFill>
                    <a:srgbClr val="f4a261"/>
                  </a:solidFill>
                  <a:latin typeface="Trebuchet MS Bold"/>
                  <a:ea typeface="Trebuchet MS Bold"/>
                </a:rPr>
                <a:t>04</a:t>
              </a:r>
              <a:endParaRPr b="0" lang="en-US" sz="2800" spc="-1" strike="noStrike">
                <a:solidFill>
                  <a:srgbClr val="000000"/>
                </a:solidFill>
                <a:latin typeface="Arial"/>
              </a:endParaRPr>
            </a:p>
          </p:txBody>
        </p:sp>
      </p:grpSp>
      <p:grpSp>
        <p:nvGrpSpPr>
          <p:cNvPr id="704" name="Group 95"/>
          <p:cNvGrpSpPr/>
          <p:nvPr/>
        </p:nvGrpSpPr>
        <p:grpSpPr>
          <a:xfrm>
            <a:off x="7772400" y="3084480"/>
            <a:ext cx="1938240" cy="1231200"/>
            <a:chOff x="7772400" y="3084480"/>
            <a:chExt cx="1938240" cy="1231200"/>
          </a:xfrm>
        </p:grpSpPr>
        <p:sp>
          <p:nvSpPr>
            <p:cNvPr id="705" name="Freeform 96"/>
            <p:cNvSpPr/>
            <p:nvPr/>
          </p:nvSpPr>
          <p:spPr>
            <a:xfrm>
              <a:off x="7772400" y="3127320"/>
              <a:ext cx="1938240" cy="1188360"/>
            </a:xfrm>
            <a:custGeom>
              <a:avLst/>
              <a:gdLst>
                <a:gd name="textAreaLeft" fmla="*/ 0 w 1938240"/>
                <a:gd name="textAreaRight" fmla="*/ 1938600 w 1938240"/>
                <a:gd name="textAreaTop" fmla="*/ 0 h 1188360"/>
                <a:gd name="textAreaBottom" fmla="*/ 1188720 h 1188360"/>
              </a:gdLst>
              <a:ahLst/>
              <a:rect l="textAreaLeft" t="textAreaTop" r="textAreaRight" b="textAreaBottom"/>
              <a:pathLst>
                <a:path w="2584704" h="1584960">
                  <a:moveTo>
                    <a:pt x="0" y="0"/>
                  </a:moveTo>
                  <a:lnTo>
                    <a:pt x="2584704" y="0"/>
                  </a:lnTo>
                  <a:lnTo>
                    <a:pt x="2584704" y="1584960"/>
                  </a:lnTo>
                  <a:lnTo>
                    <a:pt x="0" y="1584960"/>
                  </a:lnTo>
                  <a:close/>
                </a:path>
              </a:pathLst>
            </a:custGeom>
            <a:blipFill rotWithShape="0">
              <a:blip r:embed="rId1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6" name="TextBox 97"/>
            <p:cNvSpPr/>
            <p:nvPr/>
          </p:nvSpPr>
          <p:spPr>
            <a:xfrm>
              <a:off x="7772400" y="3084480"/>
              <a:ext cx="1938240" cy="1231200"/>
            </a:xfrm>
            <a:prstGeom prst="rect">
              <a:avLst/>
            </a:prstGeom>
            <a:noFill/>
            <a:ln w="0">
              <a:noFill/>
            </a:ln>
          </p:spPr>
          <p:style>
            <a:lnRef idx="0"/>
            <a:fillRef idx="0"/>
            <a:effectRef idx="0"/>
            <a:fontRef idx="minor"/>
          </p:style>
          <p:txBody>
            <a:bodyPr lIns="0" rIns="0" tIns="0" bIns="0" anchor="ctr">
              <a:noAutofit/>
            </a:bodyPr>
            <a:p>
              <a:pPr algn="ctr" defTabSz="914400">
                <a:lnSpc>
                  <a:spcPts val="2591"/>
                </a:lnSpc>
              </a:pPr>
              <a:r>
                <a:rPr b="1" lang="en-US" sz="1800" spc="-1" strike="noStrike">
                  <a:solidFill>
                    <a:srgbClr val="1a2332"/>
                  </a:solidFill>
                  <a:latin typeface="Trebuchet MS Bold"/>
                  <a:ea typeface="Trebuchet MS Bold"/>
                </a:rPr>
                <a:t>Connect to</a:t>
              </a:r>
              <a:endParaRPr b="0" lang="en-US" sz="1800" spc="-1" strike="noStrike">
                <a:solidFill>
                  <a:srgbClr val="000000"/>
                </a:solidFill>
                <a:latin typeface="Arial"/>
              </a:endParaRPr>
            </a:p>
            <a:p>
              <a:pPr algn="ctr" defTabSz="914400">
                <a:lnSpc>
                  <a:spcPts val="2591"/>
                </a:lnSpc>
              </a:pPr>
              <a:r>
                <a:rPr b="1" lang="en-US" sz="1800" spc="-1" strike="noStrike">
                  <a:solidFill>
                    <a:srgbClr val="1a2332"/>
                  </a:solidFill>
                  <a:latin typeface="Trebuchet MS Bold"/>
                  <a:ea typeface="Trebuchet MS Bold"/>
                </a:rPr>
                <a:t>a Map</a:t>
              </a:r>
              <a:endParaRPr b="0" lang="en-US" sz="1800" spc="-1" strike="noStrike">
                <a:solidFill>
                  <a:srgbClr val="000000"/>
                </a:solidFill>
                <a:latin typeface="Arial"/>
              </a:endParaRPr>
            </a:p>
          </p:txBody>
        </p:sp>
      </p:grpSp>
      <p:grpSp>
        <p:nvGrpSpPr>
          <p:cNvPr id="707" name="Group 98"/>
          <p:cNvGrpSpPr/>
          <p:nvPr/>
        </p:nvGrpSpPr>
        <p:grpSpPr>
          <a:xfrm>
            <a:off x="8180280" y="4376520"/>
            <a:ext cx="1122120" cy="98280"/>
            <a:chOff x="8180280" y="4376520"/>
            <a:chExt cx="1122120" cy="98280"/>
          </a:xfrm>
        </p:grpSpPr>
        <p:sp>
          <p:nvSpPr>
            <p:cNvPr id="708" name="Freeform 99"/>
            <p:cNvSpPr/>
            <p:nvPr/>
          </p:nvSpPr>
          <p:spPr>
            <a:xfrm>
              <a:off x="8192880" y="4389120"/>
              <a:ext cx="1096920" cy="72720"/>
            </a:xfrm>
            <a:custGeom>
              <a:avLst/>
              <a:gdLst>
                <a:gd name="textAreaLeft" fmla="*/ 0 w 1096920"/>
                <a:gd name="textAreaRight" fmla="*/ 1097280 w 1096920"/>
                <a:gd name="textAreaTop" fmla="*/ 0 h 72720"/>
                <a:gd name="textAreaBottom" fmla="*/ 73080 h 72720"/>
              </a:gdLst>
              <a:ahLst/>
              <a:rect l="textAreaLeft" t="textAreaTop" r="textAreaRight" b="textAreaBottom"/>
              <a:pathLst>
                <a:path w="1463040" h="97536">
                  <a:moveTo>
                    <a:pt x="0" y="0"/>
                  </a:moveTo>
                  <a:lnTo>
                    <a:pt x="1463040" y="0"/>
                  </a:lnTo>
                  <a:lnTo>
                    <a:pt x="14630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709" name="Freeform 100"/>
            <p:cNvSpPr/>
            <p:nvPr/>
          </p:nvSpPr>
          <p:spPr>
            <a:xfrm>
              <a:off x="8180280" y="4376520"/>
              <a:ext cx="1122120" cy="98280"/>
            </a:xfrm>
            <a:custGeom>
              <a:avLst/>
              <a:gdLst>
                <a:gd name="textAreaLeft" fmla="*/ 0 w 1122120"/>
                <a:gd name="textAreaRight" fmla="*/ 1122480 w 1122120"/>
                <a:gd name="textAreaTop" fmla="*/ 0 h 98280"/>
                <a:gd name="textAreaBottom" fmla="*/ 98640 h 98280"/>
              </a:gdLst>
              <a:ahLst/>
              <a:rect l="textAreaLeft" t="textAreaTop" r="textAreaRight" b="textAreaBottom"/>
              <a:pathLst>
                <a:path w="1496822" h="131320">
                  <a:moveTo>
                    <a:pt x="16891" y="0"/>
                  </a:moveTo>
                  <a:lnTo>
                    <a:pt x="1479931" y="0"/>
                  </a:lnTo>
                  <a:cubicBezTo>
                    <a:pt x="1489329" y="0"/>
                    <a:pt x="1496822" y="7620"/>
                    <a:pt x="1496822" y="16891"/>
                  </a:cubicBezTo>
                  <a:lnTo>
                    <a:pt x="1496822" y="114427"/>
                  </a:lnTo>
                  <a:cubicBezTo>
                    <a:pt x="1496822" y="123825"/>
                    <a:pt x="1489202" y="131318"/>
                    <a:pt x="14799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1479931" y="97536"/>
                  </a:lnTo>
                  <a:lnTo>
                    <a:pt x="1479931" y="114427"/>
                  </a:lnTo>
                  <a:lnTo>
                    <a:pt x="1463040" y="114427"/>
                  </a:lnTo>
                  <a:lnTo>
                    <a:pt x="1463040" y="16891"/>
                  </a:lnTo>
                  <a:lnTo>
                    <a:pt x="1479931" y="16891"/>
                  </a:lnTo>
                  <a:lnTo>
                    <a:pt x="14799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10" name="Group 101"/>
          <p:cNvGrpSpPr/>
          <p:nvPr/>
        </p:nvGrpSpPr>
        <p:grpSpPr>
          <a:xfrm>
            <a:off x="7772400" y="4478400"/>
            <a:ext cx="1938240" cy="1702800"/>
            <a:chOff x="7772400" y="4478400"/>
            <a:chExt cx="1938240" cy="1702800"/>
          </a:xfrm>
        </p:grpSpPr>
        <p:sp>
          <p:nvSpPr>
            <p:cNvPr id="711" name="Freeform 102"/>
            <p:cNvSpPr/>
            <p:nvPr/>
          </p:nvSpPr>
          <p:spPr>
            <a:xfrm>
              <a:off x="7772400" y="4535280"/>
              <a:ext cx="1938240" cy="1645560"/>
            </a:xfrm>
            <a:custGeom>
              <a:avLst/>
              <a:gdLst>
                <a:gd name="textAreaLeft" fmla="*/ 0 w 1938240"/>
                <a:gd name="textAreaRight" fmla="*/ 1938600 w 1938240"/>
                <a:gd name="textAreaTop" fmla="*/ 0 h 1645560"/>
                <a:gd name="textAreaBottom" fmla="*/ 1645920 h 1645560"/>
              </a:gdLst>
              <a:ahLst/>
              <a:rect l="textAreaLeft" t="textAreaTop" r="textAreaRight" b="textAreaBottom"/>
              <a:pathLst>
                <a:path w="2584704" h="2194560">
                  <a:moveTo>
                    <a:pt x="0" y="0"/>
                  </a:moveTo>
                  <a:lnTo>
                    <a:pt x="2584704" y="0"/>
                  </a:lnTo>
                  <a:lnTo>
                    <a:pt x="2584704" y="2194560"/>
                  </a:lnTo>
                  <a:lnTo>
                    <a:pt x="0" y="2194560"/>
                  </a:lnTo>
                  <a:close/>
                </a:path>
              </a:pathLst>
            </a:custGeom>
            <a:blipFill rotWithShape="0">
              <a:blip r:embed="rId2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12" name="TextBox 103"/>
            <p:cNvSpPr/>
            <p:nvPr/>
          </p:nvSpPr>
          <p:spPr>
            <a:xfrm>
              <a:off x="7772400" y="4478400"/>
              <a:ext cx="1938240" cy="170280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64748b"/>
                  </a:solidFill>
                  <a:latin typeface="Calibri (MS)"/>
                  <a:ea typeface="Calibri (MS)"/>
                </a:rPr>
                <a:t>Ask: which region does each market point fall inside?</a:t>
              </a:r>
              <a:endParaRPr b="0" lang="en-US" sz="1600" spc="-1" strike="noStrike">
                <a:solidFill>
                  <a:srgbClr val="000000"/>
                </a:solidFill>
                <a:latin typeface="Arial"/>
              </a:endParaRPr>
            </a:p>
          </p:txBody>
        </p:sp>
      </p:grpSp>
      <p:grpSp>
        <p:nvGrpSpPr>
          <p:cNvPr id="713" name="Group 104"/>
          <p:cNvGrpSpPr/>
          <p:nvPr/>
        </p:nvGrpSpPr>
        <p:grpSpPr>
          <a:xfrm>
            <a:off x="7754040" y="6222600"/>
            <a:ext cx="1974600" cy="3195360"/>
            <a:chOff x="7754040" y="6222600"/>
            <a:chExt cx="1974600" cy="3195360"/>
          </a:xfrm>
        </p:grpSpPr>
        <p:sp>
          <p:nvSpPr>
            <p:cNvPr id="714" name="Freeform 105"/>
            <p:cNvSpPr/>
            <p:nvPr/>
          </p:nvSpPr>
          <p:spPr>
            <a:xfrm>
              <a:off x="7754040" y="6272640"/>
              <a:ext cx="1974600" cy="3145320"/>
            </a:xfrm>
            <a:custGeom>
              <a:avLst/>
              <a:gdLst>
                <a:gd name="textAreaLeft" fmla="*/ 0 w 1974600"/>
                <a:gd name="textAreaRight" fmla="*/ 1974960 w 1974600"/>
                <a:gd name="textAreaTop" fmla="*/ 0 h 3145320"/>
                <a:gd name="textAreaBottom" fmla="*/ 3145680 h 3145320"/>
              </a:gdLst>
              <a:ahLst/>
              <a:rect l="textAreaLeft" t="textAreaTop" r="textAreaRight" b="textAreaBottom"/>
              <a:pathLst>
                <a:path w="2633472" h="4194048">
                  <a:moveTo>
                    <a:pt x="0" y="0"/>
                  </a:moveTo>
                  <a:lnTo>
                    <a:pt x="2633472" y="0"/>
                  </a:lnTo>
                  <a:lnTo>
                    <a:pt x="2633472" y="4194048"/>
                  </a:lnTo>
                  <a:lnTo>
                    <a:pt x="0" y="4194048"/>
                  </a:lnTo>
                  <a:close/>
                </a:path>
              </a:pathLst>
            </a:custGeom>
            <a:blipFill rotWithShape="0">
              <a:blip r:embed="rId2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15" name="TextBox 106"/>
            <p:cNvSpPr/>
            <p:nvPr/>
          </p:nvSpPr>
          <p:spPr>
            <a:xfrm>
              <a:off x="7754040" y="6222600"/>
              <a:ext cx="1974600" cy="3195360"/>
            </a:xfrm>
            <a:prstGeom prst="rect">
              <a:avLst/>
            </a:prstGeom>
            <a:noFill/>
            <a:ln w="0">
              <a:noFill/>
            </a:ln>
          </p:spPr>
          <p:style>
            <a:lnRef idx="0"/>
            <a:fillRef idx="0"/>
            <a:effectRef idx="0"/>
            <a:fontRef idx="minor"/>
          </p:style>
          <p:txBody>
            <a:bodyPr lIns="0" rIns="0" tIns="0" bIns="0" anchor="ctr">
              <a:noAutofit/>
            </a:bodyPr>
            <a:p>
              <a:pPr algn="ctr" defTabSz="914400">
                <a:lnSpc>
                  <a:spcPts val="2098"/>
                </a:lnSpc>
              </a:pPr>
              <a:r>
                <a:rPr b="0" i="1" lang="en-US" sz="1400" spc="-1" strike="noStrike">
                  <a:solidFill>
                    <a:srgbClr val="2a9d8f"/>
                  </a:solidFill>
                  <a:latin typeface="Calibri (MS) Italics"/>
                  <a:ea typeface="Calibri (MS) Italics"/>
                </a:rPr>
                <a:t>[Spatial join: matching based on location instead of a shared ID.]</a:t>
              </a:r>
              <a:endParaRPr b="0" lang="en-US" sz="1400" spc="-1" strike="noStrike">
                <a:solidFill>
                  <a:srgbClr val="000000"/>
                </a:solidFill>
                <a:latin typeface="Arial"/>
              </a:endParaRPr>
            </a:p>
          </p:txBody>
        </p:sp>
      </p:grpSp>
      <p:grpSp>
        <p:nvGrpSpPr>
          <p:cNvPr id="716" name="Group 107"/>
          <p:cNvGrpSpPr/>
          <p:nvPr/>
        </p:nvGrpSpPr>
        <p:grpSpPr>
          <a:xfrm>
            <a:off x="9820800" y="5616360"/>
            <a:ext cx="237240" cy="665280"/>
            <a:chOff x="9820800" y="5616360"/>
            <a:chExt cx="237240" cy="665280"/>
          </a:xfrm>
        </p:grpSpPr>
        <p:sp>
          <p:nvSpPr>
            <p:cNvPr id="717" name="Freeform 108"/>
            <p:cNvSpPr/>
            <p:nvPr/>
          </p:nvSpPr>
          <p:spPr>
            <a:xfrm>
              <a:off x="9820800" y="5623560"/>
              <a:ext cx="237240" cy="658080"/>
            </a:xfrm>
            <a:custGeom>
              <a:avLst/>
              <a:gdLst>
                <a:gd name="textAreaLeft" fmla="*/ 0 w 237240"/>
                <a:gd name="textAreaRight" fmla="*/ 237600 w 237240"/>
                <a:gd name="textAreaTop" fmla="*/ 0 h 658080"/>
                <a:gd name="textAreaBottom" fmla="*/ 658440 h 658080"/>
              </a:gdLst>
              <a:ahLst/>
              <a:rect l="textAreaLeft" t="textAreaTop" r="textAreaRight" b="textAreaBottom"/>
              <a:pathLst>
                <a:path w="316992" h="877824">
                  <a:moveTo>
                    <a:pt x="0" y="0"/>
                  </a:moveTo>
                  <a:lnTo>
                    <a:pt x="316992" y="0"/>
                  </a:lnTo>
                  <a:lnTo>
                    <a:pt x="316992" y="877824"/>
                  </a:lnTo>
                  <a:lnTo>
                    <a:pt x="0" y="877824"/>
                  </a:lnTo>
                  <a:close/>
                </a:path>
              </a:pathLst>
            </a:custGeom>
            <a:blipFill rotWithShape="0">
              <a:blip r:embed="rId2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18" name="TextBox 109"/>
            <p:cNvSpPr/>
            <p:nvPr/>
          </p:nvSpPr>
          <p:spPr>
            <a:xfrm>
              <a:off x="9820800" y="5616360"/>
              <a:ext cx="237240" cy="665280"/>
            </a:xfrm>
            <a:prstGeom prst="rect">
              <a:avLst/>
            </a:prstGeom>
            <a:noFill/>
            <a:ln w="0">
              <a:noFill/>
            </a:ln>
          </p:spPr>
          <p:style>
            <a:lnRef idx="0"/>
            <a:fillRef idx="0"/>
            <a:effectRef idx="0"/>
            <a:fontRef idx="minor"/>
          </p:style>
          <p:txBody>
            <a:bodyPr lIns="0" rIns="0" tIns="0" bIns="0" anchor="ctr">
              <a:noAutofit/>
            </a:bodyPr>
            <a:p>
              <a:pPr algn="ctr" defTabSz="914400">
                <a:lnSpc>
                  <a:spcPts val="2880"/>
                </a:lnSpc>
              </a:pPr>
              <a:r>
                <a:rPr b="1" lang="en-US" sz="2400" spc="-1" strike="noStrike">
                  <a:solidFill>
                    <a:srgbClr val="f4a261"/>
                  </a:solidFill>
                  <a:latin typeface="Trebuchet MS Bold"/>
                  <a:ea typeface="Trebuchet MS Bold"/>
                </a:rPr>
                <a:t>→</a:t>
              </a:r>
              <a:endParaRPr b="0" lang="en-US" sz="2400" spc="-1" strike="noStrike">
                <a:solidFill>
                  <a:srgbClr val="000000"/>
                </a:solidFill>
                <a:latin typeface="Arial"/>
              </a:endParaRPr>
            </a:p>
          </p:txBody>
        </p:sp>
      </p:grpSp>
      <p:grpSp>
        <p:nvGrpSpPr>
          <p:cNvPr id="719" name="Group 110"/>
          <p:cNvGrpSpPr/>
          <p:nvPr/>
        </p:nvGrpSpPr>
        <p:grpSpPr>
          <a:xfrm>
            <a:off x="10070280" y="2334600"/>
            <a:ext cx="2133720" cy="7236000"/>
            <a:chOff x="10070280" y="2334600"/>
            <a:chExt cx="2133720" cy="7236000"/>
          </a:xfrm>
        </p:grpSpPr>
        <p:sp>
          <p:nvSpPr>
            <p:cNvPr id="720" name="Freeform 111"/>
            <p:cNvSpPr/>
            <p:nvPr/>
          </p:nvSpPr>
          <p:spPr>
            <a:xfrm>
              <a:off x="10076760" y="2340720"/>
              <a:ext cx="2121120" cy="7223400"/>
            </a:xfrm>
            <a:custGeom>
              <a:avLst/>
              <a:gdLst>
                <a:gd name="textAreaLeft" fmla="*/ 0 w 2121120"/>
                <a:gd name="textAreaRight" fmla="*/ 2121480 w 2121120"/>
                <a:gd name="textAreaTop" fmla="*/ 0 h 7223400"/>
                <a:gd name="textAreaBottom" fmla="*/ 7223760 h 7223400"/>
              </a:gdLst>
              <a:ahLst/>
              <a:rect l="textAreaLeft" t="textAreaTop" r="textAreaRight" b="textAreaBottom"/>
              <a:pathLst>
                <a:path w="2828544" h="9631680">
                  <a:moveTo>
                    <a:pt x="0" y="0"/>
                  </a:moveTo>
                  <a:lnTo>
                    <a:pt x="2828544" y="0"/>
                  </a:lnTo>
                  <a:lnTo>
                    <a:pt x="2828544" y="9631680"/>
                  </a:lnTo>
                  <a:lnTo>
                    <a:pt x="0" y="9631680"/>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21" name="Freeform 112"/>
            <p:cNvSpPr/>
            <p:nvPr/>
          </p:nvSpPr>
          <p:spPr>
            <a:xfrm>
              <a:off x="10070280" y="2334600"/>
              <a:ext cx="2133720" cy="7236000"/>
            </a:xfrm>
            <a:custGeom>
              <a:avLst/>
              <a:gdLst>
                <a:gd name="textAreaLeft" fmla="*/ 0 w 2133720"/>
                <a:gd name="textAreaRight" fmla="*/ 2134080 w 2133720"/>
                <a:gd name="textAreaTop" fmla="*/ 0 h 7236000"/>
                <a:gd name="textAreaBottom" fmla="*/ 7236360 h 7236000"/>
              </a:gdLst>
              <a:ahLst/>
              <a:rect l="textAreaLeft" t="textAreaTop" r="textAreaRight" b="textAreaBottom"/>
              <a:pathLst>
                <a:path w="2845562" h="9648699">
                  <a:moveTo>
                    <a:pt x="8509" y="0"/>
                  </a:moveTo>
                  <a:lnTo>
                    <a:pt x="2837053" y="0"/>
                  </a:lnTo>
                  <a:cubicBezTo>
                    <a:pt x="2841752" y="0"/>
                    <a:pt x="2845562" y="3810"/>
                    <a:pt x="2845562" y="8509"/>
                  </a:cubicBezTo>
                  <a:lnTo>
                    <a:pt x="2845562" y="9640189"/>
                  </a:lnTo>
                  <a:cubicBezTo>
                    <a:pt x="2845562" y="9644888"/>
                    <a:pt x="2841752" y="9648699"/>
                    <a:pt x="2837053"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2837053" y="9631680"/>
                  </a:lnTo>
                  <a:lnTo>
                    <a:pt x="2837053" y="9640189"/>
                  </a:lnTo>
                  <a:lnTo>
                    <a:pt x="2828544" y="9640189"/>
                  </a:lnTo>
                  <a:lnTo>
                    <a:pt x="2828544" y="8509"/>
                  </a:lnTo>
                  <a:lnTo>
                    <a:pt x="2837053" y="8509"/>
                  </a:lnTo>
                  <a:lnTo>
                    <a:pt x="2837053"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22" name="Group 113"/>
          <p:cNvGrpSpPr/>
          <p:nvPr/>
        </p:nvGrpSpPr>
        <p:grpSpPr>
          <a:xfrm>
            <a:off x="10064160" y="2328120"/>
            <a:ext cx="2146320" cy="720000"/>
            <a:chOff x="10064160" y="2328120"/>
            <a:chExt cx="2146320" cy="720000"/>
          </a:xfrm>
        </p:grpSpPr>
        <p:sp>
          <p:nvSpPr>
            <p:cNvPr id="723" name="Freeform 114"/>
            <p:cNvSpPr/>
            <p:nvPr/>
          </p:nvSpPr>
          <p:spPr>
            <a:xfrm>
              <a:off x="10076760" y="2340720"/>
              <a:ext cx="2121120" cy="694440"/>
            </a:xfrm>
            <a:custGeom>
              <a:avLst/>
              <a:gdLst>
                <a:gd name="textAreaLeft" fmla="*/ 0 w 2121120"/>
                <a:gd name="textAreaRight" fmla="*/ 2121480 w 2121120"/>
                <a:gd name="textAreaTop" fmla="*/ 0 h 694440"/>
                <a:gd name="textAreaBottom" fmla="*/ 694800 h 694440"/>
              </a:gdLst>
              <a:ahLst/>
              <a:rect l="textAreaLeft" t="textAreaTop" r="textAreaRight" b="textAreaBottom"/>
              <a:pathLst>
                <a:path w="2828544" h="926592">
                  <a:moveTo>
                    <a:pt x="0" y="0"/>
                  </a:moveTo>
                  <a:lnTo>
                    <a:pt x="2828544" y="0"/>
                  </a:lnTo>
                  <a:lnTo>
                    <a:pt x="2828544" y="926592"/>
                  </a:lnTo>
                  <a:lnTo>
                    <a:pt x="0" y="926592"/>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4" name="Freeform 115"/>
            <p:cNvSpPr/>
            <p:nvPr/>
          </p:nvSpPr>
          <p:spPr>
            <a:xfrm>
              <a:off x="10064160" y="2328120"/>
              <a:ext cx="2146320" cy="720000"/>
            </a:xfrm>
            <a:custGeom>
              <a:avLst/>
              <a:gdLst>
                <a:gd name="textAreaLeft" fmla="*/ 0 w 2146320"/>
                <a:gd name="textAreaRight" fmla="*/ 2146680 w 2146320"/>
                <a:gd name="textAreaTop" fmla="*/ 0 h 720000"/>
                <a:gd name="textAreaBottom" fmla="*/ 720360 h 720000"/>
              </a:gdLst>
              <a:ahLst/>
              <a:rect l="textAreaLeft" t="textAreaTop" r="textAreaRight" b="textAreaBottom"/>
              <a:pathLst>
                <a:path w="2862326" h="960376">
                  <a:moveTo>
                    <a:pt x="16891" y="0"/>
                  </a:moveTo>
                  <a:lnTo>
                    <a:pt x="2845435" y="0"/>
                  </a:lnTo>
                  <a:cubicBezTo>
                    <a:pt x="2854833" y="0"/>
                    <a:pt x="2862326" y="7620"/>
                    <a:pt x="2862326" y="16891"/>
                  </a:cubicBezTo>
                  <a:lnTo>
                    <a:pt x="2862326" y="943483"/>
                  </a:lnTo>
                  <a:cubicBezTo>
                    <a:pt x="2862326" y="952881"/>
                    <a:pt x="2854706" y="960374"/>
                    <a:pt x="2845435"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845435" y="926592"/>
                  </a:lnTo>
                  <a:lnTo>
                    <a:pt x="2845435" y="943483"/>
                  </a:lnTo>
                  <a:lnTo>
                    <a:pt x="2828544" y="943483"/>
                  </a:lnTo>
                  <a:lnTo>
                    <a:pt x="2828544" y="16891"/>
                  </a:lnTo>
                  <a:lnTo>
                    <a:pt x="2845435" y="16891"/>
                  </a:lnTo>
                  <a:lnTo>
                    <a:pt x="2845435"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725" name="Group 116"/>
          <p:cNvGrpSpPr/>
          <p:nvPr/>
        </p:nvGrpSpPr>
        <p:grpSpPr>
          <a:xfrm>
            <a:off x="10149840" y="2340720"/>
            <a:ext cx="1974600" cy="694440"/>
            <a:chOff x="10149840" y="2340720"/>
            <a:chExt cx="1974600" cy="694440"/>
          </a:xfrm>
        </p:grpSpPr>
        <p:sp>
          <p:nvSpPr>
            <p:cNvPr id="726" name="Freeform 117"/>
            <p:cNvSpPr/>
            <p:nvPr/>
          </p:nvSpPr>
          <p:spPr>
            <a:xfrm>
              <a:off x="10149840" y="2340720"/>
              <a:ext cx="1974600" cy="694440"/>
            </a:xfrm>
            <a:custGeom>
              <a:avLst/>
              <a:gdLst>
                <a:gd name="textAreaLeft" fmla="*/ 0 w 1974600"/>
                <a:gd name="textAreaRight" fmla="*/ 1974960 w 1974600"/>
                <a:gd name="textAreaTop" fmla="*/ 0 h 694440"/>
                <a:gd name="textAreaBottom" fmla="*/ 694800 h 694440"/>
              </a:gdLst>
              <a:ahLst/>
              <a:rect l="textAreaLeft" t="textAreaTop" r="textAreaRight" b="textAreaBottom"/>
              <a:pathLst>
                <a:path w="2633472" h="926592">
                  <a:moveTo>
                    <a:pt x="0" y="0"/>
                  </a:moveTo>
                  <a:lnTo>
                    <a:pt x="2633472" y="0"/>
                  </a:lnTo>
                  <a:lnTo>
                    <a:pt x="2633472" y="926592"/>
                  </a:lnTo>
                  <a:lnTo>
                    <a:pt x="0" y="926592"/>
                  </a:lnTo>
                  <a:close/>
                </a:path>
              </a:pathLst>
            </a:custGeom>
            <a:blipFill rotWithShape="0">
              <a:blip r:embed="rId2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27" name="TextBox 118"/>
            <p:cNvSpPr/>
            <p:nvPr/>
          </p:nvSpPr>
          <p:spPr>
            <a:xfrm>
              <a:off x="10149840" y="2340720"/>
              <a:ext cx="1974600" cy="694440"/>
            </a:xfrm>
            <a:prstGeom prst="rect">
              <a:avLst/>
            </a:prstGeom>
            <a:noFill/>
            <a:ln w="0">
              <a:noFill/>
            </a:ln>
          </p:spPr>
          <p:style>
            <a:lnRef idx="0"/>
            <a:fillRef idx="0"/>
            <a:effectRef idx="0"/>
            <a:fontRef idx="minor"/>
          </p:style>
          <p:txBody>
            <a:bodyPr lIns="0" rIns="0" tIns="0" bIns="0" anchor="ctr">
              <a:noAutofit/>
            </a:bodyPr>
            <a:p>
              <a:pPr algn="ctr" defTabSz="914400">
                <a:lnSpc>
                  <a:spcPts val="3359"/>
                </a:lnSpc>
              </a:pPr>
              <a:r>
                <a:rPr b="1" lang="en-US" sz="2800" spc="-1" strike="noStrike">
                  <a:solidFill>
                    <a:srgbClr val="f4a261"/>
                  </a:solidFill>
                  <a:latin typeface="Trebuchet MS Bold"/>
                  <a:ea typeface="Trebuchet MS Bold"/>
                </a:rPr>
                <a:t>05</a:t>
              </a:r>
              <a:endParaRPr b="0" lang="en-US" sz="2800" spc="-1" strike="noStrike">
                <a:solidFill>
                  <a:srgbClr val="000000"/>
                </a:solidFill>
                <a:latin typeface="Arial"/>
              </a:endParaRPr>
            </a:p>
          </p:txBody>
        </p:sp>
      </p:grpSp>
      <p:grpSp>
        <p:nvGrpSpPr>
          <p:cNvPr id="728" name="Group 119"/>
          <p:cNvGrpSpPr/>
          <p:nvPr/>
        </p:nvGrpSpPr>
        <p:grpSpPr>
          <a:xfrm>
            <a:off x="10168200" y="3084480"/>
            <a:ext cx="1938240" cy="1231200"/>
            <a:chOff x="10168200" y="3084480"/>
            <a:chExt cx="1938240" cy="1231200"/>
          </a:xfrm>
        </p:grpSpPr>
        <p:sp>
          <p:nvSpPr>
            <p:cNvPr id="729" name="Freeform 120"/>
            <p:cNvSpPr/>
            <p:nvPr/>
          </p:nvSpPr>
          <p:spPr>
            <a:xfrm>
              <a:off x="10168200" y="3127320"/>
              <a:ext cx="1938240" cy="1188360"/>
            </a:xfrm>
            <a:custGeom>
              <a:avLst/>
              <a:gdLst>
                <a:gd name="textAreaLeft" fmla="*/ 0 w 1938240"/>
                <a:gd name="textAreaRight" fmla="*/ 1938600 w 1938240"/>
                <a:gd name="textAreaTop" fmla="*/ 0 h 1188360"/>
                <a:gd name="textAreaBottom" fmla="*/ 1188720 h 1188360"/>
              </a:gdLst>
              <a:ahLst/>
              <a:rect l="textAreaLeft" t="textAreaTop" r="textAreaRight" b="textAreaBottom"/>
              <a:pathLst>
                <a:path w="2584704" h="1584960">
                  <a:moveTo>
                    <a:pt x="0" y="0"/>
                  </a:moveTo>
                  <a:lnTo>
                    <a:pt x="2584704" y="0"/>
                  </a:lnTo>
                  <a:lnTo>
                    <a:pt x="2584704" y="1584960"/>
                  </a:lnTo>
                  <a:lnTo>
                    <a:pt x="0" y="1584960"/>
                  </a:lnTo>
                  <a:close/>
                </a:path>
              </a:pathLst>
            </a:custGeom>
            <a:blipFill rotWithShape="0">
              <a:blip r:embed="rId2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30" name="TextBox 121"/>
            <p:cNvSpPr/>
            <p:nvPr/>
          </p:nvSpPr>
          <p:spPr>
            <a:xfrm>
              <a:off x="10168200" y="3084480"/>
              <a:ext cx="1938240" cy="1231200"/>
            </a:xfrm>
            <a:prstGeom prst="rect">
              <a:avLst/>
            </a:prstGeom>
            <a:noFill/>
            <a:ln w="0">
              <a:noFill/>
            </a:ln>
          </p:spPr>
          <p:style>
            <a:lnRef idx="0"/>
            <a:fillRef idx="0"/>
            <a:effectRef idx="0"/>
            <a:fontRef idx="minor"/>
          </p:style>
          <p:txBody>
            <a:bodyPr lIns="0" rIns="0" tIns="0" bIns="0" anchor="ctr">
              <a:noAutofit/>
            </a:bodyPr>
            <a:p>
              <a:pPr algn="ctr" defTabSz="914400">
                <a:lnSpc>
                  <a:spcPts val="2591"/>
                </a:lnSpc>
              </a:pPr>
              <a:r>
                <a:rPr b="1" lang="en-US" sz="1800" spc="-1" strike="noStrike">
                  <a:solidFill>
                    <a:srgbClr val="1a2332"/>
                  </a:solidFill>
                  <a:latin typeface="Trebuchet MS Bold"/>
                  <a:ea typeface="Trebuchet MS Bold"/>
                </a:rPr>
                <a:t>Summarise</a:t>
              </a:r>
              <a:endParaRPr b="0" lang="en-US" sz="1800" spc="-1" strike="noStrike">
                <a:solidFill>
                  <a:srgbClr val="000000"/>
                </a:solidFill>
                <a:latin typeface="Arial"/>
              </a:endParaRPr>
            </a:p>
            <a:p>
              <a:pPr algn="ctr" defTabSz="914400">
                <a:lnSpc>
                  <a:spcPts val="2591"/>
                </a:lnSpc>
              </a:pPr>
              <a:r>
                <a:rPr b="1" lang="en-US" sz="1800" spc="-1" strike="noStrike">
                  <a:solidFill>
                    <a:srgbClr val="1a2332"/>
                  </a:solidFill>
                  <a:latin typeface="Trebuchet MS Bold"/>
                  <a:ea typeface="Trebuchet MS Bold"/>
                </a:rPr>
                <a:t>by Area</a:t>
              </a:r>
              <a:endParaRPr b="0" lang="en-US" sz="1800" spc="-1" strike="noStrike">
                <a:solidFill>
                  <a:srgbClr val="000000"/>
                </a:solidFill>
                <a:latin typeface="Arial"/>
              </a:endParaRPr>
            </a:p>
          </p:txBody>
        </p:sp>
      </p:grpSp>
      <p:grpSp>
        <p:nvGrpSpPr>
          <p:cNvPr id="731" name="Group 122"/>
          <p:cNvGrpSpPr/>
          <p:nvPr/>
        </p:nvGrpSpPr>
        <p:grpSpPr>
          <a:xfrm>
            <a:off x="10576080" y="4376520"/>
            <a:ext cx="1122120" cy="98280"/>
            <a:chOff x="10576080" y="4376520"/>
            <a:chExt cx="1122120" cy="98280"/>
          </a:xfrm>
        </p:grpSpPr>
        <p:sp>
          <p:nvSpPr>
            <p:cNvPr id="732" name="Freeform 123"/>
            <p:cNvSpPr/>
            <p:nvPr/>
          </p:nvSpPr>
          <p:spPr>
            <a:xfrm>
              <a:off x="10588680" y="4389120"/>
              <a:ext cx="1096920" cy="72720"/>
            </a:xfrm>
            <a:custGeom>
              <a:avLst/>
              <a:gdLst>
                <a:gd name="textAreaLeft" fmla="*/ 0 w 1096920"/>
                <a:gd name="textAreaRight" fmla="*/ 1097280 w 1096920"/>
                <a:gd name="textAreaTop" fmla="*/ 0 h 72720"/>
                <a:gd name="textAreaBottom" fmla="*/ 73080 h 72720"/>
              </a:gdLst>
              <a:ahLst/>
              <a:rect l="textAreaLeft" t="textAreaTop" r="textAreaRight" b="textAreaBottom"/>
              <a:pathLst>
                <a:path w="1463040" h="97536">
                  <a:moveTo>
                    <a:pt x="0" y="0"/>
                  </a:moveTo>
                  <a:lnTo>
                    <a:pt x="1463040" y="0"/>
                  </a:lnTo>
                  <a:lnTo>
                    <a:pt x="14630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733" name="Freeform 124"/>
            <p:cNvSpPr/>
            <p:nvPr/>
          </p:nvSpPr>
          <p:spPr>
            <a:xfrm>
              <a:off x="10576080" y="4376520"/>
              <a:ext cx="1122120" cy="98280"/>
            </a:xfrm>
            <a:custGeom>
              <a:avLst/>
              <a:gdLst>
                <a:gd name="textAreaLeft" fmla="*/ 0 w 1122120"/>
                <a:gd name="textAreaRight" fmla="*/ 1122480 w 1122120"/>
                <a:gd name="textAreaTop" fmla="*/ 0 h 98280"/>
                <a:gd name="textAreaBottom" fmla="*/ 98640 h 98280"/>
              </a:gdLst>
              <a:ahLst/>
              <a:rect l="textAreaLeft" t="textAreaTop" r="textAreaRight" b="textAreaBottom"/>
              <a:pathLst>
                <a:path w="1496822" h="131320">
                  <a:moveTo>
                    <a:pt x="16891" y="0"/>
                  </a:moveTo>
                  <a:lnTo>
                    <a:pt x="1479931" y="0"/>
                  </a:lnTo>
                  <a:cubicBezTo>
                    <a:pt x="1489329" y="0"/>
                    <a:pt x="1496822" y="7620"/>
                    <a:pt x="1496822" y="16891"/>
                  </a:cubicBezTo>
                  <a:lnTo>
                    <a:pt x="1496822" y="114427"/>
                  </a:lnTo>
                  <a:cubicBezTo>
                    <a:pt x="1496822" y="123825"/>
                    <a:pt x="1489202" y="131318"/>
                    <a:pt x="14799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1479931" y="97536"/>
                  </a:lnTo>
                  <a:lnTo>
                    <a:pt x="1479931" y="114427"/>
                  </a:lnTo>
                  <a:lnTo>
                    <a:pt x="1463040" y="114427"/>
                  </a:lnTo>
                  <a:lnTo>
                    <a:pt x="1463040" y="16891"/>
                  </a:lnTo>
                  <a:lnTo>
                    <a:pt x="1479931" y="16891"/>
                  </a:lnTo>
                  <a:lnTo>
                    <a:pt x="14799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34" name="Group 125"/>
          <p:cNvGrpSpPr/>
          <p:nvPr/>
        </p:nvGrpSpPr>
        <p:grpSpPr>
          <a:xfrm>
            <a:off x="10168200" y="4478400"/>
            <a:ext cx="1938240" cy="1702800"/>
            <a:chOff x="10168200" y="4478400"/>
            <a:chExt cx="1938240" cy="1702800"/>
          </a:xfrm>
        </p:grpSpPr>
        <p:sp>
          <p:nvSpPr>
            <p:cNvPr id="735" name="Freeform 126"/>
            <p:cNvSpPr/>
            <p:nvPr/>
          </p:nvSpPr>
          <p:spPr>
            <a:xfrm>
              <a:off x="10168200" y="4535280"/>
              <a:ext cx="1938240" cy="1645560"/>
            </a:xfrm>
            <a:custGeom>
              <a:avLst/>
              <a:gdLst>
                <a:gd name="textAreaLeft" fmla="*/ 0 w 1938240"/>
                <a:gd name="textAreaRight" fmla="*/ 1938600 w 1938240"/>
                <a:gd name="textAreaTop" fmla="*/ 0 h 1645560"/>
                <a:gd name="textAreaBottom" fmla="*/ 1645920 h 1645560"/>
              </a:gdLst>
              <a:ahLst/>
              <a:rect l="textAreaLeft" t="textAreaTop" r="textAreaRight" b="textAreaBottom"/>
              <a:pathLst>
                <a:path w="2584704" h="2194560">
                  <a:moveTo>
                    <a:pt x="0" y="0"/>
                  </a:moveTo>
                  <a:lnTo>
                    <a:pt x="2584704" y="0"/>
                  </a:lnTo>
                  <a:lnTo>
                    <a:pt x="2584704" y="2194560"/>
                  </a:lnTo>
                  <a:lnTo>
                    <a:pt x="0" y="2194560"/>
                  </a:lnTo>
                  <a:close/>
                </a:path>
              </a:pathLst>
            </a:custGeom>
            <a:blipFill rotWithShape="0">
              <a:blip r:embed="rId2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36" name="TextBox 127"/>
            <p:cNvSpPr/>
            <p:nvPr/>
          </p:nvSpPr>
          <p:spPr>
            <a:xfrm>
              <a:off x="10168200" y="4478400"/>
              <a:ext cx="1938240" cy="170280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64748b"/>
                  </a:solidFill>
                  <a:latin typeface="Calibri (MS)"/>
                  <a:ea typeface="Calibri (MS)"/>
                </a:rPr>
                <a:t>Calculate the typical price per region and district.</a:t>
              </a:r>
              <a:endParaRPr b="0" lang="en-US" sz="1600" spc="-1" strike="noStrike">
                <a:solidFill>
                  <a:srgbClr val="000000"/>
                </a:solidFill>
                <a:latin typeface="Arial"/>
              </a:endParaRPr>
            </a:p>
          </p:txBody>
        </p:sp>
      </p:grpSp>
      <p:grpSp>
        <p:nvGrpSpPr>
          <p:cNvPr id="737" name="Group 128"/>
          <p:cNvGrpSpPr/>
          <p:nvPr/>
        </p:nvGrpSpPr>
        <p:grpSpPr>
          <a:xfrm>
            <a:off x="10149840" y="6222600"/>
            <a:ext cx="1974600" cy="3195360"/>
            <a:chOff x="10149840" y="6222600"/>
            <a:chExt cx="1974600" cy="3195360"/>
          </a:xfrm>
        </p:grpSpPr>
        <p:sp>
          <p:nvSpPr>
            <p:cNvPr id="738" name="Freeform 129"/>
            <p:cNvSpPr/>
            <p:nvPr/>
          </p:nvSpPr>
          <p:spPr>
            <a:xfrm>
              <a:off x="10149840" y="6272640"/>
              <a:ext cx="1974600" cy="3145320"/>
            </a:xfrm>
            <a:custGeom>
              <a:avLst/>
              <a:gdLst>
                <a:gd name="textAreaLeft" fmla="*/ 0 w 1974600"/>
                <a:gd name="textAreaRight" fmla="*/ 1974960 w 1974600"/>
                <a:gd name="textAreaTop" fmla="*/ 0 h 3145320"/>
                <a:gd name="textAreaBottom" fmla="*/ 3145680 h 3145320"/>
              </a:gdLst>
              <a:ahLst/>
              <a:rect l="textAreaLeft" t="textAreaTop" r="textAreaRight" b="textAreaBottom"/>
              <a:pathLst>
                <a:path w="2633472" h="4194048">
                  <a:moveTo>
                    <a:pt x="0" y="0"/>
                  </a:moveTo>
                  <a:lnTo>
                    <a:pt x="2633472" y="0"/>
                  </a:lnTo>
                  <a:lnTo>
                    <a:pt x="2633472" y="4194048"/>
                  </a:lnTo>
                  <a:lnTo>
                    <a:pt x="0" y="4194048"/>
                  </a:lnTo>
                  <a:close/>
                </a:path>
              </a:pathLst>
            </a:custGeom>
            <a:blipFill rotWithShape="0">
              <a:blip r:embed="rId2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39" name="TextBox 130"/>
            <p:cNvSpPr/>
            <p:nvPr/>
          </p:nvSpPr>
          <p:spPr>
            <a:xfrm>
              <a:off x="10149840" y="6222600"/>
              <a:ext cx="1974600" cy="3195360"/>
            </a:xfrm>
            <a:prstGeom prst="rect">
              <a:avLst/>
            </a:prstGeom>
            <a:noFill/>
            <a:ln w="0">
              <a:noFill/>
            </a:ln>
          </p:spPr>
          <p:style>
            <a:lnRef idx="0"/>
            <a:fillRef idx="0"/>
            <a:effectRef idx="0"/>
            <a:fontRef idx="minor"/>
          </p:style>
          <p:txBody>
            <a:bodyPr lIns="0" rIns="0" tIns="0" bIns="0" anchor="ctr">
              <a:noAutofit/>
            </a:bodyPr>
            <a:p>
              <a:pPr algn="ctr" defTabSz="914400">
                <a:lnSpc>
                  <a:spcPts val="2098"/>
                </a:lnSpc>
              </a:pPr>
              <a:r>
                <a:rPr b="0" i="1" lang="en-US" sz="1400" spc="-1" strike="noStrike">
                  <a:solidFill>
                    <a:srgbClr val="2a9d8f"/>
                  </a:solidFill>
                  <a:latin typeface="Calibri (MS) Italics"/>
                  <a:ea typeface="Calibri (MS) Italics"/>
                </a:rPr>
                <a:t>[Median: the middle value. More reliable than mean when data has outliers.]</a:t>
              </a:r>
              <a:endParaRPr b="0" lang="en-US" sz="1400" spc="-1" strike="noStrike">
                <a:solidFill>
                  <a:srgbClr val="000000"/>
                </a:solidFill>
                <a:latin typeface="Arial"/>
              </a:endParaRPr>
            </a:p>
          </p:txBody>
        </p:sp>
      </p:grpSp>
      <p:grpSp>
        <p:nvGrpSpPr>
          <p:cNvPr id="740" name="Group 131"/>
          <p:cNvGrpSpPr/>
          <p:nvPr/>
        </p:nvGrpSpPr>
        <p:grpSpPr>
          <a:xfrm>
            <a:off x="12216240" y="5616360"/>
            <a:ext cx="237240" cy="665280"/>
            <a:chOff x="12216240" y="5616360"/>
            <a:chExt cx="237240" cy="665280"/>
          </a:xfrm>
        </p:grpSpPr>
        <p:sp>
          <p:nvSpPr>
            <p:cNvPr id="741" name="Freeform 132"/>
            <p:cNvSpPr/>
            <p:nvPr/>
          </p:nvSpPr>
          <p:spPr>
            <a:xfrm>
              <a:off x="12216240" y="5623560"/>
              <a:ext cx="237240" cy="658080"/>
            </a:xfrm>
            <a:custGeom>
              <a:avLst/>
              <a:gdLst>
                <a:gd name="textAreaLeft" fmla="*/ 0 w 237240"/>
                <a:gd name="textAreaRight" fmla="*/ 237600 w 237240"/>
                <a:gd name="textAreaTop" fmla="*/ 0 h 658080"/>
                <a:gd name="textAreaBottom" fmla="*/ 658440 h 658080"/>
              </a:gdLst>
              <a:ahLst/>
              <a:rect l="textAreaLeft" t="textAreaTop" r="textAreaRight" b="textAreaBottom"/>
              <a:pathLst>
                <a:path w="316992" h="877824">
                  <a:moveTo>
                    <a:pt x="0" y="0"/>
                  </a:moveTo>
                  <a:lnTo>
                    <a:pt x="316992" y="0"/>
                  </a:lnTo>
                  <a:lnTo>
                    <a:pt x="316992" y="877824"/>
                  </a:lnTo>
                  <a:lnTo>
                    <a:pt x="0" y="877824"/>
                  </a:lnTo>
                  <a:close/>
                </a:path>
              </a:pathLst>
            </a:custGeom>
            <a:blipFill rotWithShape="0">
              <a:blip r:embed="rId2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42" name="TextBox 133"/>
            <p:cNvSpPr/>
            <p:nvPr/>
          </p:nvSpPr>
          <p:spPr>
            <a:xfrm>
              <a:off x="12216240" y="5616360"/>
              <a:ext cx="237240" cy="665280"/>
            </a:xfrm>
            <a:prstGeom prst="rect">
              <a:avLst/>
            </a:prstGeom>
            <a:noFill/>
            <a:ln w="0">
              <a:noFill/>
            </a:ln>
          </p:spPr>
          <p:style>
            <a:lnRef idx="0"/>
            <a:fillRef idx="0"/>
            <a:effectRef idx="0"/>
            <a:fontRef idx="minor"/>
          </p:style>
          <p:txBody>
            <a:bodyPr lIns="0" rIns="0" tIns="0" bIns="0" anchor="ctr">
              <a:noAutofit/>
            </a:bodyPr>
            <a:p>
              <a:pPr algn="ctr" defTabSz="914400">
                <a:lnSpc>
                  <a:spcPts val="2880"/>
                </a:lnSpc>
              </a:pPr>
              <a:r>
                <a:rPr b="1" lang="en-US" sz="2400" spc="-1" strike="noStrike">
                  <a:solidFill>
                    <a:srgbClr val="f4a261"/>
                  </a:solidFill>
                  <a:latin typeface="Trebuchet MS Bold"/>
                  <a:ea typeface="Trebuchet MS Bold"/>
                </a:rPr>
                <a:t>→</a:t>
              </a:r>
              <a:endParaRPr b="0" lang="en-US" sz="2400" spc="-1" strike="noStrike">
                <a:solidFill>
                  <a:srgbClr val="000000"/>
                </a:solidFill>
                <a:latin typeface="Arial"/>
              </a:endParaRPr>
            </a:p>
          </p:txBody>
        </p:sp>
      </p:grpSp>
      <p:grpSp>
        <p:nvGrpSpPr>
          <p:cNvPr id="743" name="Group 134"/>
          <p:cNvGrpSpPr/>
          <p:nvPr/>
        </p:nvGrpSpPr>
        <p:grpSpPr>
          <a:xfrm>
            <a:off x="12466080" y="2334600"/>
            <a:ext cx="2133720" cy="7236000"/>
            <a:chOff x="12466080" y="2334600"/>
            <a:chExt cx="2133720" cy="7236000"/>
          </a:xfrm>
        </p:grpSpPr>
        <p:sp>
          <p:nvSpPr>
            <p:cNvPr id="744" name="Freeform 135"/>
            <p:cNvSpPr/>
            <p:nvPr/>
          </p:nvSpPr>
          <p:spPr>
            <a:xfrm>
              <a:off x="12472560" y="2340720"/>
              <a:ext cx="2121120" cy="7223400"/>
            </a:xfrm>
            <a:custGeom>
              <a:avLst/>
              <a:gdLst>
                <a:gd name="textAreaLeft" fmla="*/ 0 w 2121120"/>
                <a:gd name="textAreaRight" fmla="*/ 2121480 w 2121120"/>
                <a:gd name="textAreaTop" fmla="*/ 0 h 7223400"/>
                <a:gd name="textAreaBottom" fmla="*/ 7223760 h 7223400"/>
              </a:gdLst>
              <a:ahLst/>
              <a:rect l="textAreaLeft" t="textAreaTop" r="textAreaRight" b="textAreaBottom"/>
              <a:pathLst>
                <a:path w="2828544" h="9631680">
                  <a:moveTo>
                    <a:pt x="0" y="0"/>
                  </a:moveTo>
                  <a:lnTo>
                    <a:pt x="2828544" y="0"/>
                  </a:lnTo>
                  <a:lnTo>
                    <a:pt x="2828544" y="9631680"/>
                  </a:lnTo>
                  <a:lnTo>
                    <a:pt x="0" y="9631680"/>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45" name="Freeform 136"/>
            <p:cNvSpPr/>
            <p:nvPr/>
          </p:nvSpPr>
          <p:spPr>
            <a:xfrm>
              <a:off x="12466080" y="2334600"/>
              <a:ext cx="2133720" cy="7236000"/>
            </a:xfrm>
            <a:custGeom>
              <a:avLst/>
              <a:gdLst>
                <a:gd name="textAreaLeft" fmla="*/ 0 w 2133720"/>
                <a:gd name="textAreaRight" fmla="*/ 2134080 w 2133720"/>
                <a:gd name="textAreaTop" fmla="*/ 0 h 7236000"/>
                <a:gd name="textAreaBottom" fmla="*/ 7236360 h 7236000"/>
              </a:gdLst>
              <a:ahLst/>
              <a:rect l="textAreaLeft" t="textAreaTop" r="textAreaRight" b="textAreaBottom"/>
              <a:pathLst>
                <a:path w="2845562" h="9648699">
                  <a:moveTo>
                    <a:pt x="8509" y="0"/>
                  </a:moveTo>
                  <a:lnTo>
                    <a:pt x="2837053" y="0"/>
                  </a:lnTo>
                  <a:cubicBezTo>
                    <a:pt x="2841752" y="0"/>
                    <a:pt x="2845562" y="3810"/>
                    <a:pt x="2845562" y="8509"/>
                  </a:cubicBezTo>
                  <a:lnTo>
                    <a:pt x="2845562" y="9640189"/>
                  </a:lnTo>
                  <a:cubicBezTo>
                    <a:pt x="2845562" y="9644888"/>
                    <a:pt x="2841752" y="9648699"/>
                    <a:pt x="2837053"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2837053" y="9631680"/>
                  </a:lnTo>
                  <a:lnTo>
                    <a:pt x="2837053" y="9640189"/>
                  </a:lnTo>
                  <a:lnTo>
                    <a:pt x="2828544" y="9640189"/>
                  </a:lnTo>
                  <a:lnTo>
                    <a:pt x="2828544" y="8509"/>
                  </a:lnTo>
                  <a:lnTo>
                    <a:pt x="2837053" y="8509"/>
                  </a:lnTo>
                  <a:lnTo>
                    <a:pt x="2837053"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46" name="Group 137"/>
          <p:cNvGrpSpPr/>
          <p:nvPr/>
        </p:nvGrpSpPr>
        <p:grpSpPr>
          <a:xfrm>
            <a:off x="12459600" y="2328120"/>
            <a:ext cx="2146320" cy="720000"/>
            <a:chOff x="12459600" y="2328120"/>
            <a:chExt cx="2146320" cy="720000"/>
          </a:xfrm>
        </p:grpSpPr>
        <p:sp>
          <p:nvSpPr>
            <p:cNvPr id="747" name="Freeform 138"/>
            <p:cNvSpPr/>
            <p:nvPr/>
          </p:nvSpPr>
          <p:spPr>
            <a:xfrm>
              <a:off x="12472560" y="2340720"/>
              <a:ext cx="2121120" cy="694440"/>
            </a:xfrm>
            <a:custGeom>
              <a:avLst/>
              <a:gdLst>
                <a:gd name="textAreaLeft" fmla="*/ 0 w 2121120"/>
                <a:gd name="textAreaRight" fmla="*/ 2121480 w 2121120"/>
                <a:gd name="textAreaTop" fmla="*/ 0 h 694440"/>
                <a:gd name="textAreaBottom" fmla="*/ 694800 h 694440"/>
              </a:gdLst>
              <a:ahLst/>
              <a:rect l="textAreaLeft" t="textAreaTop" r="textAreaRight" b="textAreaBottom"/>
              <a:pathLst>
                <a:path w="2828544" h="926592">
                  <a:moveTo>
                    <a:pt x="0" y="0"/>
                  </a:moveTo>
                  <a:lnTo>
                    <a:pt x="2828544" y="0"/>
                  </a:lnTo>
                  <a:lnTo>
                    <a:pt x="2828544" y="926592"/>
                  </a:lnTo>
                  <a:lnTo>
                    <a:pt x="0" y="926592"/>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8" name="Freeform 139"/>
            <p:cNvSpPr/>
            <p:nvPr/>
          </p:nvSpPr>
          <p:spPr>
            <a:xfrm>
              <a:off x="12459600" y="2328120"/>
              <a:ext cx="2146320" cy="720000"/>
            </a:xfrm>
            <a:custGeom>
              <a:avLst/>
              <a:gdLst>
                <a:gd name="textAreaLeft" fmla="*/ 0 w 2146320"/>
                <a:gd name="textAreaRight" fmla="*/ 2146680 w 2146320"/>
                <a:gd name="textAreaTop" fmla="*/ 0 h 720000"/>
                <a:gd name="textAreaBottom" fmla="*/ 720360 h 720000"/>
              </a:gdLst>
              <a:ahLst/>
              <a:rect l="textAreaLeft" t="textAreaTop" r="textAreaRight" b="textAreaBottom"/>
              <a:pathLst>
                <a:path w="2862326" h="960376">
                  <a:moveTo>
                    <a:pt x="16891" y="0"/>
                  </a:moveTo>
                  <a:lnTo>
                    <a:pt x="2845435" y="0"/>
                  </a:lnTo>
                  <a:cubicBezTo>
                    <a:pt x="2854833" y="0"/>
                    <a:pt x="2862326" y="7620"/>
                    <a:pt x="2862326" y="16891"/>
                  </a:cubicBezTo>
                  <a:lnTo>
                    <a:pt x="2862326" y="943483"/>
                  </a:lnTo>
                  <a:cubicBezTo>
                    <a:pt x="2862326" y="952881"/>
                    <a:pt x="2854706" y="960374"/>
                    <a:pt x="2845435"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845435" y="926592"/>
                  </a:lnTo>
                  <a:lnTo>
                    <a:pt x="2845435" y="943483"/>
                  </a:lnTo>
                  <a:lnTo>
                    <a:pt x="2828544" y="943483"/>
                  </a:lnTo>
                  <a:lnTo>
                    <a:pt x="2828544" y="16891"/>
                  </a:lnTo>
                  <a:lnTo>
                    <a:pt x="2845435" y="16891"/>
                  </a:lnTo>
                  <a:lnTo>
                    <a:pt x="2845435"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749" name="Group 140"/>
          <p:cNvGrpSpPr/>
          <p:nvPr/>
        </p:nvGrpSpPr>
        <p:grpSpPr>
          <a:xfrm>
            <a:off x="12545640" y="2340720"/>
            <a:ext cx="1974600" cy="694440"/>
            <a:chOff x="12545640" y="2340720"/>
            <a:chExt cx="1974600" cy="694440"/>
          </a:xfrm>
        </p:grpSpPr>
        <p:sp>
          <p:nvSpPr>
            <p:cNvPr id="750" name="Freeform 141"/>
            <p:cNvSpPr/>
            <p:nvPr/>
          </p:nvSpPr>
          <p:spPr>
            <a:xfrm>
              <a:off x="12545640" y="2340720"/>
              <a:ext cx="1974600" cy="694440"/>
            </a:xfrm>
            <a:custGeom>
              <a:avLst/>
              <a:gdLst>
                <a:gd name="textAreaLeft" fmla="*/ 0 w 1974600"/>
                <a:gd name="textAreaRight" fmla="*/ 1974960 w 1974600"/>
                <a:gd name="textAreaTop" fmla="*/ 0 h 694440"/>
                <a:gd name="textAreaBottom" fmla="*/ 694800 h 694440"/>
              </a:gdLst>
              <a:ahLst/>
              <a:rect l="textAreaLeft" t="textAreaTop" r="textAreaRight" b="textAreaBottom"/>
              <a:pathLst>
                <a:path w="2633472" h="926592">
                  <a:moveTo>
                    <a:pt x="0" y="0"/>
                  </a:moveTo>
                  <a:lnTo>
                    <a:pt x="2633472" y="0"/>
                  </a:lnTo>
                  <a:lnTo>
                    <a:pt x="2633472" y="926592"/>
                  </a:lnTo>
                  <a:lnTo>
                    <a:pt x="0" y="926592"/>
                  </a:lnTo>
                  <a:close/>
                </a:path>
              </a:pathLst>
            </a:custGeom>
            <a:blipFill rotWithShape="0">
              <a:blip r:embed="rId2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1" name="TextBox 142"/>
            <p:cNvSpPr/>
            <p:nvPr/>
          </p:nvSpPr>
          <p:spPr>
            <a:xfrm>
              <a:off x="12545640" y="2340720"/>
              <a:ext cx="1974600" cy="694440"/>
            </a:xfrm>
            <a:prstGeom prst="rect">
              <a:avLst/>
            </a:prstGeom>
            <a:noFill/>
            <a:ln w="0">
              <a:noFill/>
            </a:ln>
          </p:spPr>
          <p:style>
            <a:lnRef idx="0"/>
            <a:fillRef idx="0"/>
            <a:effectRef idx="0"/>
            <a:fontRef idx="minor"/>
          </p:style>
          <p:txBody>
            <a:bodyPr lIns="0" rIns="0" tIns="0" bIns="0" anchor="ctr">
              <a:noAutofit/>
            </a:bodyPr>
            <a:p>
              <a:pPr algn="ctr" defTabSz="914400">
                <a:lnSpc>
                  <a:spcPts val="3359"/>
                </a:lnSpc>
              </a:pPr>
              <a:r>
                <a:rPr b="1" lang="en-US" sz="2800" spc="-1" strike="noStrike">
                  <a:solidFill>
                    <a:srgbClr val="f4a261"/>
                  </a:solidFill>
                  <a:latin typeface="Trebuchet MS Bold"/>
                  <a:ea typeface="Trebuchet MS Bold"/>
                </a:rPr>
                <a:t>06</a:t>
              </a:r>
              <a:endParaRPr b="0" lang="en-US" sz="2800" spc="-1" strike="noStrike">
                <a:solidFill>
                  <a:srgbClr val="000000"/>
                </a:solidFill>
                <a:latin typeface="Arial"/>
              </a:endParaRPr>
            </a:p>
          </p:txBody>
        </p:sp>
      </p:grpSp>
      <p:grpSp>
        <p:nvGrpSpPr>
          <p:cNvPr id="752" name="Group 143"/>
          <p:cNvGrpSpPr/>
          <p:nvPr/>
        </p:nvGrpSpPr>
        <p:grpSpPr>
          <a:xfrm>
            <a:off x="12564000" y="3084480"/>
            <a:ext cx="1938240" cy="1231200"/>
            <a:chOff x="12564000" y="3084480"/>
            <a:chExt cx="1938240" cy="1231200"/>
          </a:xfrm>
        </p:grpSpPr>
        <p:sp>
          <p:nvSpPr>
            <p:cNvPr id="753" name="Freeform 144"/>
            <p:cNvSpPr/>
            <p:nvPr/>
          </p:nvSpPr>
          <p:spPr>
            <a:xfrm>
              <a:off x="12564000" y="3127320"/>
              <a:ext cx="1938240" cy="1188360"/>
            </a:xfrm>
            <a:custGeom>
              <a:avLst/>
              <a:gdLst>
                <a:gd name="textAreaLeft" fmla="*/ 0 w 1938240"/>
                <a:gd name="textAreaRight" fmla="*/ 1938600 w 1938240"/>
                <a:gd name="textAreaTop" fmla="*/ 0 h 1188360"/>
                <a:gd name="textAreaBottom" fmla="*/ 1188720 h 1188360"/>
              </a:gdLst>
              <a:ahLst/>
              <a:rect l="textAreaLeft" t="textAreaTop" r="textAreaRight" b="textAreaBottom"/>
              <a:pathLst>
                <a:path w="2584704" h="1584960">
                  <a:moveTo>
                    <a:pt x="0" y="0"/>
                  </a:moveTo>
                  <a:lnTo>
                    <a:pt x="2584704" y="0"/>
                  </a:lnTo>
                  <a:lnTo>
                    <a:pt x="2584704" y="1584960"/>
                  </a:lnTo>
                  <a:lnTo>
                    <a:pt x="0" y="1584960"/>
                  </a:lnTo>
                  <a:close/>
                </a:path>
              </a:pathLst>
            </a:custGeom>
            <a:blipFill rotWithShape="0">
              <a:blip r:embed="rId2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4" name="TextBox 145"/>
            <p:cNvSpPr/>
            <p:nvPr/>
          </p:nvSpPr>
          <p:spPr>
            <a:xfrm>
              <a:off x="12564000" y="3084480"/>
              <a:ext cx="1938240" cy="1231200"/>
            </a:xfrm>
            <a:prstGeom prst="rect">
              <a:avLst/>
            </a:prstGeom>
            <a:noFill/>
            <a:ln w="0">
              <a:noFill/>
            </a:ln>
          </p:spPr>
          <p:style>
            <a:lnRef idx="0"/>
            <a:fillRef idx="0"/>
            <a:effectRef idx="0"/>
            <a:fontRef idx="minor"/>
          </p:style>
          <p:txBody>
            <a:bodyPr lIns="0" rIns="0" tIns="0" bIns="0" anchor="ctr">
              <a:noAutofit/>
            </a:bodyPr>
            <a:p>
              <a:pPr algn="ctr" defTabSz="914400">
                <a:lnSpc>
                  <a:spcPts val="2591"/>
                </a:lnSpc>
              </a:pPr>
              <a:r>
                <a:rPr b="1" lang="en-US" sz="1800" spc="-1" strike="noStrike">
                  <a:solidFill>
                    <a:srgbClr val="1a2332"/>
                  </a:solidFill>
                  <a:latin typeface="Trebuchet MS Bold"/>
                  <a:ea typeface="Trebuchet MS Bold"/>
                </a:rPr>
                <a:t>Draw the Map</a:t>
              </a:r>
              <a:endParaRPr b="0" lang="en-US" sz="1800" spc="-1" strike="noStrike">
                <a:solidFill>
                  <a:srgbClr val="000000"/>
                </a:solidFill>
                <a:latin typeface="Arial"/>
              </a:endParaRPr>
            </a:p>
          </p:txBody>
        </p:sp>
      </p:grpSp>
      <p:grpSp>
        <p:nvGrpSpPr>
          <p:cNvPr id="755" name="Group 146"/>
          <p:cNvGrpSpPr/>
          <p:nvPr/>
        </p:nvGrpSpPr>
        <p:grpSpPr>
          <a:xfrm>
            <a:off x="12971880" y="4376520"/>
            <a:ext cx="1122120" cy="98280"/>
            <a:chOff x="12971880" y="4376520"/>
            <a:chExt cx="1122120" cy="98280"/>
          </a:xfrm>
        </p:grpSpPr>
        <p:sp>
          <p:nvSpPr>
            <p:cNvPr id="756" name="Freeform 147"/>
            <p:cNvSpPr/>
            <p:nvPr/>
          </p:nvSpPr>
          <p:spPr>
            <a:xfrm>
              <a:off x="12984480" y="4389120"/>
              <a:ext cx="1096920" cy="72720"/>
            </a:xfrm>
            <a:custGeom>
              <a:avLst/>
              <a:gdLst>
                <a:gd name="textAreaLeft" fmla="*/ 0 w 1096920"/>
                <a:gd name="textAreaRight" fmla="*/ 1097280 w 1096920"/>
                <a:gd name="textAreaTop" fmla="*/ 0 h 72720"/>
                <a:gd name="textAreaBottom" fmla="*/ 73080 h 72720"/>
              </a:gdLst>
              <a:ahLst/>
              <a:rect l="textAreaLeft" t="textAreaTop" r="textAreaRight" b="textAreaBottom"/>
              <a:pathLst>
                <a:path w="1463040" h="97536">
                  <a:moveTo>
                    <a:pt x="0" y="0"/>
                  </a:moveTo>
                  <a:lnTo>
                    <a:pt x="1463040" y="0"/>
                  </a:lnTo>
                  <a:lnTo>
                    <a:pt x="14630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757" name="Freeform 148"/>
            <p:cNvSpPr/>
            <p:nvPr/>
          </p:nvSpPr>
          <p:spPr>
            <a:xfrm>
              <a:off x="12971880" y="4376520"/>
              <a:ext cx="1122120" cy="98280"/>
            </a:xfrm>
            <a:custGeom>
              <a:avLst/>
              <a:gdLst>
                <a:gd name="textAreaLeft" fmla="*/ 0 w 1122120"/>
                <a:gd name="textAreaRight" fmla="*/ 1122480 w 1122120"/>
                <a:gd name="textAreaTop" fmla="*/ 0 h 98280"/>
                <a:gd name="textAreaBottom" fmla="*/ 98640 h 98280"/>
              </a:gdLst>
              <a:ahLst/>
              <a:rect l="textAreaLeft" t="textAreaTop" r="textAreaRight" b="textAreaBottom"/>
              <a:pathLst>
                <a:path w="1496822" h="131320">
                  <a:moveTo>
                    <a:pt x="16891" y="0"/>
                  </a:moveTo>
                  <a:lnTo>
                    <a:pt x="1479931" y="0"/>
                  </a:lnTo>
                  <a:cubicBezTo>
                    <a:pt x="1489329" y="0"/>
                    <a:pt x="1496822" y="7620"/>
                    <a:pt x="1496822" y="16891"/>
                  </a:cubicBezTo>
                  <a:lnTo>
                    <a:pt x="1496822" y="114427"/>
                  </a:lnTo>
                  <a:cubicBezTo>
                    <a:pt x="1496822" y="123825"/>
                    <a:pt x="1489202" y="131318"/>
                    <a:pt x="14799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1479931" y="97536"/>
                  </a:lnTo>
                  <a:lnTo>
                    <a:pt x="1479931" y="114427"/>
                  </a:lnTo>
                  <a:lnTo>
                    <a:pt x="1463040" y="114427"/>
                  </a:lnTo>
                  <a:lnTo>
                    <a:pt x="1463040" y="16891"/>
                  </a:lnTo>
                  <a:lnTo>
                    <a:pt x="1479931" y="16891"/>
                  </a:lnTo>
                  <a:lnTo>
                    <a:pt x="14799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58" name="Group 149"/>
          <p:cNvGrpSpPr/>
          <p:nvPr/>
        </p:nvGrpSpPr>
        <p:grpSpPr>
          <a:xfrm>
            <a:off x="12564000" y="4478400"/>
            <a:ext cx="1938240" cy="1702800"/>
            <a:chOff x="12564000" y="4478400"/>
            <a:chExt cx="1938240" cy="1702800"/>
          </a:xfrm>
        </p:grpSpPr>
        <p:sp>
          <p:nvSpPr>
            <p:cNvPr id="759" name="Freeform 150"/>
            <p:cNvSpPr/>
            <p:nvPr/>
          </p:nvSpPr>
          <p:spPr>
            <a:xfrm>
              <a:off x="12564000" y="4535280"/>
              <a:ext cx="1938240" cy="1645560"/>
            </a:xfrm>
            <a:custGeom>
              <a:avLst/>
              <a:gdLst>
                <a:gd name="textAreaLeft" fmla="*/ 0 w 1938240"/>
                <a:gd name="textAreaRight" fmla="*/ 1938600 w 1938240"/>
                <a:gd name="textAreaTop" fmla="*/ 0 h 1645560"/>
                <a:gd name="textAreaBottom" fmla="*/ 1645920 h 1645560"/>
              </a:gdLst>
              <a:ahLst/>
              <a:rect l="textAreaLeft" t="textAreaTop" r="textAreaRight" b="textAreaBottom"/>
              <a:pathLst>
                <a:path w="2584704" h="2194560">
                  <a:moveTo>
                    <a:pt x="0" y="0"/>
                  </a:moveTo>
                  <a:lnTo>
                    <a:pt x="2584704" y="0"/>
                  </a:lnTo>
                  <a:lnTo>
                    <a:pt x="2584704" y="2194560"/>
                  </a:lnTo>
                  <a:lnTo>
                    <a:pt x="0" y="2194560"/>
                  </a:lnTo>
                  <a:close/>
                </a:path>
              </a:pathLst>
            </a:custGeom>
            <a:blipFill rotWithShape="0">
              <a:blip r:embed="rId3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0" name="TextBox 151"/>
            <p:cNvSpPr/>
            <p:nvPr/>
          </p:nvSpPr>
          <p:spPr>
            <a:xfrm>
              <a:off x="12564000" y="4478400"/>
              <a:ext cx="1938240" cy="170280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64748b"/>
                  </a:solidFill>
                  <a:latin typeface="Calibri (MS)"/>
                  <a:ea typeface="Calibri (MS)"/>
                </a:rPr>
                <a:t>Colour each region by its price. Darker means more expensive.</a:t>
              </a:r>
              <a:endParaRPr b="0" lang="en-US" sz="1600" spc="-1" strike="noStrike">
                <a:solidFill>
                  <a:srgbClr val="000000"/>
                </a:solidFill>
                <a:latin typeface="Arial"/>
              </a:endParaRPr>
            </a:p>
          </p:txBody>
        </p:sp>
      </p:grpSp>
      <p:grpSp>
        <p:nvGrpSpPr>
          <p:cNvPr id="761" name="Group 152"/>
          <p:cNvGrpSpPr/>
          <p:nvPr/>
        </p:nvGrpSpPr>
        <p:grpSpPr>
          <a:xfrm>
            <a:off x="12545640" y="6222600"/>
            <a:ext cx="1974600" cy="3195360"/>
            <a:chOff x="12545640" y="6222600"/>
            <a:chExt cx="1974600" cy="3195360"/>
          </a:xfrm>
        </p:grpSpPr>
        <p:sp>
          <p:nvSpPr>
            <p:cNvPr id="762" name="Freeform 153"/>
            <p:cNvSpPr/>
            <p:nvPr/>
          </p:nvSpPr>
          <p:spPr>
            <a:xfrm>
              <a:off x="12545640" y="6272640"/>
              <a:ext cx="1974600" cy="3145320"/>
            </a:xfrm>
            <a:custGeom>
              <a:avLst/>
              <a:gdLst>
                <a:gd name="textAreaLeft" fmla="*/ 0 w 1974600"/>
                <a:gd name="textAreaRight" fmla="*/ 1974960 w 1974600"/>
                <a:gd name="textAreaTop" fmla="*/ 0 h 3145320"/>
                <a:gd name="textAreaBottom" fmla="*/ 3145680 h 3145320"/>
              </a:gdLst>
              <a:ahLst/>
              <a:rect l="textAreaLeft" t="textAreaTop" r="textAreaRight" b="textAreaBottom"/>
              <a:pathLst>
                <a:path w="2633472" h="4194048">
                  <a:moveTo>
                    <a:pt x="0" y="0"/>
                  </a:moveTo>
                  <a:lnTo>
                    <a:pt x="2633472" y="0"/>
                  </a:lnTo>
                  <a:lnTo>
                    <a:pt x="2633472" y="4194048"/>
                  </a:lnTo>
                  <a:lnTo>
                    <a:pt x="0" y="4194048"/>
                  </a:lnTo>
                  <a:close/>
                </a:path>
              </a:pathLst>
            </a:custGeom>
            <a:blipFill rotWithShape="0">
              <a:blip r:embed="rId3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3" name="TextBox 154"/>
            <p:cNvSpPr/>
            <p:nvPr/>
          </p:nvSpPr>
          <p:spPr>
            <a:xfrm>
              <a:off x="12545640" y="6222600"/>
              <a:ext cx="1974600" cy="3195360"/>
            </a:xfrm>
            <a:prstGeom prst="rect">
              <a:avLst/>
            </a:prstGeom>
            <a:noFill/>
            <a:ln w="0">
              <a:noFill/>
            </a:ln>
          </p:spPr>
          <p:style>
            <a:lnRef idx="0"/>
            <a:fillRef idx="0"/>
            <a:effectRef idx="0"/>
            <a:fontRef idx="minor"/>
          </p:style>
          <p:txBody>
            <a:bodyPr lIns="0" rIns="0" tIns="0" bIns="0" anchor="ctr">
              <a:noAutofit/>
            </a:bodyPr>
            <a:p>
              <a:pPr algn="ctr" defTabSz="914400">
                <a:lnSpc>
                  <a:spcPts val="2098"/>
                </a:lnSpc>
              </a:pPr>
              <a:r>
                <a:rPr b="0" i="1" lang="en-US" sz="1400" spc="-1" strike="noStrike">
                  <a:solidFill>
                    <a:srgbClr val="2a9d8f"/>
                  </a:solidFill>
                  <a:latin typeface="Calibri (MS) Italics"/>
                  <a:ea typeface="Calibri (MS) Italics"/>
                </a:rPr>
                <a:t>[Choropleth: a map where colour encodes a value for each area.]</a:t>
              </a:r>
              <a:endParaRPr b="0" lang="en-US" sz="1400" spc="-1" strike="noStrike">
                <a:solidFill>
                  <a:srgbClr val="000000"/>
                </a:solidFill>
                <a:latin typeface="Arial"/>
              </a:endParaRPr>
            </a:p>
          </p:txBody>
        </p:sp>
      </p:grpSp>
      <p:grpSp>
        <p:nvGrpSpPr>
          <p:cNvPr id="764" name="Group 155"/>
          <p:cNvGrpSpPr/>
          <p:nvPr/>
        </p:nvGrpSpPr>
        <p:grpSpPr>
          <a:xfrm>
            <a:off x="14612040" y="5616360"/>
            <a:ext cx="237240" cy="665280"/>
            <a:chOff x="14612040" y="5616360"/>
            <a:chExt cx="237240" cy="665280"/>
          </a:xfrm>
        </p:grpSpPr>
        <p:sp>
          <p:nvSpPr>
            <p:cNvPr id="765" name="Freeform 156"/>
            <p:cNvSpPr/>
            <p:nvPr/>
          </p:nvSpPr>
          <p:spPr>
            <a:xfrm>
              <a:off x="14612040" y="5623560"/>
              <a:ext cx="237240" cy="658080"/>
            </a:xfrm>
            <a:custGeom>
              <a:avLst/>
              <a:gdLst>
                <a:gd name="textAreaLeft" fmla="*/ 0 w 237240"/>
                <a:gd name="textAreaRight" fmla="*/ 237600 w 237240"/>
                <a:gd name="textAreaTop" fmla="*/ 0 h 658080"/>
                <a:gd name="textAreaBottom" fmla="*/ 658440 h 658080"/>
              </a:gdLst>
              <a:ahLst/>
              <a:rect l="textAreaLeft" t="textAreaTop" r="textAreaRight" b="textAreaBottom"/>
              <a:pathLst>
                <a:path w="316992" h="877824">
                  <a:moveTo>
                    <a:pt x="0" y="0"/>
                  </a:moveTo>
                  <a:lnTo>
                    <a:pt x="316992" y="0"/>
                  </a:lnTo>
                  <a:lnTo>
                    <a:pt x="316992" y="877824"/>
                  </a:lnTo>
                  <a:lnTo>
                    <a:pt x="0" y="877824"/>
                  </a:lnTo>
                  <a:close/>
                </a:path>
              </a:pathLst>
            </a:custGeom>
            <a:blipFill rotWithShape="0">
              <a:blip r:embed="rId3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6" name="TextBox 157"/>
            <p:cNvSpPr/>
            <p:nvPr/>
          </p:nvSpPr>
          <p:spPr>
            <a:xfrm>
              <a:off x="14612040" y="5616360"/>
              <a:ext cx="237240" cy="665280"/>
            </a:xfrm>
            <a:prstGeom prst="rect">
              <a:avLst/>
            </a:prstGeom>
            <a:noFill/>
            <a:ln w="0">
              <a:noFill/>
            </a:ln>
          </p:spPr>
          <p:style>
            <a:lnRef idx="0"/>
            <a:fillRef idx="0"/>
            <a:effectRef idx="0"/>
            <a:fontRef idx="minor"/>
          </p:style>
          <p:txBody>
            <a:bodyPr lIns="0" rIns="0" tIns="0" bIns="0" anchor="ctr">
              <a:noAutofit/>
            </a:bodyPr>
            <a:p>
              <a:pPr algn="ctr" defTabSz="914400">
                <a:lnSpc>
                  <a:spcPts val="2880"/>
                </a:lnSpc>
              </a:pPr>
              <a:r>
                <a:rPr b="1" lang="en-US" sz="2400" spc="-1" strike="noStrike">
                  <a:solidFill>
                    <a:srgbClr val="f4a261"/>
                  </a:solidFill>
                  <a:latin typeface="Trebuchet MS Bold"/>
                  <a:ea typeface="Trebuchet MS Bold"/>
                </a:rPr>
                <a:t>→</a:t>
              </a:r>
              <a:endParaRPr b="0" lang="en-US" sz="2400" spc="-1" strike="noStrike">
                <a:solidFill>
                  <a:srgbClr val="000000"/>
                </a:solidFill>
                <a:latin typeface="Arial"/>
              </a:endParaRPr>
            </a:p>
          </p:txBody>
        </p:sp>
      </p:grpSp>
      <p:grpSp>
        <p:nvGrpSpPr>
          <p:cNvPr id="767" name="Group 158"/>
          <p:cNvGrpSpPr/>
          <p:nvPr/>
        </p:nvGrpSpPr>
        <p:grpSpPr>
          <a:xfrm>
            <a:off x="14861880" y="2334600"/>
            <a:ext cx="2133720" cy="7236000"/>
            <a:chOff x="14861880" y="2334600"/>
            <a:chExt cx="2133720" cy="7236000"/>
          </a:xfrm>
        </p:grpSpPr>
        <p:sp>
          <p:nvSpPr>
            <p:cNvPr id="768" name="Freeform 159"/>
            <p:cNvSpPr/>
            <p:nvPr/>
          </p:nvSpPr>
          <p:spPr>
            <a:xfrm>
              <a:off x="14868000" y="2340720"/>
              <a:ext cx="2121120" cy="7223400"/>
            </a:xfrm>
            <a:custGeom>
              <a:avLst/>
              <a:gdLst>
                <a:gd name="textAreaLeft" fmla="*/ 0 w 2121120"/>
                <a:gd name="textAreaRight" fmla="*/ 2121480 w 2121120"/>
                <a:gd name="textAreaTop" fmla="*/ 0 h 7223400"/>
                <a:gd name="textAreaBottom" fmla="*/ 7223760 h 7223400"/>
              </a:gdLst>
              <a:ahLst/>
              <a:rect l="textAreaLeft" t="textAreaTop" r="textAreaRight" b="textAreaBottom"/>
              <a:pathLst>
                <a:path w="2828544" h="9631680">
                  <a:moveTo>
                    <a:pt x="0" y="0"/>
                  </a:moveTo>
                  <a:lnTo>
                    <a:pt x="2828544" y="0"/>
                  </a:lnTo>
                  <a:lnTo>
                    <a:pt x="2828544" y="9631680"/>
                  </a:lnTo>
                  <a:lnTo>
                    <a:pt x="0" y="9631680"/>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9" name="Freeform 160"/>
            <p:cNvSpPr/>
            <p:nvPr/>
          </p:nvSpPr>
          <p:spPr>
            <a:xfrm>
              <a:off x="14861880" y="2334600"/>
              <a:ext cx="2133720" cy="7236000"/>
            </a:xfrm>
            <a:custGeom>
              <a:avLst/>
              <a:gdLst>
                <a:gd name="textAreaLeft" fmla="*/ 0 w 2133720"/>
                <a:gd name="textAreaRight" fmla="*/ 2134080 w 2133720"/>
                <a:gd name="textAreaTop" fmla="*/ 0 h 7236000"/>
                <a:gd name="textAreaBottom" fmla="*/ 7236360 h 7236000"/>
              </a:gdLst>
              <a:ahLst/>
              <a:rect l="textAreaLeft" t="textAreaTop" r="textAreaRight" b="textAreaBottom"/>
              <a:pathLst>
                <a:path w="2845562" h="9648699">
                  <a:moveTo>
                    <a:pt x="8509" y="0"/>
                  </a:moveTo>
                  <a:lnTo>
                    <a:pt x="2837053" y="0"/>
                  </a:lnTo>
                  <a:cubicBezTo>
                    <a:pt x="2841752" y="0"/>
                    <a:pt x="2845562" y="3810"/>
                    <a:pt x="2845562" y="8509"/>
                  </a:cubicBezTo>
                  <a:lnTo>
                    <a:pt x="2845562" y="9640189"/>
                  </a:lnTo>
                  <a:cubicBezTo>
                    <a:pt x="2845562" y="9644888"/>
                    <a:pt x="2841752" y="9648699"/>
                    <a:pt x="2837053"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2837053" y="9631680"/>
                  </a:lnTo>
                  <a:lnTo>
                    <a:pt x="2837053" y="9640189"/>
                  </a:lnTo>
                  <a:lnTo>
                    <a:pt x="2828544" y="9640189"/>
                  </a:lnTo>
                  <a:lnTo>
                    <a:pt x="2828544" y="8509"/>
                  </a:lnTo>
                  <a:lnTo>
                    <a:pt x="2837053" y="8509"/>
                  </a:lnTo>
                  <a:lnTo>
                    <a:pt x="2837053"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70" name="Group 161"/>
          <p:cNvGrpSpPr/>
          <p:nvPr/>
        </p:nvGrpSpPr>
        <p:grpSpPr>
          <a:xfrm>
            <a:off x="14855400" y="2328120"/>
            <a:ext cx="2146320" cy="720000"/>
            <a:chOff x="14855400" y="2328120"/>
            <a:chExt cx="2146320" cy="720000"/>
          </a:xfrm>
        </p:grpSpPr>
        <p:sp>
          <p:nvSpPr>
            <p:cNvPr id="771" name="Freeform 162"/>
            <p:cNvSpPr/>
            <p:nvPr/>
          </p:nvSpPr>
          <p:spPr>
            <a:xfrm>
              <a:off x="14868000" y="2340720"/>
              <a:ext cx="2121120" cy="694440"/>
            </a:xfrm>
            <a:custGeom>
              <a:avLst/>
              <a:gdLst>
                <a:gd name="textAreaLeft" fmla="*/ 0 w 2121120"/>
                <a:gd name="textAreaRight" fmla="*/ 2121480 w 2121120"/>
                <a:gd name="textAreaTop" fmla="*/ 0 h 694440"/>
                <a:gd name="textAreaBottom" fmla="*/ 694800 h 694440"/>
              </a:gdLst>
              <a:ahLst/>
              <a:rect l="textAreaLeft" t="textAreaTop" r="textAreaRight" b="textAreaBottom"/>
              <a:pathLst>
                <a:path w="2828544" h="926592">
                  <a:moveTo>
                    <a:pt x="0" y="0"/>
                  </a:moveTo>
                  <a:lnTo>
                    <a:pt x="2828544" y="0"/>
                  </a:lnTo>
                  <a:lnTo>
                    <a:pt x="2828544" y="926592"/>
                  </a:lnTo>
                  <a:lnTo>
                    <a:pt x="0" y="926592"/>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2" name="Freeform 163"/>
            <p:cNvSpPr/>
            <p:nvPr/>
          </p:nvSpPr>
          <p:spPr>
            <a:xfrm>
              <a:off x="14855400" y="2328120"/>
              <a:ext cx="2146320" cy="720000"/>
            </a:xfrm>
            <a:custGeom>
              <a:avLst/>
              <a:gdLst>
                <a:gd name="textAreaLeft" fmla="*/ 0 w 2146320"/>
                <a:gd name="textAreaRight" fmla="*/ 2146680 w 2146320"/>
                <a:gd name="textAreaTop" fmla="*/ 0 h 720000"/>
                <a:gd name="textAreaBottom" fmla="*/ 720360 h 720000"/>
              </a:gdLst>
              <a:ahLst/>
              <a:rect l="textAreaLeft" t="textAreaTop" r="textAreaRight" b="textAreaBottom"/>
              <a:pathLst>
                <a:path w="2862326" h="960376">
                  <a:moveTo>
                    <a:pt x="16891" y="0"/>
                  </a:moveTo>
                  <a:lnTo>
                    <a:pt x="2845435" y="0"/>
                  </a:lnTo>
                  <a:cubicBezTo>
                    <a:pt x="2854833" y="0"/>
                    <a:pt x="2862326" y="7620"/>
                    <a:pt x="2862326" y="16891"/>
                  </a:cubicBezTo>
                  <a:lnTo>
                    <a:pt x="2862326" y="943483"/>
                  </a:lnTo>
                  <a:cubicBezTo>
                    <a:pt x="2862326" y="952881"/>
                    <a:pt x="2854706" y="960374"/>
                    <a:pt x="2845435"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845435" y="926592"/>
                  </a:lnTo>
                  <a:lnTo>
                    <a:pt x="2845435" y="943483"/>
                  </a:lnTo>
                  <a:lnTo>
                    <a:pt x="2828544" y="943483"/>
                  </a:lnTo>
                  <a:lnTo>
                    <a:pt x="2828544" y="16891"/>
                  </a:lnTo>
                  <a:lnTo>
                    <a:pt x="2845435" y="16891"/>
                  </a:lnTo>
                  <a:lnTo>
                    <a:pt x="2845435"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773" name="Group 164"/>
          <p:cNvGrpSpPr/>
          <p:nvPr/>
        </p:nvGrpSpPr>
        <p:grpSpPr>
          <a:xfrm>
            <a:off x="14941440" y="2340720"/>
            <a:ext cx="1974600" cy="694440"/>
            <a:chOff x="14941440" y="2340720"/>
            <a:chExt cx="1974600" cy="694440"/>
          </a:xfrm>
        </p:grpSpPr>
        <p:sp>
          <p:nvSpPr>
            <p:cNvPr id="774" name="Freeform 165"/>
            <p:cNvSpPr/>
            <p:nvPr/>
          </p:nvSpPr>
          <p:spPr>
            <a:xfrm>
              <a:off x="14941440" y="2340720"/>
              <a:ext cx="1974600" cy="694440"/>
            </a:xfrm>
            <a:custGeom>
              <a:avLst/>
              <a:gdLst>
                <a:gd name="textAreaLeft" fmla="*/ 0 w 1974600"/>
                <a:gd name="textAreaRight" fmla="*/ 1974960 w 1974600"/>
                <a:gd name="textAreaTop" fmla="*/ 0 h 694440"/>
                <a:gd name="textAreaBottom" fmla="*/ 694800 h 694440"/>
              </a:gdLst>
              <a:ahLst/>
              <a:rect l="textAreaLeft" t="textAreaTop" r="textAreaRight" b="textAreaBottom"/>
              <a:pathLst>
                <a:path w="2633472" h="926592">
                  <a:moveTo>
                    <a:pt x="0" y="0"/>
                  </a:moveTo>
                  <a:lnTo>
                    <a:pt x="2633472" y="0"/>
                  </a:lnTo>
                  <a:lnTo>
                    <a:pt x="2633472" y="926592"/>
                  </a:lnTo>
                  <a:lnTo>
                    <a:pt x="0" y="926592"/>
                  </a:lnTo>
                  <a:close/>
                </a:path>
              </a:pathLst>
            </a:custGeom>
            <a:blipFill rotWithShape="0">
              <a:blip r:embed="rId3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75" name="TextBox 166"/>
            <p:cNvSpPr/>
            <p:nvPr/>
          </p:nvSpPr>
          <p:spPr>
            <a:xfrm>
              <a:off x="14941440" y="2340720"/>
              <a:ext cx="1974600" cy="694440"/>
            </a:xfrm>
            <a:prstGeom prst="rect">
              <a:avLst/>
            </a:prstGeom>
            <a:noFill/>
            <a:ln w="0">
              <a:noFill/>
            </a:ln>
          </p:spPr>
          <p:style>
            <a:lnRef idx="0"/>
            <a:fillRef idx="0"/>
            <a:effectRef idx="0"/>
            <a:fontRef idx="minor"/>
          </p:style>
          <p:txBody>
            <a:bodyPr lIns="0" rIns="0" tIns="0" bIns="0" anchor="ctr">
              <a:noAutofit/>
            </a:bodyPr>
            <a:p>
              <a:pPr algn="ctr" defTabSz="914400">
                <a:lnSpc>
                  <a:spcPts val="3359"/>
                </a:lnSpc>
              </a:pPr>
              <a:r>
                <a:rPr b="1" lang="en-US" sz="2800" spc="-1" strike="noStrike">
                  <a:solidFill>
                    <a:srgbClr val="f4a261"/>
                  </a:solidFill>
                  <a:latin typeface="Trebuchet MS Bold"/>
                  <a:ea typeface="Trebuchet MS Bold"/>
                </a:rPr>
                <a:t>07</a:t>
              </a:r>
              <a:endParaRPr b="0" lang="en-US" sz="2800" spc="-1" strike="noStrike">
                <a:solidFill>
                  <a:srgbClr val="000000"/>
                </a:solidFill>
                <a:latin typeface="Arial"/>
              </a:endParaRPr>
            </a:p>
          </p:txBody>
        </p:sp>
      </p:grpSp>
      <p:grpSp>
        <p:nvGrpSpPr>
          <p:cNvPr id="776" name="Group 167"/>
          <p:cNvGrpSpPr/>
          <p:nvPr/>
        </p:nvGrpSpPr>
        <p:grpSpPr>
          <a:xfrm>
            <a:off x="14959440" y="3084480"/>
            <a:ext cx="1938240" cy="1231200"/>
            <a:chOff x="14959440" y="3084480"/>
            <a:chExt cx="1938240" cy="1231200"/>
          </a:xfrm>
        </p:grpSpPr>
        <p:sp>
          <p:nvSpPr>
            <p:cNvPr id="777" name="Freeform 168"/>
            <p:cNvSpPr/>
            <p:nvPr/>
          </p:nvSpPr>
          <p:spPr>
            <a:xfrm>
              <a:off x="14959440" y="3127320"/>
              <a:ext cx="1938240" cy="1188360"/>
            </a:xfrm>
            <a:custGeom>
              <a:avLst/>
              <a:gdLst>
                <a:gd name="textAreaLeft" fmla="*/ 0 w 1938240"/>
                <a:gd name="textAreaRight" fmla="*/ 1938600 w 1938240"/>
                <a:gd name="textAreaTop" fmla="*/ 0 h 1188360"/>
                <a:gd name="textAreaBottom" fmla="*/ 1188720 h 1188360"/>
              </a:gdLst>
              <a:ahLst/>
              <a:rect l="textAreaLeft" t="textAreaTop" r="textAreaRight" b="textAreaBottom"/>
              <a:pathLst>
                <a:path w="2584704" h="1584960">
                  <a:moveTo>
                    <a:pt x="0" y="0"/>
                  </a:moveTo>
                  <a:lnTo>
                    <a:pt x="2584704" y="0"/>
                  </a:lnTo>
                  <a:lnTo>
                    <a:pt x="2584704" y="1584960"/>
                  </a:lnTo>
                  <a:lnTo>
                    <a:pt x="0" y="1584960"/>
                  </a:lnTo>
                  <a:close/>
                </a:path>
              </a:pathLst>
            </a:custGeom>
            <a:blipFill rotWithShape="0">
              <a:blip r:embed="rId3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78" name="TextBox 169"/>
            <p:cNvSpPr/>
            <p:nvPr/>
          </p:nvSpPr>
          <p:spPr>
            <a:xfrm>
              <a:off x="14959440" y="3084480"/>
              <a:ext cx="1938240" cy="1231200"/>
            </a:xfrm>
            <a:prstGeom prst="rect">
              <a:avLst/>
            </a:prstGeom>
            <a:noFill/>
            <a:ln w="0">
              <a:noFill/>
            </a:ln>
          </p:spPr>
          <p:style>
            <a:lnRef idx="0"/>
            <a:fillRef idx="0"/>
            <a:effectRef idx="0"/>
            <a:fontRef idx="minor"/>
          </p:style>
          <p:txBody>
            <a:bodyPr lIns="0" rIns="0" tIns="0" bIns="0" anchor="ctr">
              <a:noAutofit/>
            </a:bodyPr>
            <a:p>
              <a:pPr algn="ctr" defTabSz="914400">
                <a:lnSpc>
                  <a:spcPts val="2591"/>
                </a:lnSpc>
              </a:pPr>
              <a:r>
                <a:rPr b="1" lang="en-US" sz="1800" spc="-1" strike="noStrike">
                  <a:solidFill>
                    <a:srgbClr val="1a2332"/>
                  </a:solidFill>
                  <a:latin typeface="Trebuchet MS Bold"/>
                  <a:ea typeface="Trebuchet MS Bold"/>
                </a:rPr>
                <a:t>Let Anyone</a:t>
              </a:r>
              <a:endParaRPr b="0" lang="en-US" sz="1800" spc="-1" strike="noStrike">
                <a:solidFill>
                  <a:srgbClr val="000000"/>
                </a:solidFill>
                <a:latin typeface="Arial"/>
              </a:endParaRPr>
            </a:p>
            <a:p>
              <a:pPr algn="ctr" defTabSz="914400">
                <a:lnSpc>
                  <a:spcPts val="2591"/>
                </a:lnSpc>
              </a:pPr>
              <a:r>
                <a:rPr b="1" lang="en-US" sz="1800" spc="-1" strike="noStrike">
                  <a:solidFill>
                    <a:srgbClr val="1a2332"/>
                  </a:solidFill>
                  <a:latin typeface="Trebuchet MS Bold"/>
                  <a:ea typeface="Trebuchet MS Bold"/>
                </a:rPr>
                <a:t>Ask Questions</a:t>
              </a:r>
              <a:endParaRPr b="0" lang="en-US" sz="1800" spc="-1" strike="noStrike">
                <a:solidFill>
                  <a:srgbClr val="000000"/>
                </a:solidFill>
                <a:latin typeface="Arial"/>
              </a:endParaRPr>
            </a:p>
          </p:txBody>
        </p:sp>
      </p:grpSp>
      <p:grpSp>
        <p:nvGrpSpPr>
          <p:cNvPr id="779" name="Group 170"/>
          <p:cNvGrpSpPr/>
          <p:nvPr/>
        </p:nvGrpSpPr>
        <p:grpSpPr>
          <a:xfrm>
            <a:off x="15367680" y="4376520"/>
            <a:ext cx="1122120" cy="98280"/>
            <a:chOff x="15367680" y="4376520"/>
            <a:chExt cx="1122120" cy="98280"/>
          </a:xfrm>
        </p:grpSpPr>
        <p:sp>
          <p:nvSpPr>
            <p:cNvPr id="780" name="Freeform 171"/>
            <p:cNvSpPr/>
            <p:nvPr/>
          </p:nvSpPr>
          <p:spPr>
            <a:xfrm>
              <a:off x="15380280" y="4389120"/>
              <a:ext cx="1096920" cy="72720"/>
            </a:xfrm>
            <a:custGeom>
              <a:avLst/>
              <a:gdLst>
                <a:gd name="textAreaLeft" fmla="*/ 0 w 1096920"/>
                <a:gd name="textAreaRight" fmla="*/ 1097280 w 1096920"/>
                <a:gd name="textAreaTop" fmla="*/ 0 h 72720"/>
                <a:gd name="textAreaBottom" fmla="*/ 73080 h 72720"/>
              </a:gdLst>
              <a:ahLst/>
              <a:rect l="textAreaLeft" t="textAreaTop" r="textAreaRight" b="textAreaBottom"/>
              <a:pathLst>
                <a:path w="1463040" h="97536">
                  <a:moveTo>
                    <a:pt x="0" y="0"/>
                  </a:moveTo>
                  <a:lnTo>
                    <a:pt x="1463040" y="0"/>
                  </a:lnTo>
                  <a:lnTo>
                    <a:pt x="14630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781" name="Freeform 172"/>
            <p:cNvSpPr/>
            <p:nvPr/>
          </p:nvSpPr>
          <p:spPr>
            <a:xfrm>
              <a:off x="15367680" y="4376520"/>
              <a:ext cx="1122120" cy="98280"/>
            </a:xfrm>
            <a:custGeom>
              <a:avLst/>
              <a:gdLst>
                <a:gd name="textAreaLeft" fmla="*/ 0 w 1122120"/>
                <a:gd name="textAreaRight" fmla="*/ 1122480 w 1122120"/>
                <a:gd name="textAreaTop" fmla="*/ 0 h 98280"/>
                <a:gd name="textAreaBottom" fmla="*/ 98640 h 98280"/>
              </a:gdLst>
              <a:ahLst/>
              <a:rect l="textAreaLeft" t="textAreaTop" r="textAreaRight" b="textAreaBottom"/>
              <a:pathLst>
                <a:path w="1496822" h="131320">
                  <a:moveTo>
                    <a:pt x="16891" y="0"/>
                  </a:moveTo>
                  <a:lnTo>
                    <a:pt x="1479931" y="0"/>
                  </a:lnTo>
                  <a:cubicBezTo>
                    <a:pt x="1489329" y="0"/>
                    <a:pt x="1496822" y="7620"/>
                    <a:pt x="1496822" y="16891"/>
                  </a:cubicBezTo>
                  <a:lnTo>
                    <a:pt x="1496822" y="114427"/>
                  </a:lnTo>
                  <a:cubicBezTo>
                    <a:pt x="1496822" y="123825"/>
                    <a:pt x="1489202" y="131318"/>
                    <a:pt x="14799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1479931" y="97536"/>
                  </a:lnTo>
                  <a:lnTo>
                    <a:pt x="1479931" y="114427"/>
                  </a:lnTo>
                  <a:lnTo>
                    <a:pt x="1463040" y="114427"/>
                  </a:lnTo>
                  <a:lnTo>
                    <a:pt x="1463040" y="16891"/>
                  </a:lnTo>
                  <a:lnTo>
                    <a:pt x="1479931" y="16891"/>
                  </a:lnTo>
                  <a:lnTo>
                    <a:pt x="14799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82" name="Group 173"/>
          <p:cNvGrpSpPr/>
          <p:nvPr/>
        </p:nvGrpSpPr>
        <p:grpSpPr>
          <a:xfrm>
            <a:off x="14959440" y="4478400"/>
            <a:ext cx="1938240" cy="1702800"/>
            <a:chOff x="14959440" y="4478400"/>
            <a:chExt cx="1938240" cy="1702800"/>
          </a:xfrm>
        </p:grpSpPr>
        <p:sp>
          <p:nvSpPr>
            <p:cNvPr id="783" name="Freeform 174"/>
            <p:cNvSpPr/>
            <p:nvPr/>
          </p:nvSpPr>
          <p:spPr>
            <a:xfrm>
              <a:off x="14959440" y="4535280"/>
              <a:ext cx="1938240" cy="1645560"/>
            </a:xfrm>
            <a:custGeom>
              <a:avLst/>
              <a:gdLst>
                <a:gd name="textAreaLeft" fmla="*/ 0 w 1938240"/>
                <a:gd name="textAreaRight" fmla="*/ 1938600 w 1938240"/>
                <a:gd name="textAreaTop" fmla="*/ 0 h 1645560"/>
                <a:gd name="textAreaBottom" fmla="*/ 1645920 h 1645560"/>
              </a:gdLst>
              <a:ahLst/>
              <a:rect l="textAreaLeft" t="textAreaTop" r="textAreaRight" b="textAreaBottom"/>
              <a:pathLst>
                <a:path w="2584704" h="2194560">
                  <a:moveTo>
                    <a:pt x="0" y="0"/>
                  </a:moveTo>
                  <a:lnTo>
                    <a:pt x="2584704" y="0"/>
                  </a:lnTo>
                  <a:lnTo>
                    <a:pt x="2584704" y="2194560"/>
                  </a:lnTo>
                  <a:lnTo>
                    <a:pt x="0" y="2194560"/>
                  </a:lnTo>
                  <a:close/>
                </a:path>
              </a:pathLst>
            </a:custGeom>
            <a:blipFill rotWithShape="0">
              <a:blip r:embed="rId3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4" name="TextBox 175"/>
            <p:cNvSpPr/>
            <p:nvPr/>
          </p:nvSpPr>
          <p:spPr>
            <a:xfrm>
              <a:off x="14959440" y="4478400"/>
              <a:ext cx="1938240" cy="1702800"/>
            </a:xfrm>
            <a:prstGeom prst="rect">
              <a:avLst/>
            </a:prstGeom>
            <a:noFill/>
            <a:ln w="0">
              <a:noFill/>
            </a:ln>
          </p:spPr>
          <p:style>
            <a:lnRef idx="0"/>
            <a:fillRef idx="0"/>
            <a:effectRef idx="0"/>
            <a:fontRef idx="minor"/>
          </p:style>
          <p:txBody>
            <a:bodyPr lIns="0" rIns="0" tIns="0" bIns="0" anchor="ctr">
              <a:noAutofit/>
            </a:bodyPr>
            <a:p>
              <a:pPr algn="ctr" defTabSz="914400">
                <a:lnSpc>
                  <a:spcPts val="2497"/>
                </a:lnSpc>
              </a:pPr>
              <a:r>
                <a:rPr b="0" lang="en-US" sz="1600" spc="-1" strike="noStrike">
                  <a:solidFill>
                    <a:srgbClr val="64748b"/>
                  </a:solidFill>
                  <a:latin typeface="Calibri (MS)"/>
                  <a:ea typeface="Calibri (MS)"/>
                </a:rPr>
                <a:t>Build a chat interface so anyone can query in plain English.</a:t>
              </a:r>
              <a:endParaRPr b="0" lang="en-US" sz="1600" spc="-1" strike="noStrike">
                <a:solidFill>
                  <a:srgbClr val="000000"/>
                </a:solidFill>
                <a:latin typeface="Arial"/>
              </a:endParaRPr>
            </a:p>
          </p:txBody>
        </p:sp>
      </p:grpSp>
      <p:grpSp>
        <p:nvGrpSpPr>
          <p:cNvPr id="785" name="Group 176"/>
          <p:cNvGrpSpPr/>
          <p:nvPr/>
        </p:nvGrpSpPr>
        <p:grpSpPr>
          <a:xfrm>
            <a:off x="14941440" y="6222600"/>
            <a:ext cx="1974600" cy="3195360"/>
            <a:chOff x="14941440" y="6222600"/>
            <a:chExt cx="1974600" cy="3195360"/>
          </a:xfrm>
        </p:grpSpPr>
        <p:sp>
          <p:nvSpPr>
            <p:cNvPr id="786" name="Freeform 177"/>
            <p:cNvSpPr/>
            <p:nvPr/>
          </p:nvSpPr>
          <p:spPr>
            <a:xfrm>
              <a:off x="14941440" y="6272640"/>
              <a:ext cx="1974600" cy="3145320"/>
            </a:xfrm>
            <a:custGeom>
              <a:avLst/>
              <a:gdLst>
                <a:gd name="textAreaLeft" fmla="*/ 0 w 1974600"/>
                <a:gd name="textAreaRight" fmla="*/ 1974960 w 1974600"/>
                <a:gd name="textAreaTop" fmla="*/ 0 h 3145320"/>
                <a:gd name="textAreaBottom" fmla="*/ 3145680 h 3145320"/>
              </a:gdLst>
              <a:ahLst/>
              <a:rect l="textAreaLeft" t="textAreaTop" r="textAreaRight" b="textAreaBottom"/>
              <a:pathLst>
                <a:path w="2633472" h="4194048">
                  <a:moveTo>
                    <a:pt x="0" y="0"/>
                  </a:moveTo>
                  <a:lnTo>
                    <a:pt x="2633472" y="0"/>
                  </a:lnTo>
                  <a:lnTo>
                    <a:pt x="2633472" y="4194048"/>
                  </a:lnTo>
                  <a:lnTo>
                    <a:pt x="0" y="4194048"/>
                  </a:lnTo>
                  <a:close/>
                </a:path>
              </a:pathLst>
            </a:custGeom>
            <a:blipFill rotWithShape="0">
              <a:blip r:embed="rId3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7" name="TextBox 178"/>
            <p:cNvSpPr/>
            <p:nvPr/>
          </p:nvSpPr>
          <p:spPr>
            <a:xfrm>
              <a:off x="14941440" y="6222600"/>
              <a:ext cx="1974600" cy="3195360"/>
            </a:xfrm>
            <a:prstGeom prst="rect">
              <a:avLst/>
            </a:prstGeom>
            <a:noFill/>
            <a:ln w="0">
              <a:noFill/>
            </a:ln>
          </p:spPr>
          <p:style>
            <a:lnRef idx="0"/>
            <a:fillRef idx="0"/>
            <a:effectRef idx="0"/>
            <a:fontRef idx="minor"/>
          </p:style>
          <p:txBody>
            <a:bodyPr lIns="0" rIns="0" tIns="0" bIns="0" anchor="ctr">
              <a:noAutofit/>
            </a:bodyPr>
            <a:p>
              <a:pPr algn="ctr" defTabSz="914400">
                <a:lnSpc>
                  <a:spcPts val="2098"/>
                </a:lnSpc>
              </a:pPr>
              <a:r>
                <a:rPr b="0" i="1" lang="en-US" sz="1400" spc="-1" strike="noStrike">
                  <a:solidFill>
                    <a:srgbClr val="2a9d8f"/>
                  </a:solidFill>
                  <a:latin typeface="Calibri (MS) Italics"/>
                  <a:ea typeface="Calibri (MS) Italics"/>
                </a:rPr>
                <a:t>[LLM interface: AI that routes natural language questions to Python for exact answers.]</a:t>
              </a:r>
              <a:endParaRPr b="0" lang="en-US" sz="14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788" name="Group 2"/>
          <p:cNvGrpSpPr/>
          <p:nvPr/>
        </p:nvGrpSpPr>
        <p:grpSpPr>
          <a:xfrm>
            <a:off x="-12600" y="-12600"/>
            <a:ext cx="281160" cy="10311840"/>
            <a:chOff x="-12600" y="-12600"/>
            <a:chExt cx="281160" cy="10311840"/>
          </a:xfrm>
        </p:grpSpPr>
        <p:sp>
          <p:nvSpPr>
            <p:cNvPr id="789"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0"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791" name="Group 5"/>
          <p:cNvGrpSpPr/>
          <p:nvPr/>
        </p:nvGrpSpPr>
        <p:grpSpPr>
          <a:xfrm>
            <a:off x="10607040" y="-1470240"/>
            <a:ext cx="8229240" cy="12808440"/>
            <a:chOff x="10607040" y="-1470240"/>
            <a:chExt cx="8229240" cy="12808440"/>
          </a:xfrm>
        </p:grpSpPr>
        <p:sp>
          <p:nvSpPr>
            <p:cNvPr id="792" name="Freeform 6"/>
            <p:cNvSpPr/>
            <p:nvPr/>
          </p:nvSpPr>
          <p:spPr>
            <a:xfrm>
              <a:off x="10607040" y="-1463040"/>
              <a:ext cx="8229240" cy="12801240"/>
            </a:xfrm>
            <a:custGeom>
              <a:avLst/>
              <a:gdLst>
                <a:gd name="textAreaLeft" fmla="*/ 0 w 8229240"/>
                <a:gd name="textAreaRight" fmla="*/ 8229600 w 8229240"/>
                <a:gd name="textAreaTop" fmla="*/ 0 h 12801240"/>
                <a:gd name="textAreaBottom" fmla="*/ 12801600 h 12801240"/>
              </a:gdLst>
              <a:ahLst/>
              <a:rect l="textAreaLeft" t="textAreaTop" r="textAreaRight" b="textAreaBottom"/>
              <a:pathLst>
                <a:path w="10972800" h="17068800">
                  <a:moveTo>
                    <a:pt x="0" y="0"/>
                  </a:moveTo>
                  <a:lnTo>
                    <a:pt x="10972800" y="0"/>
                  </a:lnTo>
                  <a:lnTo>
                    <a:pt x="10972800" y="17068800"/>
                  </a:lnTo>
                  <a:lnTo>
                    <a:pt x="0" y="17068800"/>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3" name="TextBox 7"/>
            <p:cNvSpPr/>
            <p:nvPr/>
          </p:nvSpPr>
          <p:spPr>
            <a:xfrm>
              <a:off x="10607040" y="-1470240"/>
              <a:ext cx="8229240" cy="12808440"/>
            </a:xfrm>
            <a:prstGeom prst="rect">
              <a:avLst/>
            </a:prstGeom>
            <a:noFill/>
            <a:ln w="0">
              <a:noFill/>
            </a:ln>
          </p:spPr>
          <p:style>
            <a:lnRef idx="0"/>
            <a:fillRef idx="0"/>
            <a:effectRef idx="0"/>
            <a:fontRef idx="minor"/>
          </p:style>
          <p:txBody>
            <a:bodyPr lIns="0" rIns="0" tIns="0" bIns="0" anchor="ctr">
              <a:noAutofit/>
            </a:bodyPr>
            <a:p>
              <a:pPr defTabSz="914400">
                <a:lnSpc>
                  <a:spcPts val="47999"/>
                </a:lnSpc>
              </a:pPr>
              <a:r>
                <a:rPr b="1" lang="en-US" sz="40000" spc="-1" strike="noStrike">
                  <a:solidFill>
                    <a:srgbClr val="ffffff"/>
                  </a:solidFill>
                  <a:latin typeface="Trebuchet MS Bold"/>
                  <a:ea typeface="Trebuchet MS Bold"/>
                </a:rPr>
                <a:t>03</a:t>
              </a:r>
              <a:endParaRPr b="0" lang="en-US" sz="40000" spc="-1" strike="noStrike">
                <a:solidFill>
                  <a:srgbClr val="ffffff"/>
                </a:solidFill>
                <a:latin typeface="Arial"/>
              </a:endParaRPr>
            </a:p>
          </p:txBody>
        </p:sp>
      </p:grpSp>
      <p:grpSp>
        <p:nvGrpSpPr>
          <p:cNvPr id="794" name="Group 8"/>
          <p:cNvGrpSpPr/>
          <p:nvPr/>
        </p:nvGrpSpPr>
        <p:grpSpPr>
          <a:xfrm>
            <a:off x="1645920" y="2088720"/>
            <a:ext cx="9143640" cy="708840"/>
            <a:chOff x="1645920" y="2088720"/>
            <a:chExt cx="9143640" cy="708840"/>
          </a:xfrm>
        </p:grpSpPr>
        <p:sp>
          <p:nvSpPr>
            <p:cNvPr id="795" name="Freeform 9"/>
            <p:cNvSpPr/>
            <p:nvPr/>
          </p:nvSpPr>
          <p:spPr>
            <a:xfrm>
              <a:off x="1645920" y="2103120"/>
              <a:ext cx="9143640" cy="694440"/>
            </a:xfrm>
            <a:custGeom>
              <a:avLst/>
              <a:gdLst>
                <a:gd name="textAreaLeft" fmla="*/ 0 w 9143640"/>
                <a:gd name="textAreaRight" fmla="*/ 9144000 w 9143640"/>
                <a:gd name="textAreaTop" fmla="*/ 0 h 694440"/>
                <a:gd name="textAreaBottom" fmla="*/ 694800 h 694440"/>
              </a:gdLst>
              <a:ahLst/>
              <a:rect l="textAreaLeft" t="textAreaTop" r="textAreaRight" b="textAreaBottom"/>
              <a:pathLst>
                <a:path w="12192000" h="926592">
                  <a:moveTo>
                    <a:pt x="0" y="0"/>
                  </a:moveTo>
                  <a:lnTo>
                    <a:pt x="12192000" y="0"/>
                  </a:lnTo>
                  <a:lnTo>
                    <a:pt x="12192000" y="926592"/>
                  </a:lnTo>
                  <a:lnTo>
                    <a:pt x="0" y="926592"/>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6" name="TextBox 10"/>
            <p:cNvSpPr/>
            <p:nvPr/>
          </p:nvSpPr>
          <p:spPr>
            <a:xfrm>
              <a:off x="1645920" y="2088720"/>
              <a:ext cx="914364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797" strike="noStrike">
                  <a:solidFill>
                    <a:srgbClr val="f4a261"/>
                  </a:solidFill>
                  <a:latin typeface="Trebuchet MS Bold"/>
                  <a:ea typeface="Trebuchet MS Bold"/>
                </a:rPr>
                <a:t>SECTION 03</a:t>
              </a:r>
              <a:endParaRPr b="0" lang="en-US" sz="2200" spc="-1" strike="noStrike">
                <a:solidFill>
                  <a:srgbClr val="ffffff"/>
                </a:solidFill>
                <a:latin typeface="Arial"/>
              </a:endParaRPr>
            </a:p>
          </p:txBody>
        </p:sp>
      </p:grpSp>
      <p:grpSp>
        <p:nvGrpSpPr>
          <p:cNvPr id="797" name="Group 11"/>
          <p:cNvGrpSpPr/>
          <p:nvPr/>
        </p:nvGrpSpPr>
        <p:grpSpPr>
          <a:xfrm>
            <a:off x="1645920" y="2911680"/>
            <a:ext cx="15727320" cy="2482920"/>
            <a:chOff x="1645920" y="2911680"/>
            <a:chExt cx="15727320" cy="2482920"/>
          </a:xfrm>
        </p:grpSpPr>
        <p:sp>
          <p:nvSpPr>
            <p:cNvPr id="798" name="Freeform 12"/>
            <p:cNvSpPr/>
            <p:nvPr/>
          </p:nvSpPr>
          <p:spPr>
            <a:xfrm>
              <a:off x="1645920" y="2926080"/>
              <a:ext cx="15727320" cy="2468520"/>
            </a:xfrm>
            <a:custGeom>
              <a:avLst/>
              <a:gdLst>
                <a:gd name="textAreaLeft" fmla="*/ 0 w 15727320"/>
                <a:gd name="textAreaRight" fmla="*/ 15727680 w 15727320"/>
                <a:gd name="textAreaTop" fmla="*/ 0 h 2468520"/>
                <a:gd name="textAreaBottom" fmla="*/ 2468880 h 2468520"/>
              </a:gdLst>
              <a:ahLst/>
              <a:rect l="textAreaLeft" t="textAreaTop" r="textAreaRight" b="textAreaBottom"/>
              <a:pathLst>
                <a:path w="20970239" h="3291840">
                  <a:moveTo>
                    <a:pt x="0" y="0"/>
                  </a:moveTo>
                  <a:lnTo>
                    <a:pt x="20970239" y="0"/>
                  </a:lnTo>
                  <a:lnTo>
                    <a:pt x="20970239" y="3291840"/>
                  </a:lnTo>
                  <a:lnTo>
                    <a:pt x="0" y="329184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9" name="TextBox 13"/>
            <p:cNvSpPr/>
            <p:nvPr/>
          </p:nvSpPr>
          <p:spPr>
            <a:xfrm>
              <a:off x="1645920" y="2911680"/>
              <a:ext cx="15727320" cy="2482920"/>
            </a:xfrm>
            <a:prstGeom prst="rect">
              <a:avLst/>
            </a:prstGeom>
            <a:noFill/>
            <a:ln w="0">
              <a:noFill/>
            </a:ln>
          </p:spPr>
          <p:style>
            <a:lnRef idx="0"/>
            <a:fillRef idx="0"/>
            <a:effectRef idx="0"/>
            <a:fontRef idx="minor"/>
          </p:style>
          <p:txBody>
            <a:bodyPr lIns="0" rIns="0" tIns="0" bIns="0" anchor="ctr">
              <a:noAutofit/>
            </a:bodyPr>
            <a:p>
              <a:pPr defTabSz="914400">
                <a:lnSpc>
                  <a:spcPts val="8640"/>
                </a:lnSpc>
              </a:pPr>
              <a:r>
                <a:rPr b="1" lang="en-US" sz="7200" spc="-1" strike="noStrike">
                  <a:solidFill>
                    <a:srgbClr val="ffffff"/>
                  </a:solidFill>
                  <a:latin typeface="Trebuchet MS Bold"/>
                  <a:ea typeface="Trebuchet MS Bold"/>
                </a:rPr>
                <a:t>Our Tools</a:t>
              </a:r>
              <a:endParaRPr b="0" lang="en-US" sz="7200" spc="-1" strike="noStrike">
                <a:solidFill>
                  <a:srgbClr val="ffffff"/>
                </a:solidFill>
                <a:latin typeface="Arial"/>
              </a:endParaRPr>
            </a:p>
          </p:txBody>
        </p:sp>
      </p:grpSp>
      <p:grpSp>
        <p:nvGrpSpPr>
          <p:cNvPr id="800" name="Group 14"/>
          <p:cNvGrpSpPr/>
          <p:nvPr/>
        </p:nvGrpSpPr>
        <p:grpSpPr>
          <a:xfrm>
            <a:off x="1645920" y="5527800"/>
            <a:ext cx="13715640" cy="1112040"/>
            <a:chOff x="1645920" y="5527800"/>
            <a:chExt cx="13715640" cy="1112040"/>
          </a:xfrm>
        </p:grpSpPr>
        <p:sp>
          <p:nvSpPr>
            <p:cNvPr id="801" name="Freeform 15"/>
            <p:cNvSpPr/>
            <p:nvPr/>
          </p:nvSpPr>
          <p:spPr>
            <a:xfrm>
              <a:off x="1645920" y="5577840"/>
              <a:ext cx="13715640" cy="1062000"/>
            </a:xfrm>
            <a:custGeom>
              <a:avLst/>
              <a:gdLst>
                <a:gd name="textAreaLeft" fmla="*/ 0 w 13715640"/>
                <a:gd name="textAreaRight" fmla="*/ 13716000 w 13715640"/>
                <a:gd name="textAreaTop" fmla="*/ 0 h 1062000"/>
                <a:gd name="textAreaBottom" fmla="*/ 1062360 h 1062000"/>
              </a:gdLst>
              <a:ahLst/>
              <a:rect l="textAreaLeft" t="textAreaTop" r="textAreaRight" b="textAreaBottom"/>
              <a:pathLst>
                <a:path w="18288000" h="1416397">
                  <a:moveTo>
                    <a:pt x="0" y="0"/>
                  </a:moveTo>
                  <a:lnTo>
                    <a:pt x="18288000" y="0"/>
                  </a:lnTo>
                  <a:lnTo>
                    <a:pt x="18288000" y="1416397"/>
                  </a:lnTo>
                  <a:lnTo>
                    <a:pt x="0" y="1416397"/>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02" name="TextBox 16"/>
            <p:cNvSpPr/>
            <p:nvPr/>
          </p:nvSpPr>
          <p:spPr>
            <a:xfrm>
              <a:off x="1645920" y="5527800"/>
              <a:ext cx="13715640" cy="1112040"/>
            </a:xfrm>
            <a:prstGeom prst="rect">
              <a:avLst/>
            </a:prstGeom>
            <a:noFill/>
            <a:ln w="0">
              <a:noFill/>
            </a:ln>
          </p:spPr>
          <p:style>
            <a:lnRef idx="0"/>
            <a:fillRef idx="0"/>
            <a:effectRef idx="0"/>
            <a:fontRef idx="minor"/>
          </p:style>
          <p:txBody>
            <a:bodyPr lIns="0" rIns="0" tIns="0" bIns="0" anchor="ctr">
              <a:noAutofit/>
            </a:bodyPr>
            <a:p>
              <a:pPr defTabSz="914400">
                <a:lnSpc>
                  <a:spcPts val="3600"/>
                </a:lnSpc>
              </a:pPr>
              <a:r>
                <a:rPr b="0" i="1" lang="en-US" sz="3000" spc="-1" strike="noStrike">
                  <a:solidFill>
                    <a:srgbClr val="ffffff"/>
                  </a:solidFill>
                  <a:latin typeface="Calibri (MS) Italics"/>
                  <a:ea typeface="Calibri (MS) Italics"/>
                </a:rPr>
                <a:t>Python's geographic upgrade. What each library does </a:t>
              </a:r>
              <a:endParaRPr b="0" lang="en-US" sz="3000" spc="-1" strike="noStrike">
                <a:solidFill>
                  <a:srgbClr val="ffffff"/>
                </a:solidFill>
                <a:latin typeface="Arial"/>
              </a:endParaRPr>
            </a:p>
            <a:p>
              <a:pPr defTabSz="914400">
                <a:lnSpc>
                  <a:spcPts val="3600"/>
                </a:lnSpc>
              </a:pPr>
              <a:r>
                <a:rPr b="0" i="1" lang="en-US" sz="3000" spc="-1" strike="noStrike">
                  <a:solidFill>
                    <a:srgbClr val="ffffff"/>
                  </a:solidFill>
                  <a:latin typeface="Calibri (MS) Italics"/>
                  <a:ea typeface="Calibri (MS) Italics"/>
                </a:rPr>
                <a:t>and why we need it.</a:t>
              </a:r>
              <a:endParaRPr b="0" lang="en-US" sz="30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803" name="Group 2"/>
          <p:cNvGrpSpPr/>
          <p:nvPr/>
        </p:nvGrpSpPr>
        <p:grpSpPr>
          <a:xfrm>
            <a:off x="-12600" y="-12600"/>
            <a:ext cx="18312840" cy="1524600"/>
            <a:chOff x="-12600" y="-12600"/>
            <a:chExt cx="18312840" cy="1524600"/>
          </a:xfrm>
        </p:grpSpPr>
        <p:sp>
          <p:nvSpPr>
            <p:cNvPr id="804"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5"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806" name="Group 5"/>
          <p:cNvGrpSpPr/>
          <p:nvPr/>
        </p:nvGrpSpPr>
        <p:grpSpPr>
          <a:xfrm>
            <a:off x="-12600" y="-12600"/>
            <a:ext cx="281160" cy="1524600"/>
            <a:chOff x="-12600" y="-12600"/>
            <a:chExt cx="281160" cy="1524600"/>
          </a:xfrm>
        </p:grpSpPr>
        <p:sp>
          <p:nvSpPr>
            <p:cNvPr id="807"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08"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09" name="Group 8"/>
          <p:cNvGrpSpPr/>
          <p:nvPr/>
        </p:nvGrpSpPr>
        <p:grpSpPr>
          <a:xfrm>
            <a:off x="640080" y="-14400"/>
            <a:ext cx="17007480" cy="1513800"/>
            <a:chOff x="640080" y="-14400"/>
            <a:chExt cx="17007480" cy="1513800"/>
          </a:xfrm>
        </p:grpSpPr>
        <p:sp>
          <p:nvSpPr>
            <p:cNvPr id="810"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1"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Your Python Toolkit Gets a Geographic Upgrade</a:t>
              </a:r>
              <a:endParaRPr b="0" lang="en-US" sz="4000" spc="-1" strike="noStrike">
                <a:solidFill>
                  <a:srgbClr val="000000"/>
                </a:solidFill>
                <a:latin typeface="Arial"/>
              </a:endParaRPr>
            </a:p>
          </p:txBody>
        </p:sp>
      </p:grpSp>
      <p:grpSp>
        <p:nvGrpSpPr>
          <p:cNvPr id="812" name="Group 11"/>
          <p:cNvGrpSpPr/>
          <p:nvPr/>
        </p:nvGrpSpPr>
        <p:grpSpPr>
          <a:xfrm>
            <a:off x="548640" y="1573560"/>
            <a:ext cx="17190360" cy="583920"/>
            <a:chOff x="548640" y="1573560"/>
            <a:chExt cx="17190360" cy="583920"/>
          </a:xfrm>
        </p:grpSpPr>
        <p:sp>
          <p:nvSpPr>
            <p:cNvPr id="813" name="Freeform 12"/>
            <p:cNvSpPr/>
            <p:nvPr/>
          </p:nvSpPr>
          <p:spPr>
            <a:xfrm>
              <a:off x="548640" y="1609200"/>
              <a:ext cx="17190360" cy="548280"/>
            </a:xfrm>
            <a:custGeom>
              <a:avLst/>
              <a:gdLst>
                <a:gd name="textAreaLeft" fmla="*/ 0 w 17190360"/>
                <a:gd name="textAreaRight" fmla="*/ 17190720 w 17190360"/>
                <a:gd name="textAreaTop" fmla="*/ 0 h 548280"/>
                <a:gd name="textAreaBottom" fmla="*/ 548640 h 548280"/>
              </a:gdLst>
              <a:ahLst/>
              <a:rect l="textAreaLeft" t="textAreaTop" r="textAreaRight" b="textAreaBottom"/>
              <a:pathLst>
                <a:path w="22920961" h="731520">
                  <a:moveTo>
                    <a:pt x="0" y="0"/>
                  </a:moveTo>
                  <a:lnTo>
                    <a:pt x="22920961" y="0"/>
                  </a:lnTo>
                  <a:lnTo>
                    <a:pt x="22920961" y="731520"/>
                  </a:lnTo>
                  <a:lnTo>
                    <a:pt x="0" y="73152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4" name="TextBox 13"/>
            <p:cNvSpPr/>
            <p:nvPr/>
          </p:nvSpPr>
          <p:spPr>
            <a:xfrm>
              <a:off x="548640" y="1573560"/>
              <a:ext cx="17190360" cy="58392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0" i="1" lang="en-US" sz="2200" spc="-1" strike="noStrike">
                  <a:solidFill>
                    <a:srgbClr val="64748b"/>
                  </a:solidFill>
                  <a:latin typeface="Calibri (MS) Italics"/>
                  <a:ea typeface="Calibri (MS) Italics"/>
                </a:rPr>
                <a:t>You already know the foundation. We are adding one new layer on top of it.</a:t>
              </a:r>
              <a:endParaRPr b="0" lang="en-US" sz="2200" spc="-1" strike="noStrike">
                <a:solidFill>
                  <a:srgbClr val="000000"/>
                </a:solidFill>
                <a:latin typeface="Arial"/>
              </a:endParaRPr>
            </a:p>
          </p:txBody>
        </p:sp>
      </p:grpSp>
      <p:grpSp>
        <p:nvGrpSpPr>
          <p:cNvPr id="815" name="Group 14"/>
          <p:cNvGrpSpPr/>
          <p:nvPr/>
        </p:nvGrpSpPr>
        <p:grpSpPr>
          <a:xfrm>
            <a:off x="548640" y="2278800"/>
            <a:ext cx="10058040" cy="665280"/>
            <a:chOff x="548640" y="2278800"/>
            <a:chExt cx="10058040" cy="665280"/>
          </a:xfrm>
        </p:grpSpPr>
        <p:sp>
          <p:nvSpPr>
            <p:cNvPr id="816" name="Freeform 15"/>
            <p:cNvSpPr/>
            <p:nvPr/>
          </p:nvSpPr>
          <p:spPr>
            <a:xfrm>
              <a:off x="548640" y="2286000"/>
              <a:ext cx="10058040" cy="658080"/>
            </a:xfrm>
            <a:custGeom>
              <a:avLst/>
              <a:gdLst>
                <a:gd name="textAreaLeft" fmla="*/ 0 w 10058040"/>
                <a:gd name="textAreaRight" fmla="*/ 10058400 w 10058040"/>
                <a:gd name="textAreaTop" fmla="*/ 0 h 658080"/>
                <a:gd name="textAreaBottom" fmla="*/ 658440 h 658080"/>
              </a:gdLst>
              <a:ahLst/>
              <a:rect l="textAreaLeft" t="textAreaTop" r="textAreaRight" b="textAreaBottom"/>
              <a:pathLst>
                <a:path w="13411200" h="877824">
                  <a:moveTo>
                    <a:pt x="0" y="0"/>
                  </a:moveTo>
                  <a:lnTo>
                    <a:pt x="13411200" y="0"/>
                  </a:lnTo>
                  <a:lnTo>
                    <a:pt x="13411200" y="877824"/>
                  </a:lnTo>
                  <a:lnTo>
                    <a:pt x="0" y="877824"/>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7" name="TextBox 16"/>
            <p:cNvSpPr/>
            <p:nvPr/>
          </p:nvSpPr>
          <p:spPr>
            <a:xfrm>
              <a:off x="548640" y="2278800"/>
              <a:ext cx="10058040" cy="66528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b4965"/>
                  </a:solidFill>
                  <a:latin typeface="Trebuchet MS Bold"/>
                  <a:ea typeface="Trebuchet MS Bold"/>
                </a:rPr>
                <a:t>What you likely already know</a:t>
              </a:r>
              <a:endParaRPr b="0" lang="en-US" sz="2400" spc="-1" strike="noStrike">
                <a:solidFill>
                  <a:srgbClr val="000000"/>
                </a:solidFill>
                <a:latin typeface="Arial"/>
              </a:endParaRPr>
            </a:p>
          </p:txBody>
        </p:sp>
      </p:grpSp>
      <p:grpSp>
        <p:nvGrpSpPr>
          <p:cNvPr id="818" name="Group 17"/>
          <p:cNvGrpSpPr/>
          <p:nvPr/>
        </p:nvGrpSpPr>
        <p:grpSpPr>
          <a:xfrm>
            <a:off x="536040" y="2968200"/>
            <a:ext cx="10083240" cy="98280"/>
            <a:chOff x="536040" y="2968200"/>
            <a:chExt cx="10083240" cy="98280"/>
          </a:xfrm>
        </p:grpSpPr>
        <p:sp>
          <p:nvSpPr>
            <p:cNvPr id="819" name="Freeform 18"/>
            <p:cNvSpPr/>
            <p:nvPr/>
          </p:nvSpPr>
          <p:spPr>
            <a:xfrm>
              <a:off x="548640" y="2980800"/>
              <a:ext cx="10058040" cy="72720"/>
            </a:xfrm>
            <a:custGeom>
              <a:avLst/>
              <a:gdLst>
                <a:gd name="textAreaLeft" fmla="*/ 0 w 10058040"/>
                <a:gd name="textAreaRight" fmla="*/ 10058400 w 10058040"/>
                <a:gd name="textAreaTop" fmla="*/ 0 h 72720"/>
                <a:gd name="textAreaBottom" fmla="*/ 73080 h 72720"/>
              </a:gdLst>
              <a:ahLst/>
              <a:rect l="textAreaLeft" t="textAreaTop" r="textAreaRight" b="textAreaBottom"/>
              <a:pathLst>
                <a:path w="13411199" h="97536">
                  <a:moveTo>
                    <a:pt x="0" y="0"/>
                  </a:moveTo>
                  <a:lnTo>
                    <a:pt x="13411199" y="0"/>
                  </a:lnTo>
                  <a:lnTo>
                    <a:pt x="13411199" y="97536"/>
                  </a:lnTo>
                  <a:lnTo>
                    <a:pt x="0" y="97536"/>
                  </a:lnTo>
                  <a:close/>
                </a:path>
              </a:pathLst>
            </a:custGeom>
            <a:solidFill>
              <a:srgbClr val="cbd5e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820" name="Freeform 19"/>
            <p:cNvSpPr/>
            <p:nvPr/>
          </p:nvSpPr>
          <p:spPr>
            <a:xfrm>
              <a:off x="536040" y="2968200"/>
              <a:ext cx="10083240" cy="98280"/>
            </a:xfrm>
            <a:custGeom>
              <a:avLst/>
              <a:gdLst>
                <a:gd name="textAreaLeft" fmla="*/ 0 w 10083240"/>
                <a:gd name="textAreaRight" fmla="*/ 10083600 w 10083240"/>
                <a:gd name="textAreaTop" fmla="*/ 0 h 98280"/>
                <a:gd name="textAreaBottom" fmla="*/ 98640 h 98280"/>
              </a:gdLst>
              <a:ahLst/>
              <a:rect l="textAreaLeft" t="textAreaTop" r="textAreaRight" b="textAreaBottom"/>
              <a:pathLst>
                <a:path w="13444982" h="131320">
                  <a:moveTo>
                    <a:pt x="16891" y="0"/>
                  </a:moveTo>
                  <a:lnTo>
                    <a:pt x="13428090" y="0"/>
                  </a:lnTo>
                  <a:cubicBezTo>
                    <a:pt x="13437490" y="0"/>
                    <a:pt x="13444982" y="7620"/>
                    <a:pt x="13444982" y="16891"/>
                  </a:cubicBezTo>
                  <a:lnTo>
                    <a:pt x="13444982" y="114427"/>
                  </a:lnTo>
                  <a:cubicBezTo>
                    <a:pt x="13444982" y="123825"/>
                    <a:pt x="13437363" y="131318"/>
                    <a:pt x="134280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13428090" y="97536"/>
                  </a:lnTo>
                  <a:lnTo>
                    <a:pt x="13428090" y="114427"/>
                  </a:lnTo>
                  <a:lnTo>
                    <a:pt x="13411200" y="114427"/>
                  </a:lnTo>
                  <a:lnTo>
                    <a:pt x="13411200" y="16891"/>
                  </a:lnTo>
                  <a:lnTo>
                    <a:pt x="13428090" y="16891"/>
                  </a:lnTo>
                  <a:lnTo>
                    <a:pt x="13428090" y="33909"/>
                  </a:lnTo>
                  <a:lnTo>
                    <a:pt x="16891" y="33909"/>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21" name="Group 20"/>
          <p:cNvGrpSpPr/>
          <p:nvPr/>
        </p:nvGrpSpPr>
        <p:grpSpPr>
          <a:xfrm>
            <a:off x="542160" y="3139200"/>
            <a:ext cx="4913640" cy="2792160"/>
            <a:chOff x="542160" y="3139200"/>
            <a:chExt cx="4913640" cy="2792160"/>
          </a:xfrm>
        </p:grpSpPr>
        <p:sp>
          <p:nvSpPr>
            <p:cNvPr id="822" name="Freeform 21"/>
            <p:cNvSpPr/>
            <p:nvPr/>
          </p:nvSpPr>
          <p:spPr>
            <a:xfrm>
              <a:off x="548640" y="3145680"/>
              <a:ext cx="4900680" cy="2779560"/>
            </a:xfrm>
            <a:custGeom>
              <a:avLst/>
              <a:gdLst>
                <a:gd name="textAreaLeft" fmla="*/ 0 w 4900680"/>
                <a:gd name="textAreaRight" fmla="*/ 4901040 w 4900680"/>
                <a:gd name="textAreaTop" fmla="*/ 0 h 2779560"/>
                <a:gd name="textAreaBottom" fmla="*/ 2779920 h 2779560"/>
              </a:gdLst>
              <a:ahLst/>
              <a:rect l="textAreaLeft" t="textAreaTop" r="textAreaRight" b="textAreaBottom"/>
              <a:pathLst>
                <a:path w="6534912" h="3706368">
                  <a:moveTo>
                    <a:pt x="0" y="0"/>
                  </a:moveTo>
                  <a:lnTo>
                    <a:pt x="6534912" y="0"/>
                  </a:lnTo>
                  <a:lnTo>
                    <a:pt x="6534912" y="3706368"/>
                  </a:lnTo>
                  <a:lnTo>
                    <a:pt x="0" y="3706368"/>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3" name="Freeform 22"/>
            <p:cNvSpPr/>
            <p:nvPr/>
          </p:nvSpPr>
          <p:spPr>
            <a:xfrm>
              <a:off x="542160" y="3139200"/>
              <a:ext cx="4913640" cy="2792160"/>
            </a:xfrm>
            <a:custGeom>
              <a:avLst/>
              <a:gdLst>
                <a:gd name="textAreaLeft" fmla="*/ 0 w 4913640"/>
                <a:gd name="textAreaRight" fmla="*/ 4914000 w 4913640"/>
                <a:gd name="textAreaTop" fmla="*/ 0 h 2792160"/>
                <a:gd name="textAreaBottom" fmla="*/ 2792520 h 2792160"/>
              </a:gdLst>
              <a:ahLst/>
              <a:rect l="textAreaLeft" t="textAreaTop" r="textAreaRight" b="textAreaBottom"/>
              <a:pathLst>
                <a:path w="6551930" h="3723386">
                  <a:moveTo>
                    <a:pt x="8509" y="0"/>
                  </a:moveTo>
                  <a:lnTo>
                    <a:pt x="6543421" y="0"/>
                  </a:lnTo>
                  <a:cubicBezTo>
                    <a:pt x="6548120" y="0"/>
                    <a:pt x="6551930" y="3810"/>
                    <a:pt x="6551930" y="8509"/>
                  </a:cubicBezTo>
                  <a:lnTo>
                    <a:pt x="6551930" y="3714877"/>
                  </a:lnTo>
                  <a:cubicBezTo>
                    <a:pt x="6551930" y="3719576"/>
                    <a:pt x="6548120" y="3723386"/>
                    <a:pt x="6543421" y="3723386"/>
                  </a:cubicBezTo>
                  <a:lnTo>
                    <a:pt x="8509" y="3723386"/>
                  </a:lnTo>
                  <a:cubicBezTo>
                    <a:pt x="3810" y="3723386"/>
                    <a:pt x="0" y="3719576"/>
                    <a:pt x="0" y="3714877"/>
                  </a:cubicBezTo>
                  <a:lnTo>
                    <a:pt x="0" y="8509"/>
                  </a:lnTo>
                  <a:cubicBezTo>
                    <a:pt x="0" y="3810"/>
                    <a:pt x="3810" y="0"/>
                    <a:pt x="8509" y="0"/>
                  </a:cubicBezTo>
                  <a:moveTo>
                    <a:pt x="8509" y="16891"/>
                  </a:moveTo>
                  <a:lnTo>
                    <a:pt x="8509" y="8509"/>
                  </a:lnTo>
                  <a:lnTo>
                    <a:pt x="17018" y="8509"/>
                  </a:lnTo>
                  <a:lnTo>
                    <a:pt x="17018" y="3714877"/>
                  </a:lnTo>
                  <a:lnTo>
                    <a:pt x="8509" y="3714877"/>
                  </a:lnTo>
                  <a:lnTo>
                    <a:pt x="8509" y="3706368"/>
                  </a:lnTo>
                  <a:lnTo>
                    <a:pt x="6543421" y="3706368"/>
                  </a:lnTo>
                  <a:lnTo>
                    <a:pt x="6543421" y="3714877"/>
                  </a:lnTo>
                  <a:lnTo>
                    <a:pt x="6534912" y="3714877"/>
                  </a:lnTo>
                  <a:lnTo>
                    <a:pt x="6534912" y="8509"/>
                  </a:lnTo>
                  <a:lnTo>
                    <a:pt x="6543421" y="8509"/>
                  </a:lnTo>
                  <a:lnTo>
                    <a:pt x="6543421"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24" name="Group 23"/>
          <p:cNvGrpSpPr/>
          <p:nvPr/>
        </p:nvGrpSpPr>
        <p:grpSpPr>
          <a:xfrm>
            <a:off x="536040" y="3132720"/>
            <a:ext cx="4926240" cy="98280"/>
            <a:chOff x="536040" y="3132720"/>
            <a:chExt cx="4926240" cy="98280"/>
          </a:xfrm>
        </p:grpSpPr>
        <p:sp>
          <p:nvSpPr>
            <p:cNvPr id="825" name="Freeform 24"/>
            <p:cNvSpPr/>
            <p:nvPr/>
          </p:nvSpPr>
          <p:spPr>
            <a:xfrm>
              <a:off x="548640" y="3145680"/>
              <a:ext cx="4900680" cy="72720"/>
            </a:xfrm>
            <a:custGeom>
              <a:avLst/>
              <a:gdLst>
                <a:gd name="textAreaLeft" fmla="*/ 0 w 4900680"/>
                <a:gd name="textAreaRight" fmla="*/ 4901040 w 4900680"/>
                <a:gd name="textAreaTop" fmla="*/ 0 h 72720"/>
                <a:gd name="textAreaBottom" fmla="*/ 73080 h 72720"/>
              </a:gdLst>
              <a:ahLst/>
              <a:rect l="textAreaLeft" t="textAreaTop" r="textAreaRight" b="textAreaBottom"/>
              <a:pathLst>
                <a:path w="6534912" h="97536">
                  <a:moveTo>
                    <a:pt x="0" y="0"/>
                  </a:moveTo>
                  <a:lnTo>
                    <a:pt x="6534912" y="0"/>
                  </a:lnTo>
                  <a:lnTo>
                    <a:pt x="6534912" y="97536"/>
                  </a:lnTo>
                  <a:lnTo>
                    <a:pt x="0" y="97536"/>
                  </a:lnTo>
                  <a:close/>
                </a:path>
              </a:pathLst>
            </a:custGeom>
            <a:solidFill>
              <a:srgbClr val="2a9d8f"/>
            </a:solidFill>
            <a:ln w="0">
              <a:noFill/>
            </a:ln>
          </p:spPr>
          <p:style>
            <a:lnRef idx="0"/>
            <a:fillRef idx="0"/>
            <a:effectRef idx="0"/>
            <a:fontRef idx="minor"/>
          </p:style>
          <p:txBody>
            <a:bodyPr lIns="90000" rIns="90000" tIns="28080" bIns="28080" anchor="t">
              <a:noAutofit/>
            </a:bodyPr>
            <a:p>
              <a:endParaRPr b="0" lang="en-US" sz="1800" spc="-1" strike="noStrike">
                <a:solidFill>
                  <a:srgbClr val="ffffff"/>
                </a:solidFill>
                <a:latin typeface="Arial"/>
              </a:endParaRPr>
            </a:p>
          </p:txBody>
        </p:sp>
        <p:sp>
          <p:nvSpPr>
            <p:cNvPr id="826" name="Freeform 25"/>
            <p:cNvSpPr/>
            <p:nvPr/>
          </p:nvSpPr>
          <p:spPr>
            <a:xfrm>
              <a:off x="536040" y="3132720"/>
              <a:ext cx="4926240" cy="98280"/>
            </a:xfrm>
            <a:custGeom>
              <a:avLst/>
              <a:gdLst>
                <a:gd name="textAreaLeft" fmla="*/ 0 w 4926240"/>
                <a:gd name="textAreaRight" fmla="*/ 4926600 w 4926240"/>
                <a:gd name="textAreaTop" fmla="*/ 0 h 98280"/>
                <a:gd name="textAreaBottom" fmla="*/ 98640 h 98280"/>
              </a:gdLst>
              <a:ahLst/>
              <a:rect l="textAreaLeft" t="textAreaTop" r="textAreaRight" b="textAreaBottom"/>
              <a:pathLst>
                <a:path w="6568694" h="131320">
                  <a:moveTo>
                    <a:pt x="16891" y="0"/>
                  </a:moveTo>
                  <a:lnTo>
                    <a:pt x="6551803" y="0"/>
                  </a:lnTo>
                  <a:cubicBezTo>
                    <a:pt x="6561201" y="0"/>
                    <a:pt x="6568694" y="7620"/>
                    <a:pt x="6568694" y="16891"/>
                  </a:cubicBezTo>
                  <a:lnTo>
                    <a:pt x="6568694" y="114427"/>
                  </a:lnTo>
                  <a:cubicBezTo>
                    <a:pt x="6568694" y="123825"/>
                    <a:pt x="6561074" y="131318"/>
                    <a:pt x="6551803"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6551803" y="97536"/>
                  </a:lnTo>
                  <a:lnTo>
                    <a:pt x="6551803" y="114427"/>
                  </a:lnTo>
                  <a:lnTo>
                    <a:pt x="6534912" y="114427"/>
                  </a:lnTo>
                  <a:lnTo>
                    <a:pt x="6534912" y="16891"/>
                  </a:lnTo>
                  <a:lnTo>
                    <a:pt x="6551803" y="16891"/>
                  </a:lnTo>
                  <a:lnTo>
                    <a:pt x="6551803"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827" name="Group 26"/>
          <p:cNvGrpSpPr/>
          <p:nvPr/>
        </p:nvGrpSpPr>
        <p:grpSpPr>
          <a:xfrm>
            <a:off x="768240" y="3321360"/>
            <a:ext cx="4461840" cy="738360"/>
            <a:chOff x="768240" y="3321360"/>
            <a:chExt cx="4461840" cy="738360"/>
          </a:xfrm>
        </p:grpSpPr>
        <p:sp>
          <p:nvSpPr>
            <p:cNvPr id="828" name="Freeform 27"/>
            <p:cNvSpPr/>
            <p:nvPr/>
          </p:nvSpPr>
          <p:spPr>
            <a:xfrm>
              <a:off x="768240" y="3328560"/>
              <a:ext cx="4461840" cy="731160"/>
            </a:xfrm>
            <a:custGeom>
              <a:avLst/>
              <a:gdLst>
                <a:gd name="textAreaLeft" fmla="*/ 0 w 4461840"/>
                <a:gd name="textAreaRight" fmla="*/ 4462200 w 4461840"/>
                <a:gd name="textAreaTop" fmla="*/ 0 h 731160"/>
                <a:gd name="textAreaBottom" fmla="*/ 731520 h 731160"/>
              </a:gdLst>
              <a:ahLst/>
              <a:rect l="textAreaLeft" t="textAreaTop" r="textAreaRight" b="textAreaBottom"/>
              <a:pathLst>
                <a:path w="5949696" h="975360">
                  <a:moveTo>
                    <a:pt x="0" y="0"/>
                  </a:moveTo>
                  <a:lnTo>
                    <a:pt x="5949696" y="0"/>
                  </a:lnTo>
                  <a:lnTo>
                    <a:pt x="5949696" y="975360"/>
                  </a:lnTo>
                  <a:lnTo>
                    <a:pt x="0" y="97536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9" name="TextBox 28"/>
            <p:cNvSpPr/>
            <p:nvPr/>
          </p:nvSpPr>
          <p:spPr>
            <a:xfrm>
              <a:off x="768240" y="3321360"/>
              <a:ext cx="4461840" cy="73836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2a9d8f"/>
                  </a:solidFill>
                  <a:latin typeface="Trebuchet MS Bold"/>
                  <a:ea typeface="Trebuchet MS Bold"/>
                </a:rPr>
                <a:t>pandas</a:t>
              </a:r>
              <a:endParaRPr b="0" lang="en-US" sz="2400" spc="-1" strike="noStrike">
                <a:solidFill>
                  <a:srgbClr val="000000"/>
                </a:solidFill>
                <a:latin typeface="Arial"/>
              </a:endParaRPr>
            </a:p>
          </p:txBody>
        </p:sp>
      </p:grpSp>
      <p:grpSp>
        <p:nvGrpSpPr>
          <p:cNvPr id="830" name="Group 29"/>
          <p:cNvGrpSpPr/>
          <p:nvPr/>
        </p:nvGrpSpPr>
        <p:grpSpPr>
          <a:xfrm>
            <a:off x="768240" y="4098240"/>
            <a:ext cx="4461840" cy="1607400"/>
            <a:chOff x="768240" y="4098240"/>
            <a:chExt cx="4461840" cy="1607400"/>
          </a:xfrm>
        </p:grpSpPr>
        <p:sp>
          <p:nvSpPr>
            <p:cNvPr id="831" name="Freeform 30"/>
            <p:cNvSpPr/>
            <p:nvPr/>
          </p:nvSpPr>
          <p:spPr>
            <a:xfrm>
              <a:off x="768240" y="4169520"/>
              <a:ext cx="4461840" cy="1535760"/>
            </a:xfrm>
            <a:custGeom>
              <a:avLst/>
              <a:gdLst>
                <a:gd name="textAreaLeft" fmla="*/ 0 w 4461840"/>
                <a:gd name="textAreaRight" fmla="*/ 4462200 w 4461840"/>
                <a:gd name="textAreaTop" fmla="*/ 0 h 1535760"/>
                <a:gd name="textAreaBottom" fmla="*/ 1536120 h 1535760"/>
              </a:gdLst>
              <a:ahLst/>
              <a:rect l="textAreaLeft" t="textAreaTop" r="textAreaRight" b="textAreaBottom"/>
              <a:pathLst>
                <a:path w="5949696" h="2048256">
                  <a:moveTo>
                    <a:pt x="0" y="0"/>
                  </a:moveTo>
                  <a:lnTo>
                    <a:pt x="5949696" y="0"/>
                  </a:lnTo>
                  <a:lnTo>
                    <a:pt x="5949696" y="2048256"/>
                  </a:lnTo>
                  <a:lnTo>
                    <a:pt x="0" y="2048256"/>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32" name="TextBox 31"/>
            <p:cNvSpPr/>
            <p:nvPr/>
          </p:nvSpPr>
          <p:spPr>
            <a:xfrm>
              <a:off x="768240" y="4098240"/>
              <a:ext cx="4461840" cy="160740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64748b"/>
                  </a:solidFill>
                  <a:latin typeface="Calibri (MS)"/>
                  <a:ea typeface="Calibri (MS)"/>
                </a:rPr>
                <a:t>Load CSV files. Filter rows. GroupBy. Merge tables. The workhorse of data analysis.</a:t>
              </a:r>
              <a:endParaRPr b="0" lang="en-US" sz="1900" spc="-1" strike="noStrike">
                <a:solidFill>
                  <a:srgbClr val="000000"/>
                </a:solidFill>
                <a:latin typeface="Arial"/>
              </a:endParaRPr>
            </a:p>
          </p:txBody>
        </p:sp>
      </p:grpSp>
      <p:grpSp>
        <p:nvGrpSpPr>
          <p:cNvPr id="833" name="Group 32"/>
          <p:cNvGrpSpPr/>
          <p:nvPr/>
        </p:nvGrpSpPr>
        <p:grpSpPr>
          <a:xfrm>
            <a:off x="5626440" y="3139200"/>
            <a:ext cx="4913640" cy="2792160"/>
            <a:chOff x="5626440" y="3139200"/>
            <a:chExt cx="4913640" cy="2792160"/>
          </a:xfrm>
        </p:grpSpPr>
        <p:sp>
          <p:nvSpPr>
            <p:cNvPr id="834" name="Freeform 33"/>
            <p:cNvSpPr/>
            <p:nvPr/>
          </p:nvSpPr>
          <p:spPr>
            <a:xfrm>
              <a:off x="5632560" y="3145680"/>
              <a:ext cx="4900680" cy="2779560"/>
            </a:xfrm>
            <a:custGeom>
              <a:avLst/>
              <a:gdLst>
                <a:gd name="textAreaLeft" fmla="*/ 0 w 4900680"/>
                <a:gd name="textAreaRight" fmla="*/ 4901040 w 4900680"/>
                <a:gd name="textAreaTop" fmla="*/ 0 h 2779560"/>
                <a:gd name="textAreaBottom" fmla="*/ 2779920 h 2779560"/>
              </a:gdLst>
              <a:ahLst/>
              <a:rect l="textAreaLeft" t="textAreaTop" r="textAreaRight" b="textAreaBottom"/>
              <a:pathLst>
                <a:path w="6534912" h="3706368">
                  <a:moveTo>
                    <a:pt x="0" y="0"/>
                  </a:moveTo>
                  <a:lnTo>
                    <a:pt x="6534912" y="0"/>
                  </a:lnTo>
                  <a:lnTo>
                    <a:pt x="6534912" y="3706368"/>
                  </a:lnTo>
                  <a:lnTo>
                    <a:pt x="0" y="3706368"/>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35" name="Freeform 34"/>
            <p:cNvSpPr/>
            <p:nvPr/>
          </p:nvSpPr>
          <p:spPr>
            <a:xfrm>
              <a:off x="5626440" y="3139200"/>
              <a:ext cx="4913640" cy="2792160"/>
            </a:xfrm>
            <a:custGeom>
              <a:avLst/>
              <a:gdLst>
                <a:gd name="textAreaLeft" fmla="*/ 0 w 4913640"/>
                <a:gd name="textAreaRight" fmla="*/ 4914000 w 4913640"/>
                <a:gd name="textAreaTop" fmla="*/ 0 h 2792160"/>
                <a:gd name="textAreaBottom" fmla="*/ 2792520 h 2792160"/>
              </a:gdLst>
              <a:ahLst/>
              <a:rect l="textAreaLeft" t="textAreaTop" r="textAreaRight" b="textAreaBottom"/>
              <a:pathLst>
                <a:path w="6551930" h="3723386">
                  <a:moveTo>
                    <a:pt x="8509" y="0"/>
                  </a:moveTo>
                  <a:lnTo>
                    <a:pt x="6543421" y="0"/>
                  </a:lnTo>
                  <a:cubicBezTo>
                    <a:pt x="6548120" y="0"/>
                    <a:pt x="6551930" y="3810"/>
                    <a:pt x="6551930" y="8509"/>
                  </a:cubicBezTo>
                  <a:lnTo>
                    <a:pt x="6551930" y="3714877"/>
                  </a:lnTo>
                  <a:cubicBezTo>
                    <a:pt x="6551930" y="3719576"/>
                    <a:pt x="6548120" y="3723386"/>
                    <a:pt x="6543421" y="3723386"/>
                  </a:cubicBezTo>
                  <a:lnTo>
                    <a:pt x="8509" y="3723386"/>
                  </a:lnTo>
                  <a:cubicBezTo>
                    <a:pt x="3810" y="3723386"/>
                    <a:pt x="0" y="3719576"/>
                    <a:pt x="0" y="3714877"/>
                  </a:cubicBezTo>
                  <a:lnTo>
                    <a:pt x="0" y="8509"/>
                  </a:lnTo>
                  <a:cubicBezTo>
                    <a:pt x="0" y="3810"/>
                    <a:pt x="3810" y="0"/>
                    <a:pt x="8509" y="0"/>
                  </a:cubicBezTo>
                  <a:moveTo>
                    <a:pt x="8509" y="16891"/>
                  </a:moveTo>
                  <a:lnTo>
                    <a:pt x="8509" y="8509"/>
                  </a:lnTo>
                  <a:lnTo>
                    <a:pt x="17018" y="8509"/>
                  </a:lnTo>
                  <a:lnTo>
                    <a:pt x="17018" y="3714877"/>
                  </a:lnTo>
                  <a:lnTo>
                    <a:pt x="8509" y="3714877"/>
                  </a:lnTo>
                  <a:lnTo>
                    <a:pt x="8509" y="3706368"/>
                  </a:lnTo>
                  <a:lnTo>
                    <a:pt x="6543421" y="3706368"/>
                  </a:lnTo>
                  <a:lnTo>
                    <a:pt x="6543421" y="3714877"/>
                  </a:lnTo>
                  <a:lnTo>
                    <a:pt x="6534912" y="3714877"/>
                  </a:lnTo>
                  <a:lnTo>
                    <a:pt x="6534912" y="8509"/>
                  </a:lnTo>
                  <a:lnTo>
                    <a:pt x="6543421" y="8509"/>
                  </a:lnTo>
                  <a:lnTo>
                    <a:pt x="6543421"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36" name="Group 35"/>
          <p:cNvGrpSpPr/>
          <p:nvPr/>
        </p:nvGrpSpPr>
        <p:grpSpPr>
          <a:xfrm>
            <a:off x="5619960" y="3132720"/>
            <a:ext cx="4926240" cy="98280"/>
            <a:chOff x="5619960" y="3132720"/>
            <a:chExt cx="4926240" cy="98280"/>
          </a:xfrm>
        </p:grpSpPr>
        <p:sp>
          <p:nvSpPr>
            <p:cNvPr id="837" name="Freeform 36"/>
            <p:cNvSpPr/>
            <p:nvPr/>
          </p:nvSpPr>
          <p:spPr>
            <a:xfrm>
              <a:off x="5632560" y="3145680"/>
              <a:ext cx="4900680" cy="72720"/>
            </a:xfrm>
            <a:custGeom>
              <a:avLst/>
              <a:gdLst>
                <a:gd name="textAreaLeft" fmla="*/ 0 w 4900680"/>
                <a:gd name="textAreaRight" fmla="*/ 4901040 w 4900680"/>
                <a:gd name="textAreaTop" fmla="*/ 0 h 72720"/>
                <a:gd name="textAreaBottom" fmla="*/ 73080 h 72720"/>
              </a:gdLst>
              <a:ahLst/>
              <a:rect l="textAreaLeft" t="textAreaTop" r="textAreaRight" b="textAreaBottom"/>
              <a:pathLst>
                <a:path w="6534912" h="97536">
                  <a:moveTo>
                    <a:pt x="0" y="0"/>
                  </a:moveTo>
                  <a:lnTo>
                    <a:pt x="6534912" y="0"/>
                  </a:lnTo>
                  <a:lnTo>
                    <a:pt x="6534912"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838" name="Freeform 37"/>
            <p:cNvSpPr/>
            <p:nvPr/>
          </p:nvSpPr>
          <p:spPr>
            <a:xfrm>
              <a:off x="5619960" y="3132720"/>
              <a:ext cx="4926240" cy="98280"/>
            </a:xfrm>
            <a:custGeom>
              <a:avLst/>
              <a:gdLst>
                <a:gd name="textAreaLeft" fmla="*/ 0 w 4926240"/>
                <a:gd name="textAreaRight" fmla="*/ 4926600 w 4926240"/>
                <a:gd name="textAreaTop" fmla="*/ 0 h 98280"/>
                <a:gd name="textAreaBottom" fmla="*/ 98640 h 98280"/>
              </a:gdLst>
              <a:ahLst/>
              <a:rect l="textAreaLeft" t="textAreaTop" r="textAreaRight" b="textAreaBottom"/>
              <a:pathLst>
                <a:path w="6568694" h="131320">
                  <a:moveTo>
                    <a:pt x="16891" y="0"/>
                  </a:moveTo>
                  <a:lnTo>
                    <a:pt x="6551803" y="0"/>
                  </a:lnTo>
                  <a:cubicBezTo>
                    <a:pt x="6561201" y="0"/>
                    <a:pt x="6568694" y="7620"/>
                    <a:pt x="6568694" y="16891"/>
                  </a:cubicBezTo>
                  <a:lnTo>
                    <a:pt x="6568694" y="114427"/>
                  </a:lnTo>
                  <a:cubicBezTo>
                    <a:pt x="6568694" y="123825"/>
                    <a:pt x="6561074" y="131318"/>
                    <a:pt x="6551803"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6551803" y="97536"/>
                  </a:lnTo>
                  <a:lnTo>
                    <a:pt x="6551803" y="114427"/>
                  </a:lnTo>
                  <a:lnTo>
                    <a:pt x="6534912" y="114427"/>
                  </a:lnTo>
                  <a:lnTo>
                    <a:pt x="6534912" y="16891"/>
                  </a:lnTo>
                  <a:lnTo>
                    <a:pt x="6551803" y="16891"/>
                  </a:lnTo>
                  <a:lnTo>
                    <a:pt x="6551803"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39" name="Group 38"/>
          <p:cNvGrpSpPr/>
          <p:nvPr/>
        </p:nvGrpSpPr>
        <p:grpSpPr>
          <a:xfrm>
            <a:off x="5852160" y="3321360"/>
            <a:ext cx="4461840" cy="738360"/>
            <a:chOff x="5852160" y="3321360"/>
            <a:chExt cx="4461840" cy="738360"/>
          </a:xfrm>
        </p:grpSpPr>
        <p:sp>
          <p:nvSpPr>
            <p:cNvPr id="840" name="Freeform 39"/>
            <p:cNvSpPr/>
            <p:nvPr/>
          </p:nvSpPr>
          <p:spPr>
            <a:xfrm>
              <a:off x="5852160" y="3328560"/>
              <a:ext cx="4461840" cy="731160"/>
            </a:xfrm>
            <a:custGeom>
              <a:avLst/>
              <a:gdLst>
                <a:gd name="textAreaLeft" fmla="*/ 0 w 4461840"/>
                <a:gd name="textAreaRight" fmla="*/ 4462200 w 4461840"/>
                <a:gd name="textAreaTop" fmla="*/ 0 h 731160"/>
                <a:gd name="textAreaBottom" fmla="*/ 731520 h 731160"/>
              </a:gdLst>
              <a:ahLst/>
              <a:rect l="textAreaLeft" t="textAreaTop" r="textAreaRight" b="textAreaBottom"/>
              <a:pathLst>
                <a:path w="5949696" h="975360">
                  <a:moveTo>
                    <a:pt x="0" y="0"/>
                  </a:moveTo>
                  <a:lnTo>
                    <a:pt x="5949696" y="0"/>
                  </a:lnTo>
                  <a:lnTo>
                    <a:pt x="5949696" y="975360"/>
                  </a:lnTo>
                  <a:lnTo>
                    <a:pt x="0" y="975360"/>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1" name="TextBox 40"/>
            <p:cNvSpPr/>
            <p:nvPr/>
          </p:nvSpPr>
          <p:spPr>
            <a:xfrm>
              <a:off x="5852160" y="3321360"/>
              <a:ext cx="4461840" cy="73836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4a261"/>
                  </a:solidFill>
                  <a:latin typeface="Trebuchet MS Bold"/>
                  <a:ea typeface="Trebuchet MS Bold"/>
                </a:rPr>
                <a:t>matplotlib</a:t>
              </a:r>
              <a:endParaRPr b="0" lang="en-US" sz="2400" spc="-1" strike="noStrike">
                <a:solidFill>
                  <a:srgbClr val="000000"/>
                </a:solidFill>
                <a:latin typeface="Arial"/>
              </a:endParaRPr>
            </a:p>
          </p:txBody>
        </p:sp>
      </p:grpSp>
      <p:grpSp>
        <p:nvGrpSpPr>
          <p:cNvPr id="842" name="Group 41"/>
          <p:cNvGrpSpPr/>
          <p:nvPr/>
        </p:nvGrpSpPr>
        <p:grpSpPr>
          <a:xfrm>
            <a:off x="5852160" y="4098240"/>
            <a:ext cx="4461840" cy="1607400"/>
            <a:chOff x="5852160" y="4098240"/>
            <a:chExt cx="4461840" cy="1607400"/>
          </a:xfrm>
        </p:grpSpPr>
        <p:sp>
          <p:nvSpPr>
            <p:cNvPr id="843" name="Freeform 42"/>
            <p:cNvSpPr/>
            <p:nvPr/>
          </p:nvSpPr>
          <p:spPr>
            <a:xfrm>
              <a:off x="5852160" y="4169520"/>
              <a:ext cx="4461840" cy="1535760"/>
            </a:xfrm>
            <a:custGeom>
              <a:avLst/>
              <a:gdLst>
                <a:gd name="textAreaLeft" fmla="*/ 0 w 4461840"/>
                <a:gd name="textAreaRight" fmla="*/ 4462200 w 4461840"/>
                <a:gd name="textAreaTop" fmla="*/ 0 h 1535760"/>
                <a:gd name="textAreaBottom" fmla="*/ 1536120 h 1535760"/>
              </a:gdLst>
              <a:ahLst/>
              <a:rect l="textAreaLeft" t="textAreaTop" r="textAreaRight" b="textAreaBottom"/>
              <a:pathLst>
                <a:path w="5949696" h="2048256">
                  <a:moveTo>
                    <a:pt x="0" y="0"/>
                  </a:moveTo>
                  <a:lnTo>
                    <a:pt x="5949696" y="0"/>
                  </a:lnTo>
                  <a:lnTo>
                    <a:pt x="5949696" y="2048256"/>
                  </a:lnTo>
                  <a:lnTo>
                    <a:pt x="0" y="2048256"/>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4" name="TextBox 43"/>
            <p:cNvSpPr/>
            <p:nvPr/>
          </p:nvSpPr>
          <p:spPr>
            <a:xfrm>
              <a:off x="5852160" y="4098240"/>
              <a:ext cx="4461840" cy="160740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64748b"/>
                  </a:solidFill>
                  <a:latin typeface="Calibri (MS)"/>
                  <a:ea typeface="Calibri (MS)"/>
                </a:rPr>
                <a:t>Draw charts, bar plots, scatter plots. Visualising data you already have in a table.</a:t>
              </a:r>
              <a:endParaRPr b="0" lang="en-US" sz="1900" spc="-1" strike="noStrike">
                <a:solidFill>
                  <a:srgbClr val="000000"/>
                </a:solidFill>
                <a:latin typeface="Arial"/>
              </a:endParaRPr>
            </a:p>
          </p:txBody>
        </p:sp>
      </p:grpSp>
      <p:grpSp>
        <p:nvGrpSpPr>
          <p:cNvPr id="845" name="Group 44"/>
          <p:cNvGrpSpPr/>
          <p:nvPr/>
        </p:nvGrpSpPr>
        <p:grpSpPr>
          <a:xfrm>
            <a:off x="542160" y="6102000"/>
            <a:ext cx="4913640" cy="2792160"/>
            <a:chOff x="542160" y="6102000"/>
            <a:chExt cx="4913640" cy="2792160"/>
          </a:xfrm>
        </p:grpSpPr>
        <p:sp>
          <p:nvSpPr>
            <p:cNvPr id="846" name="Freeform 45"/>
            <p:cNvSpPr/>
            <p:nvPr/>
          </p:nvSpPr>
          <p:spPr>
            <a:xfrm>
              <a:off x="548640" y="6108120"/>
              <a:ext cx="4900680" cy="2779560"/>
            </a:xfrm>
            <a:custGeom>
              <a:avLst/>
              <a:gdLst>
                <a:gd name="textAreaLeft" fmla="*/ 0 w 4900680"/>
                <a:gd name="textAreaRight" fmla="*/ 4901040 w 4900680"/>
                <a:gd name="textAreaTop" fmla="*/ 0 h 2779560"/>
                <a:gd name="textAreaBottom" fmla="*/ 2779920 h 2779560"/>
              </a:gdLst>
              <a:ahLst/>
              <a:rect l="textAreaLeft" t="textAreaTop" r="textAreaRight" b="textAreaBottom"/>
              <a:pathLst>
                <a:path w="6534912" h="3706368">
                  <a:moveTo>
                    <a:pt x="0" y="0"/>
                  </a:moveTo>
                  <a:lnTo>
                    <a:pt x="6534912" y="0"/>
                  </a:lnTo>
                  <a:lnTo>
                    <a:pt x="6534912" y="3706368"/>
                  </a:lnTo>
                  <a:lnTo>
                    <a:pt x="0" y="3706368"/>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7" name="Freeform 46"/>
            <p:cNvSpPr/>
            <p:nvPr/>
          </p:nvSpPr>
          <p:spPr>
            <a:xfrm>
              <a:off x="542160" y="6102000"/>
              <a:ext cx="4913640" cy="2792160"/>
            </a:xfrm>
            <a:custGeom>
              <a:avLst/>
              <a:gdLst>
                <a:gd name="textAreaLeft" fmla="*/ 0 w 4913640"/>
                <a:gd name="textAreaRight" fmla="*/ 4914000 w 4913640"/>
                <a:gd name="textAreaTop" fmla="*/ 0 h 2792160"/>
                <a:gd name="textAreaBottom" fmla="*/ 2792520 h 2792160"/>
              </a:gdLst>
              <a:ahLst/>
              <a:rect l="textAreaLeft" t="textAreaTop" r="textAreaRight" b="textAreaBottom"/>
              <a:pathLst>
                <a:path w="6551930" h="3723386">
                  <a:moveTo>
                    <a:pt x="8509" y="0"/>
                  </a:moveTo>
                  <a:lnTo>
                    <a:pt x="6543421" y="0"/>
                  </a:lnTo>
                  <a:cubicBezTo>
                    <a:pt x="6548120" y="0"/>
                    <a:pt x="6551930" y="3810"/>
                    <a:pt x="6551930" y="8509"/>
                  </a:cubicBezTo>
                  <a:lnTo>
                    <a:pt x="6551930" y="3714877"/>
                  </a:lnTo>
                  <a:cubicBezTo>
                    <a:pt x="6551930" y="3719576"/>
                    <a:pt x="6548120" y="3723386"/>
                    <a:pt x="6543421" y="3723386"/>
                  </a:cubicBezTo>
                  <a:lnTo>
                    <a:pt x="8509" y="3723386"/>
                  </a:lnTo>
                  <a:cubicBezTo>
                    <a:pt x="3810" y="3723386"/>
                    <a:pt x="0" y="3719576"/>
                    <a:pt x="0" y="3714877"/>
                  </a:cubicBezTo>
                  <a:lnTo>
                    <a:pt x="0" y="8509"/>
                  </a:lnTo>
                  <a:cubicBezTo>
                    <a:pt x="0" y="3810"/>
                    <a:pt x="3810" y="0"/>
                    <a:pt x="8509" y="0"/>
                  </a:cubicBezTo>
                  <a:moveTo>
                    <a:pt x="8509" y="16891"/>
                  </a:moveTo>
                  <a:lnTo>
                    <a:pt x="8509" y="8509"/>
                  </a:lnTo>
                  <a:lnTo>
                    <a:pt x="17018" y="8509"/>
                  </a:lnTo>
                  <a:lnTo>
                    <a:pt x="17018" y="3714877"/>
                  </a:lnTo>
                  <a:lnTo>
                    <a:pt x="8509" y="3714877"/>
                  </a:lnTo>
                  <a:lnTo>
                    <a:pt x="8509" y="3706368"/>
                  </a:lnTo>
                  <a:lnTo>
                    <a:pt x="6543421" y="3706368"/>
                  </a:lnTo>
                  <a:lnTo>
                    <a:pt x="6543421" y="3714877"/>
                  </a:lnTo>
                  <a:lnTo>
                    <a:pt x="6534912" y="3714877"/>
                  </a:lnTo>
                  <a:lnTo>
                    <a:pt x="6534912" y="8509"/>
                  </a:lnTo>
                  <a:lnTo>
                    <a:pt x="6543421" y="8509"/>
                  </a:lnTo>
                  <a:lnTo>
                    <a:pt x="6543421"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48" name="Group 47"/>
          <p:cNvGrpSpPr/>
          <p:nvPr/>
        </p:nvGrpSpPr>
        <p:grpSpPr>
          <a:xfrm>
            <a:off x="536040" y="6095520"/>
            <a:ext cx="4926240" cy="98280"/>
            <a:chOff x="536040" y="6095520"/>
            <a:chExt cx="4926240" cy="98280"/>
          </a:xfrm>
        </p:grpSpPr>
        <p:sp>
          <p:nvSpPr>
            <p:cNvPr id="849" name="Freeform 48"/>
            <p:cNvSpPr/>
            <p:nvPr/>
          </p:nvSpPr>
          <p:spPr>
            <a:xfrm>
              <a:off x="548640" y="6108120"/>
              <a:ext cx="4900680" cy="72720"/>
            </a:xfrm>
            <a:custGeom>
              <a:avLst/>
              <a:gdLst>
                <a:gd name="textAreaLeft" fmla="*/ 0 w 4900680"/>
                <a:gd name="textAreaRight" fmla="*/ 4901040 w 4900680"/>
                <a:gd name="textAreaTop" fmla="*/ 0 h 72720"/>
                <a:gd name="textAreaBottom" fmla="*/ 73080 h 72720"/>
              </a:gdLst>
              <a:ahLst/>
              <a:rect l="textAreaLeft" t="textAreaTop" r="textAreaRight" b="textAreaBottom"/>
              <a:pathLst>
                <a:path w="6534912" h="97536">
                  <a:moveTo>
                    <a:pt x="0" y="0"/>
                  </a:moveTo>
                  <a:lnTo>
                    <a:pt x="6534912" y="0"/>
                  </a:lnTo>
                  <a:lnTo>
                    <a:pt x="6534912" y="97536"/>
                  </a:lnTo>
                  <a:lnTo>
                    <a:pt x="0" y="97536"/>
                  </a:lnTo>
                  <a:close/>
                </a:path>
              </a:pathLst>
            </a:custGeom>
            <a:solidFill>
              <a:srgbClr val="2a9d8f"/>
            </a:solidFill>
            <a:ln w="0">
              <a:noFill/>
            </a:ln>
          </p:spPr>
          <p:style>
            <a:lnRef idx="0"/>
            <a:fillRef idx="0"/>
            <a:effectRef idx="0"/>
            <a:fontRef idx="minor"/>
          </p:style>
          <p:txBody>
            <a:bodyPr lIns="90000" rIns="90000" tIns="28080" bIns="28080" anchor="t">
              <a:noAutofit/>
            </a:bodyPr>
            <a:p>
              <a:endParaRPr b="0" lang="en-US" sz="1800" spc="-1" strike="noStrike">
                <a:solidFill>
                  <a:srgbClr val="ffffff"/>
                </a:solidFill>
                <a:latin typeface="Arial"/>
              </a:endParaRPr>
            </a:p>
          </p:txBody>
        </p:sp>
        <p:sp>
          <p:nvSpPr>
            <p:cNvPr id="850" name="Freeform 49"/>
            <p:cNvSpPr/>
            <p:nvPr/>
          </p:nvSpPr>
          <p:spPr>
            <a:xfrm>
              <a:off x="536040" y="6095520"/>
              <a:ext cx="4926240" cy="98280"/>
            </a:xfrm>
            <a:custGeom>
              <a:avLst/>
              <a:gdLst>
                <a:gd name="textAreaLeft" fmla="*/ 0 w 4926240"/>
                <a:gd name="textAreaRight" fmla="*/ 4926600 w 4926240"/>
                <a:gd name="textAreaTop" fmla="*/ 0 h 98280"/>
                <a:gd name="textAreaBottom" fmla="*/ 98640 h 98280"/>
              </a:gdLst>
              <a:ahLst/>
              <a:rect l="textAreaLeft" t="textAreaTop" r="textAreaRight" b="textAreaBottom"/>
              <a:pathLst>
                <a:path w="6568694" h="131320">
                  <a:moveTo>
                    <a:pt x="16891" y="0"/>
                  </a:moveTo>
                  <a:lnTo>
                    <a:pt x="6551803" y="0"/>
                  </a:lnTo>
                  <a:cubicBezTo>
                    <a:pt x="6561201" y="0"/>
                    <a:pt x="6568694" y="7620"/>
                    <a:pt x="6568694" y="16891"/>
                  </a:cubicBezTo>
                  <a:lnTo>
                    <a:pt x="6568694" y="114427"/>
                  </a:lnTo>
                  <a:cubicBezTo>
                    <a:pt x="6568694" y="123825"/>
                    <a:pt x="6561074" y="131318"/>
                    <a:pt x="6551803"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6551803" y="97536"/>
                  </a:lnTo>
                  <a:lnTo>
                    <a:pt x="6551803" y="114427"/>
                  </a:lnTo>
                  <a:lnTo>
                    <a:pt x="6534912" y="114427"/>
                  </a:lnTo>
                  <a:lnTo>
                    <a:pt x="6534912" y="16891"/>
                  </a:lnTo>
                  <a:lnTo>
                    <a:pt x="6551803" y="16891"/>
                  </a:lnTo>
                  <a:lnTo>
                    <a:pt x="6551803"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851" name="Group 50"/>
          <p:cNvGrpSpPr/>
          <p:nvPr/>
        </p:nvGrpSpPr>
        <p:grpSpPr>
          <a:xfrm>
            <a:off x="768240" y="6283800"/>
            <a:ext cx="4461840" cy="738360"/>
            <a:chOff x="768240" y="6283800"/>
            <a:chExt cx="4461840" cy="738360"/>
          </a:xfrm>
        </p:grpSpPr>
        <p:sp>
          <p:nvSpPr>
            <p:cNvPr id="852" name="Freeform 51"/>
            <p:cNvSpPr/>
            <p:nvPr/>
          </p:nvSpPr>
          <p:spPr>
            <a:xfrm>
              <a:off x="768240" y="6291000"/>
              <a:ext cx="4461840" cy="731160"/>
            </a:xfrm>
            <a:custGeom>
              <a:avLst/>
              <a:gdLst>
                <a:gd name="textAreaLeft" fmla="*/ 0 w 4461840"/>
                <a:gd name="textAreaRight" fmla="*/ 4462200 w 4461840"/>
                <a:gd name="textAreaTop" fmla="*/ 0 h 731160"/>
                <a:gd name="textAreaBottom" fmla="*/ 731520 h 731160"/>
              </a:gdLst>
              <a:ahLst/>
              <a:rect l="textAreaLeft" t="textAreaTop" r="textAreaRight" b="textAreaBottom"/>
              <a:pathLst>
                <a:path w="5949696" h="975360">
                  <a:moveTo>
                    <a:pt x="0" y="0"/>
                  </a:moveTo>
                  <a:lnTo>
                    <a:pt x="5949696" y="0"/>
                  </a:lnTo>
                  <a:lnTo>
                    <a:pt x="5949696" y="975360"/>
                  </a:lnTo>
                  <a:lnTo>
                    <a:pt x="0" y="975360"/>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3" name="TextBox 52"/>
            <p:cNvSpPr/>
            <p:nvPr/>
          </p:nvSpPr>
          <p:spPr>
            <a:xfrm>
              <a:off x="768240" y="6283800"/>
              <a:ext cx="4461840" cy="73836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2a9d8f"/>
                  </a:solidFill>
                  <a:latin typeface="Trebuchet MS Bold"/>
                  <a:ea typeface="Trebuchet MS Bold"/>
                </a:rPr>
                <a:t>numpy</a:t>
              </a:r>
              <a:endParaRPr b="0" lang="en-US" sz="2400" spc="-1" strike="noStrike">
                <a:solidFill>
                  <a:srgbClr val="000000"/>
                </a:solidFill>
                <a:latin typeface="Arial"/>
              </a:endParaRPr>
            </a:p>
          </p:txBody>
        </p:sp>
      </p:grpSp>
      <p:grpSp>
        <p:nvGrpSpPr>
          <p:cNvPr id="854" name="Group 53"/>
          <p:cNvGrpSpPr/>
          <p:nvPr/>
        </p:nvGrpSpPr>
        <p:grpSpPr>
          <a:xfrm>
            <a:off x="768240" y="7061040"/>
            <a:ext cx="4461840" cy="1607400"/>
            <a:chOff x="768240" y="7061040"/>
            <a:chExt cx="4461840" cy="1607400"/>
          </a:xfrm>
        </p:grpSpPr>
        <p:sp>
          <p:nvSpPr>
            <p:cNvPr id="855" name="Freeform 54"/>
            <p:cNvSpPr/>
            <p:nvPr/>
          </p:nvSpPr>
          <p:spPr>
            <a:xfrm>
              <a:off x="768240" y="7132320"/>
              <a:ext cx="4461840" cy="1535760"/>
            </a:xfrm>
            <a:custGeom>
              <a:avLst/>
              <a:gdLst>
                <a:gd name="textAreaLeft" fmla="*/ 0 w 4461840"/>
                <a:gd name="textAreaRight" fmla="*/ 4462200 w 4461840"/>
                <a:gd name="textAreaTop" fmla="*/ 0 h 1535760"/>
                <a:gd name="textAreaBottom" fmla="*/ 1536120 h 1535760"/>
              </a:gdLst>
              <a:ahLst/>
              <a:rect l="textAreaLeft" t="textAreaTop" r="textAreaRight" b="textAreaBottom"/>
              <a:pathLst>
                <a:path w="5949696" h="2048256">
                  <a:moveTo>
                    <a:pt x="0" y="0"/>
                  </a:moveTo>
                  <a:lnTo>
                    <a:pt x="5949696" y="0"/>
                  </a:lnTo>
                  <a:lnTo>
                    <a:pt x="5949696" y="2048256"/>
                  </a:lnTo>
                  <a:lnTo>
                    <a:pt x="0" y="2048256"/>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6" name="TextBox 55"/>
            <p:cNvSpPr/>
            <p:nvPr/>
          </p:nvSpPr>
          <p:spPr>
            <a:xfrm>
              <a:off x="768240" y="7061040"/>
              <a:ext cx="4461840" cy="160740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64748b"/>
                  </a:solidFill>
                  <a:latin typeface="Calibri (MS)"/>
                  <a:ea typeface="Calibri (MS)"/>
                </a:rPr>
                <a:t>Numerical operations. Arrays. The maths layer underneath most data science work.</a:t>
              </a:r>
              <a:endParaRPr b="0" lang="en-US" sz="1900" spc="-1" strike="noStrike">
                <a:solidFill>
                  <a:srgbClr val="000000"/>
                </a:solidFill>
                <a:latin typeface="Arial"/>
              </a:endParaRPr>
            </a:p>
          </p:txBody>
        </p:sp>
      </p:grpSp>
      <p:grpSp>
        <p:nvGrpSpPr>
          <p:cNvPr id="857" name="Group 56"/>
          <p:cNvGrpSpPr/>
          <p:nvPr/>
        </p:nvGrpSpPr>
        <p:grpSpPr>
          <a:xfrm>
            <a:off x="5626440" y="6102000"/>
            <a:ext cx="4913640" cy="2792160"/>
            <a:chOff x="5626440" y="6102000"/>
            <a:chExt cx="4913640" cy="2792160"/>
          </a:xfrm>
        </p:grpSpPr>
        <p:sp>
          <p:nvSpPr>
            <p:cNvPr id="858" name="Freeform 57"/>
            <p:cNvSpPr/>
            <p:nvPr/>
          </p:nvSpPr>
          <p:spPr>
            <a:xfrm>
              <a:off x="5632560" y="6108120"/>
              <a:ext cx="4900680" cy="2779560"/>
            </a:xfrm>
            <a:custGeom>
              <a:avLst/>
              <a:gdLst>
                <a:gd name="textAreaLeft" fmla="*/ 0 w 4900680"/>
                <a:gd name="textAreaRight" fmla="*/ 4901040 w 4900680"/>
                <a:gd name="textAreaTop" fmla="*/ 0 h 2779560"/>
                <a:gd name="textAreaBottom" fmla="*/ 2779920 h 2779560"/>
              </a:gdLst>
              <a:ahLst/>
              <a:rect l="textAreaLeft" t="textAreaTop" r="textAreaRight" b="textAreaBottom"/>
              <a:pathLst>
                <a:path w="6534912" h="3706368">
                  <a:moveTo>
                    <a:pt x="0" y="0"/>
                  </a:moveTo>
                  <a:lnTo>
                    <a:pt x="6534912" y="0"/>
                  </a:lnTo>
                  <a:lnTo>
                    <a:pt x="6534912" y="3706368"/>
                  </a:lnTo>
                  <a:lnTo>
                    <a:pt x="0" y="3706368"/>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9" name="Freeform 58"/>
            <p:cNvSpPr/>
            <p:nvPr/>
          </p:nvSpPr>
          <p:spPr>
            <a:xfrm>
              <a:off x="5626440" y="6102000"/>
              <a:ext cx="4913640" cy="2792160"/>
            </a:xfrm>
            <a:custGeom>
              <a:avLst/>
              <a:gdLst>
                <a:gd name="textAreaLeft" fmla="*/ 0 w 4913640"/>
                <a:gd name="textAreaRight" fmla="*/ 4914000 w 4913640"/>
                <a:gd name="textAreaTop" fmla="*/ 0 h 2792160"/>
                <a:gd name="textAreaBottom" fmla="*/ 2792520 h 2792160"/>
              </a:gdLst>
              <a:ahLst/>
              <a:rect l="textAreaLeft" t="textAreaTop" r="textAreaRight" b="textAreaBottom"/>
              <a:pathLst>
                <a:path w="6551930" h="3723386">
                  <a:moveTo>
                    <a:pt x="8509" y="0"/>
                  </a:moveTo>
                  <a:lnTo>
                    <a:pt x="6543421" y="0"/>
                  </a:lnTo>
                  <a:cubicBezTo>
                    <a:pt x="6548120" y="0"/>
                    <a:pt x="6551930" y="3810"/>
                    <a:pt x="6551930" y="8509"/>
                  </a:cubicBezTo>
                  <a:lnTo>
                    <a:pt x="6551930" y="3714877"/>
                  </a:lnTo>
                  <a:cubicBezTo>
                    <a:pt x="6551930" y="3719576"/>
                    <a:pt x="6548120" y="3723386"/>
                    <a:pt x="6543421" y="3723386"/>
                  </a:cubicBezTo>
                  <a:lnTo>
                    <a:pt x="8509" y="3723386"/>
                  </a:lnTo>
                  <a:cubicBezTo>
                    <a:pt x="3810" y="3723386"/>
                    <a:pt x="0" y="3719576"/>
                    <a:pt x="0" y="3714877"/>
                  </a:cubicBezTo>
                  <a:lnTo>
                    <a:pt x="0" y="8509"/>
                  </a:lnTo>
                  <a:cubicBezTo>
                    <a:pt x="0" y="3810"/>
                    <a:pt x="3810" y="0"/>
                    <a:pt x="8509" y="0"/>
                  </a:cubicBezTo>
                  <a:moveTo>
                    <a:pt x="8509" y="16891"/>
                  </a:moveTo>
                  <a:lnTo>
                    <a:pt x="8509" y="8509"/>
                  </a:lnTo>
                  <a:lnTo>
                    <a:pt x="17018" y="8509"/>
                  </a:lnTo>
                  <a:lnTo>
                    <a:pt x="17018" y="3714877"/>
                  </a:lnTo>
                  <a:lnTo>
                    <a:pt x="8509" y="3714877"/>
                  </a:lnTo>
                  <a:lnTo>
                    <a:pt x="8509" y="3706368"/>
                  </a:lnTo>
                  <a:lnTo>
                    <a:pt x="6543421" y="3706368"/>
                  </a:lnTo>
                  <a:lnTo>
                    <a:pt x="6543421" y="3714877"/>
                  </a:lnTo>
                  <a:lnTo>
                    <a:pt x="6534912" y="3714877"/>
                  </a:lnTo>
                  <a:lnTo>
                    <a:pt x="6534912" y="8509"/>
                  </a:lnTo>
                  <a:lnTo>
                    <a:pt x="6543421" y="8509"/>
                  </a:lnTo>
                  <a:lnTo>
                    <a:pt x="6543421"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60" name="Group 59"/>
          <p:cNvGrpSpPr/>
          <p:nvPr/>
        </p:nvGrpSpPr>
        <p:grpSpPr>
          <a:xfrm>
            <a:off x="5619960" y="6095520"/>
            <a:ext cx="4926240" cy="98280"/>
            <a:chOff x="5619960" y="6095520"/>
            <a:chExt cx="4926240" cy="98280"/>
          </a:xfrm>
        </p:grpSpPr>
        <p:sp>
          <p:nvSpPr>
            <p:cNvPr id="861" name="Freeform 60"/>
            <p:cNvSpPr/>
            <p:nvPr/>
          </p:nvSpPr>
          <p:spPr>
            <a:xfrm>
              <a:off x="5632560" y="6108120"/>
              <a:ext cx="4900680" cy="72720"/>
            </a:xfrm>
            <a:custGeom>
              <a:avLst/>
              <a:gdLst>
                <a:gd name="textAreaLeft" fmla="*/ 0 w 4900680"/>
                <a:gd name="textAreaRight" fmla="*/ 4901040 w 4900680"/>
                <a:gd name="textAreaTop" fmla="*/ 0 h 72720"/>
                <a:gd name="textAreaBottom" fmla="*/ 73080 h 72720"/>
              </a:gdLst>
              <a:ahLst/>
              <a:rect l="textAreaLeft" t="textAreaTop" r="textAreaRight" b="textAreaBottom"/>
              <a:pathLst>
                <a:path w="6534912" h="97536">
                  <a:moveTo>
                    <a:pt x="0" y="0"/>
                  </a:moveTo>
                  <a:lnTo>
                    <a:pt x="6534912" y="0"/>
                  </a:lnTo>
                  <a:lnTo>
                    <a:pt x="6534912" y="97536"/>
                  </a:lnTo>
                  <a:lnTo>
                    <a:pt x="0" y="97536"/>
                  </a:lnTo>
                  <a:close/>
                </a:path>
              </a:pathLst>
            </a:custGeom>
            <a:solidFill>
              <a:srgbClr val="1b4965"/>
            </a:solidFill>
            <a:ln w="0">
              <a:noFill/>
            </a:ln>
          </p:spPr>
          <p:style>
            <a:lnRef idx="0"/>
            <a:fillRef idx="0"/>
            <a:effectRef idx="0"/>
            <a:fontRef idx="minor"/>
          </p:style>
          <p:txBody>
            <a:bodyPr lIns="90000" rIns="90000" tIns="28080" bIns="28080" anchor="t">
              <a:noAutofit/>
            </a:bodyPr>
            <a:p>
              <a:endParaRPr b="0" lang="en-US" sz="1800" spc="-1" strike="noStrike">
                <a:solidFill>
                  <a:srgbClr val="ffffff"/>
                </a:solidFill>
                <a:latin typeface="Arial"/>
              </a:endParaRPr>
            </a:p>
          </p:txBody>
        </p:sp>
        <p:sp>
          <p:nvSpPr>
            <p:cNvPr id="862" name="Freeform 61"/>
            <p:cNvSpPr/>
            <p:nvPr/>
          </p:nvSpPr>
          <p:spPr>
            <a:xfrm>
              <a:off x="5619960" y="6095520"/>
              <a:ext cx="4926240" cy="98280"/>
            </a:xfrm>
            <a:custGeom>
              <a:avLst/>
              <a:gdLst>
                <a:gd name="textAreaLeft" fmla="*/ 0 w 4926240"/>
                <a:gd name="textAreaRight" fmla="*/ 4926600 w 4926240"/>
                <a:gd name="textAreaTop" fmla="*/ 0 h 98280"/>
                <a:gd name="textAreaBottom" fmla="*/ 98640 h 98280"/>
              </a:gdLst>
              <a:ahLst/>
              <a:rect l="textAreaLeft" t="textAreaTop" r="textAreaRight" b="textAreaBottom"/>
              <a:pathLst>
                <a:path w="6568694" h="131320">
                  <a:moveTo>
                    <a:pt x="16891" y="0"/>
                  </a:moveTo>
                  <a:lnTo>
                    <a:pt x="6551803" y="0"/>
                  </a:lnTo>
                  <a:cubicBezTo>
                    <a:pt x="6561201" y="0"/>
                    <a:pt x="6568694" y="7620"/>
                    <a:pt x="6568694" y="16891"/>
                  </a:cubicBezTo>
                  <a:lnTo>
                    <a:pt x="6568694" y="114427"/>
                  </a:lnTo>
                  <a:cubicBezTo>
                    <a:pt x="6568694" y="123825"/>
                    <a:pt x="6561074" y="131318"/>
                    <a:pt x="6551803"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6551803" y="97536"/>
                  </a:lnTo>
                  <a:lnTo>
                    <a:pt x="6551803" y="114427"/>
                  </a:lnTo>
                  <a:lnTo>
                    <a:pt x="6534912" y="114427"/>
                  </a:lnTo>
                  <a:lnTo>
                    <a:pt x="6534912" y="16891"/>
                  </a:lnTo>
                  <a:lnTo>
                    <a:pt x="6551803" y="16891"/>
                  </a:lnTo>
                  <a:lnTo>
                    <a:pt x="6551803"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863" name="Group 62"/>
          <p:cNvGrpSpPr/>
          <p:nvPr/>
        </p:nvGrpSpPr>
        <p:grpSpPr>
          <a:xfrm>
            <a:off x="5852160" y="6283800"/>
            <a:ext cx="4461840" cy="738360"/>
            <a:chOff x="5852160" y="6283800"/>
            <a:chExt cx="4461840" cy="738360"/>
          </a:xfrm>
        </p:grpSpPr>
        <p:sp>
          <p:nvSpPr>
            <p:cNvPr id="864" name="Freeform 63"/>
            <p:cNvSpPr/>
            <p:nvPr/>
          </p:nvSpPr>
          <p:spPr>
            <a:xfrm>
              <a:off x="5852160" y="6291000"/>
              <a:ext cx="4461840" cy="731160"/>
            </a:xfrm>
            <a:custGeom>
              <a:avLst/>
              <a:gdLst>
                <a:gd name="textAreaLeft" fmla="*/ 0 w 4461840"/>
                <a:gd name="textAreaRight" fmla="*/ 4462200 w 4461840"/>
                <a:gd name="textAreaTop" fmla="*/ 0 h 731160"/>
                <a:gd name="textAreaBottom" fmla="*/ 731520 h 731160"/>
              </a:gdLst>
              <a:ahLst/>
              <a:rect l="textAreaLeft" t="textAreaTop" r="textAreaRight" b="textAreaBottom"/>
              <a:pathLst>
                <a:path w="5949696" h="975360">
                  <a:moveTo>
                    <a:pt x="0" y="0"/>
                  </a:moveTo>
                  <a:lnTo>
                    <a:pt x="5949696" y="0"/>
                  </a:lnTo>
                  <a:lnTo>
                    <a:pt x="5949696" y="975360"/>
                  </a:lnTo>
                  <a:lnTo>
                    <a:pt x="0" y="975360"/>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5" name="TextBox 64"/>
            <p:cNvSpPr/>
            <p:nvPr/>
          </p:nvSpPr>
          <p:spPr>
            <a:xfrm>
              <a:off x="5852160" y="6283800"/>
              <a:ext cx="4461840" cy="73836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b4965"/>
                  </a:solidFill>
                  <a:latin typeface="Trebuchet MS Bold"/>
                  <a:ea typeface="Trebuchet MS Bold"/>
                </a:rPr>
                <a:t>requests</a:t>
              </a:r>
              <a:endParaRPr b="0" lang="en-US" sz="2400" spc="-1" strike="noStrike">
                <a:solidFill>
                  <a:srgbClr val="000000"/>
                </a:solidFill>
                <a:latin typeface="Arial"/>
              </a:endParaRPr>
            </a:p>
          </p:txBody>
        </p:sp>
      </p:grpSp>
      <p:grpSp>
        <p:nvGrpSpPr>
          <p:cNvPr id="866" name="Group 65"/>
          <p:cNvGrpSpPr/>
          <p:nvPr/>
        </p:nvGrpSpPr>
        <p:grpSpPr>
          <a:xfrm>
            <a:off x="5852160" y="7061040"/>
            <a:ext cx="4461840" cy="1607400"/>
            <a:chOff x="5852160" y="7061040"/>
            <a:chExt cx="4461840" cy="1607400"/>
          </a:xfrm>
        </p:grpSpPr>
        <p:sp>
          <p:nvSpPr>
            <p:cNvPr id="867" name="Freeform 66"/>
            <p:cNvSpPr/>
            <p:nvPr/>
          </p:nvSpPr>
          <p:spPr>
            <a:xfrm>
              <a:off x="5852160" y="7132320"/>
              <a:ext cx="4461840" cy="1535760"/>
            </a:xfrm>
            <a:custGeom>
              <a:avLst/>
              <a:gdLst>
                <a:gd name="textAreaLeft" fmla="*/ 0 w 4461840"/>
                <a:gd name="textAreaRight" fmla="*/ 4462200 w 4461840"/>
                <a:gd name="textAreaTop" fmla="*/ 0 h 1535760"/>
                <a:gd name="textAreaBottom" fmla="*/ 1536120 h 1535760"/>
              </a:gdLst>
              <a:ahLst/>
              <a:rect l="textAreaLeft" t="textAreaTop" r="textAreaRight" b="textAreaBottom"/>
              <a:pathLst>
                <a:path w="5949696" h="2048256">
                  <a:moveTo>
                    <a:pt x="0" y="0"/>
                  </a:moveTo>
                  <a:lnTo>
                    <a:pt x="5949696" y="0"/>
                  </a:lnTo>
                  <a:lnTo>
                    <a:pt x="5949696" y="2048256"/>
                  </a:lnTo>
                  <a:lnTo>
                    <a:pt x="0" y="2048256"/>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8" name="TextBox 67"/>
            <p:cNvSpPr/>
            <p:nvPr/>
          </p:nvSpPr>
          <p:spPr>
            <a:xfrm>
              <a:off x="5852160" y="7061040"/>
              <a:ext cx="4461840" cy="160740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64748b"/>
                  </a:solidFill>
                  <a:latin typeface="Calibri (MS)"/>
                  <a:ea typeface="Calibri (MS)"/>
                </a:rPr>
                <a:t>Fetching data from APIs. Reading structured data formats from the web.</a:t>
              </a:r>
              <a:endParaRPr b="0" lang="en-US" sz="1900" spc="-1" strike="noStrike">
                <a:solidFill>
                  <a:srgbClr val="000000"/>
                </a:solidFill>
                <a:latin typeface="Arial"/>
              </a:endParaRPr>
            </a:p>
          </p:txBody>
        </p:sp>
      </p:grpSp>
      <p:grpSp>
        <p:nvGrpSpPr>
          <p:cNvPr id="869" name="Group 68"/>
          <p:cNvGrpSpPr/>
          <p:nvPr/>
        </p:nvGrpSpPr>
        <p:grpSpPr>
          <a:xfrm>
            <a:off x="11155680" y="2278800"/>
            <a:ext cx="6583320" cy="665280"/>
            <a:chOff x="11155680" y="2278800"/>
            <a:chExt cx="6583320" cy="665280"/>
          </a:xfrm>
        </p:grpSpPr>
        <p:sp>
          <p:nvSpPr>
            <p:cNvPr id="870" name="Freeform 69"/>
            <p:cNvSpPr/>
            <p:nvPr/>
          </p:nvSpPr>
          <p:spPr>
            <a:xfrm>
              <a:off x="11155680" y="2286000"/>
              <a:ext cx="6583320" cy="658080"/>
            </a:xfrm>
            <a:custGeom>
              <a:avLst/>
              <a:gdLst>
                <a:gd name="textAreaLeft" fmla="*/ 0 w 6583320"/>
                <a:gd name="textAreaRight" fmla="*/ 6583680 w 6583320"/>
                <a:gd name="textAreaTop" fmla="*/ 0 h 658080"/>
                <a:gd name="textAreaBottom" fmla="*/ 658440 h 658080"/>
              </a:gdLst>
              <a:ahLst/>
              <a:rect l="textAreaLeft" t="textAreaTop" r="textAreaRight" b="textAreaBottom"/>
              <a:pathLst>
                <a:path w="8778240" h="877824">
                  <a:moveTo>
                    <a:pt x="0" y="0"/>
                  </a:moveTo>
                  <a:lnTo>
                    <a:pt x="8778240" y="0"/>
                  </a:lnTo>
                  <a:lnTo>
                    <a:pt x="8778240" y="877824"/>
                  </a:lnTo>
                  <a:lnTo>
                    <a:pt x="0" y="877824"/>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1" name="TextBox 70"/>
            <p:cNvSpPr/>
            <p:nvPr/>
          </p:nvSpPr>
          <p:spPr>
            <a:xfrm>
              <a:off x="11155680" y="2278800"/>
              <a:ext cx="6583320" cy="66528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b4965"/>
                  </a:solidFill>
                  <a:latin typeface="Trebuchet MS Bold"/>
                  <a:ea typeface="Trebuchet MS Bold"/>
                </a:rPr>
                <a:t>What we are adding today</a:t>
              </a:r>
              <a:endParaRPr b="0" lang="en-US" sz="2400" spc="-1" strike="noStrike">
                <a:solidFill>
                  <a:srgbClr val="000000"/>
                </a:solidFill>
                <a:latin typeface="Arial"/>
              </a:endParaRPr>
            </a:p>
          </p:txBody>
        </p:sp>
      </p:grpSp>
      <p:grpSp>
        <p:nvGrpSpPr>
          <p:cNvPr id="872" name="Group 71"/>
          <p:cNvGrpSpPr/>
          <p:nvPr/>
        </p:nvGrpSpPr>
        <p:grpSpPr>
          <a:xfrm>
            <a:off x="11143080" y="2968200"/>
            <a:ext cx="6608520" cy="98280"/>
            <a:chOff x="11143080" y="2968200"/>
            <a:chExt cx="6608520" cy="98280"/>
          </a:xfrm>
        </p:grpSpPr>
        <p:sp>
          <p:nvSpPr>
            <p:cNvPr id="873" name="Freeform 72"/>
            <p:cNvSpPr/>
            <p:nvPr/>
          </p:nvSpPr>
          <p:spPr>
            <a:xfrm>
              <a:off x="11155680" y="2980800"/>
              <a:ext cx="6583320" cy="72720"/>
            </a:xfrm>
            <a:custGeom>
              <a:avLst/>
              <a:gdLst>
                <a:gd name="textAreaLeft" fmla="*/ 0 w 6583320"/>
                <a:gd name="textAreaRight" fmla="*/ 6583680 w 6583320"/>
                <a:gd name="textAreaTop" fmla="*/ 0 h 72720"/>
                <a:gd name="textAreaBottom" fmla="*/ 73080 h 72720"/>
              </a:gdLst>
              <a:ahLst/>
              <a:rect l="textAreaLeft" t="textAreaTop" r="textAreaRight" b="textAreaBottom"/>
              <a:pathLst>
                <a:path w="8778240" h="97536">
                  <a:moveTo>
                    <a:pt x="0" y="0"/>
                  </a:moveTo>
                  <a:lnTo>
                    <a:pt x="8778240" y="0"/>
                  </a:lnTo>
                  <a:lnTo>
                    <a:pt x="87782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874" name="Freeform 73"/>
            <p:cNvSpPr/>
            <p:nvPr/>
          </p:nvSpPr>
          <p:spPr>
            <a:xfrm>
              <a:off x="11143080" y="2968200"/>
              <a:ext cx="6608520" cy="98280"/>
            </a:xfrm>
            <a:custGeom>
              <a:avLst/>
              <a:gdLst>
                <a:gd name="textAreaLeft" fmla="*/ 0 w 6608520"/>
                <a:gd name="textAreaRight" fmla="*/ 6608880 w 6608520"/>
                <a:gd name="textAreaTop" fmla="*/ 0 h 98280"/>
                <a:gd name="textAreaBottom" fmla="*/ 98640 h 98280"/>
              </a:gdLst>
              <a:ahLst/>
              <a:rect l="textAreaLeft" t="textAreaTop" r="textAreaRight" b="textAreaBottom"/>
              <a:pathLst>
                <a:path w="8812022" h="131320">
                  <a:moveTo>
                    <a:pt x="16891" y="0"/>
                  </a:moveTo>
                  <a:lnTo>
                    <a:pt x="8795131" y="0"/>
                  </a:lnTo>
                  <a:cubicBezTo>
                    <a:pt x="8804529" y="0"/>
                    <a:pt x="8812022" y="7620"/>
                    <a:pt x="8812022" y="16891"/>
                  </a:cubicBezTo>
                  <a:lnTo>
                    <a:pt x="8812022" y="114427"/>
                  </a:lnTo>
                  <a:cubicBezTo>
                    <a:pt x="8812022" y="123825"/>
                    <a:pt x="8804402" y="131318"/>
                    <a:pt x="87951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8795131" y="97536"/>
                  </a:lnTo>
                  <a:lnTo>
                    <a:pt x="8795131" y="114427"/>
                  </a:lnTo>
                  <a:lnTo>
                    <a:pt x="8778240" y="114427"/>
                  </a:lnTo>
                  <a:lnTo>
                    <a:pt x="8778240" y="16891"/>
                  </a:lnTo>
                  <a:lnTo>
                    <a:pt x="8795131" y="16891"/>
                  </a:lnTo>
                  <a:lnTo>
                    <a:pt x="87951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75" name="Group 74"/>
          <p:cNvGrpSpPr/>
          <p:nvPr/>
        </p:nvGrpSpPr>
        <p:grpSpPr>
          <a:xfrm>
            <a:off x="11149200" y="3139200"/>
            <a:ext cx="6595920" cy="2060640"/>
            <a:chOff x="11149200" y="3139200"/>
            <a:chExt cx="6595920" cy="2060640"/>
          </a:xfrm>
        </p:grpSpPr>
        <p:sp>
          <p:nvSpPr>
            <p:cNvPr id="876" name="Freeform 75"/>
            <p:cNvSpPr/>
            <p:nvPr/>
          </p:nvSpPr>
          <p:spPr>
            <a:xfrm>
              <a:off x="11155680" y="3145680"/>
              <a:ext cx="6583320" cy="2048040"/>
            </a:xfrm>
            <a:custGeom>
              <a:avLst/>
              <a:gdLst>
                <a:gd name="textAreaLeft" fmla="*/ 0 w 6583320"/>
                <a:gd name="textAreaRight" fmla="*/ 6583680 w 6583320"/>
                <a:gd name="textAreaTop" fmla="*/ 0 h 2048040"/>
                <a:gd name="textAreaBottom" fmla="*/ 2048400 h 2048040"/>
              </a:gdLst>
              <a:ahLst/>
              <a:rect l="textAreaLeft" t="textAreaTop" r="textAreaRight" b="textAreaBottom"/>
              <a:pathLst>
                <a:path w="8778240" h="2731008">
                  <a:moveTo>
                    <a:pt x="0" y="0"/>
                  </a:moveTo>
                  <a:lnTo>
                    <a:pt x="8778240" y="0"/>
                  </a:lnTo>
                  <a:lnTo>
                    <a:pt x="8778240" y="2731008"/>
                  </a:lnTo>
                  <a:lnTo>
                    <a:pt x="0" y="2731008"/>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7" name="Freeform 76"/>
            <p:cNvSpPr/>
            <p:nvPr/>
          </p:nvSpPr>
          <p:spPr>
            <a:xfrm>
              <a:off x="11149200" y="3139200"/>
              <a:ext cx="6595920" cy="2060640"/>
            </a:xfrm>
            <a:custGeom>
              <a:avLst/>
              <a:gdLst>
                <a:gd name="textAreaLeft" fmla="*/ 0 w 6595920"/>
                <a:gd name="textAreaRight" fmla="*/ 6596280 w 6595920"/>
                <a:gd name="textAreaTop" fmla="*/ 0 h 2060640"/>
                <a:gd name="textAreaBottom" fmla="*/ 2061000 h 2060640"/>
              </a:gdLst>
              <a:ahLst/>
              <a:rect l="textAreaLeft" t="textAreaTop" r="textAreaRight" b="textAreaBottom"/>
              <a:pathLst>
                <a:path w="8795258" h="2748026">
                  <a:moveTo>
                    <a:pt x="8509" y="0"/>
                  </a:moveTo>
                  <a:lnTo>
                    <a:pt x="8786749" y="0"/>
                  </a:lnTo>
                  <a:cubicBezTo>
                    <a:pt x="8791448" y="0"/>
                    <a:pt x="8795258" y="3810"/>
                    <a:pt x="8795258" y="8509"/>
                  </a:cubicBezTo>
                  <a:lnTo>
                    <a:pt x="8795258" y="2739517"/>
                  </a:lnTo>
                  <a:cubicBezTo>
                    <a:pt x="8795258" y="2744216"/>
                    <a:pt x="8791448" y="2748026"/>
                    <a:pt x="8786749" y="2748026"/>
                  </a:cubicBezTo>
                  <a:lnTo>
                    <a:pt x="8509" y="2748026"/>
                  </a:lnTo>
                  <a:cubicBezTo>
                    <a:pt x="3810" y="2748026"/>
                    <a:pt x="0" y="2744216"/>
                    <a:pt x="0" y="2739517"/>
                  </a:cubicBezTo>
                  <a:lnTo>
                    <a:pt x="0" y="8509"/>
                  </a:lnTo>
                  <a:cubicBezTo>
                    <a:pt x="0" y="3810"/>
                    <a:pt x="3810" y="0"/>
                    <a:pt x="8509" y="0"/>
                  </a:cubicBezTo>
                  <a:moveTo>
                    <a:pt x="8509" y="16891"/>
                  </a:moveTo>
                  <a:lnTo>
                    <a:pt x="8509" y="8509"/>
                  </a:lnTo>
                  <a:lnTo>
                    <a:pt x="17018" y="8509"/>
                  </a:lnTo>
                  <a:lnTo>
                    <a:pt x="17018" y="2739517"/>
                  </a:lnTo>
                  <a:lnTo>
                    <a:pt x="8509" y="2739517"/>
                  </a:lnTo>
                  <a:lnTo>
                    <a:pt x="8509" y="2731008"/>
                  </a:lnTo>
                  <a:lnTo>
                    <a:pt x="8786749" y="2731008"/>
                  </a:lnTo>
                  <a:lnTo>
                    <a:pt x="8786749" y="2739517"/>
                  </a:lnTo>
                  <a:lnTo>
                    <a:pt x="8778240" y="2739517"/>
                  </a:lnTo>
                  <a:lnTo>
                    <a:pt x="8778240" y="8509"/>
                  </a:lnTo>
                  <a:lnTo>
                    <a:pt x="8786749" y="8509"/>
                  </a:lnTo>
                  <a:lnTo>
                    <a:pt x="878674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78" name="Group 77"/>
          <p:cNvGrpSpPr/>
          <p:nvPr/>
        </p:nvGrpSpPr>
        <p:grpSpPr>
          <a:xfrm>
            <a:off x="11143080" y="3132720"/>
            <a:ext cx="6608520" cy="98280"/>
            <a:chOff x="11143080" y="3132720"/>
            <a:chExt cx="6608520" cy="98280"/>
          </a:xfrm>
        </p:grpSpPr>
        <p:sp>
          <p:nvSpPr>
            <p:cNvPr id="879" name="Freeform 78"/>
            <p:cNvSpPr/>
            <p:nvPr/>
          </p:nvSpPr>
          <p:spPr>
            <a:xfrm>
              <a:off x="11155680" y="3145680"/>
              <a:ext cx="6583320" cy="72720"/>
            </a:xfrm>
            <a:custGeom>
              <a:avLst/>
              <a:gdLst>
                <a:gd name="textAreaLeft" fmla="*/ 0 w 6583320"/>
                <a:gd name="textAreaRight" fmla="*/ 6583680 w 6583320"/>
                <a:gd name="textAreaTop" fmla="*/ 0 h 72720"/>
                <a:gd name="textAreaBottom" fmla="*/ 73080 h 72720"/>
              </a:gdLst>
              <a:ahLst/>
              <a:rect l="textAreaLeft" t="textAreaTop" r="textAreaRight" b="textAreaBottom"/>
              <a:pathLst>
                <a:path w="8778240" h="97536">
                  <a:moveTo>
                    <a:pt x="0" y="0"/>
                  </a:moveTo>
                  <a:lnTo>
                    <a:pt x="8778240" y="0"/>
                  </a:lnTo>
                  <a:lnTo>
                    <a:pt x="87782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880" name="Freeform 79"/>
            <p:cNvSpPr/>
            <p:nvPr/>
          </p:nvSpPr>
          <p:spPr>
            <a:xfrm>
              <a:off x="11143080" y="3132720"/>
              <a:ext cx="6608520" cy="98280"/>
            </a:xfrm>
            <a:custGeom>
              <a:avLst/>
              <a:gdLst>
                <a:gd name="textAreaLeft" fmla="*/ 0 w 6608520"/>
                <a:gd name="textAreaRight" fmla="*/ 6608880 w 6608520"/>
                <a:gd name="textAreaTop" fmla="*/ 0 h 98280"/>
                <a:gd name="textAreaBottom" fmla="*/ 98640 h 98280"/>
              </a:gdLst>
              <a:ahLst/>
              <a:rect l="textAreaLeft" t="textAreaTop" r="textAreaRight" b="textAreaBottom"/>
              <a:pathLst>
                <a:path w="8812022" h="131320">
                  <a:moveTo>
                    <a:pt x="16891" y="0"/>
                  </a:moveTo>
                  <a:lnTo>
                    <a:pt x="8795131" y="0"/>
                  </a:lnTo>
                  <a:cubicBezTo>
                    <a:pt x="8804529" y="0"/>
                    <a:pt x="8812022" y="7620"/>
                    <a:pt x="8812022" y="16891"/>
                  </a:cubicBezTo>
                  <a:lnTo>
                    <a:pt x="8812022" y="114427"/>
                  </a:lnTo>
                  <a:cubicBezTo>
                    <a:pt x="8812022" y="123825"/>
                    <a:pt x="8804402" y="131318"/>
                    <a:pt x="87951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8795131" y="97536"/>
                  </a:lnTo>
                  <a:lnTo>
                    <a:pt x="8795131" y="114427"/>
                  </a:lnTo>
                  <a:lnTo>
                    <a:pt x="8778240" y="114427"/>
                  </a:lnTo>
                  <a:lnTo>
                    <a:pt x="8778240" y="16891"/>
                  </a:lnTo>
                  <a:lnTo>
                    <a:pt x="8795131" y="16891"/>
                  </a:lnTo>
                  <a:lnTo>
                    <a:pt x="87951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81" name="Group 80"/>
          <p:cNvGrpSpPr/>
          <p:nvPr/>
        </p:nvGrpSpPr>
        <p:grpSpPr>
          <a:xfrm>
            <a:off x="11375280" y="3321360"/>
            <a:ext cx="6144480" cy="701640"/>
            <a:chOff x="11375280" y="3321360"/>
            <a:chExt cx="6144480" cy="701640"/>
          </a:xfrm>
        </p:grpSpPr>
        <p:sp>
          <p:nvSpPr>
            <p:cNvPr id="882" name="Freeform 81"/>
            <p:cNvSpPr/>
            <p:nvPr/>
          </p:nvSpPr>
          <p:spPr>
            <a:xfrm>
              <a:off x="11375280" y="3328560"/>
              <a:ext cx="6144480" cy="694440"/>
            </a:xfrm>
            <a:custGeom>
              <a:avLst/>
              <a:gdLst>
                <a:gd name="textAreaLeft" fmla="*/ 0 w 6144480"/>
                <a:gd name="textAreaRight" fmla="*/ 6144840 w 6144480"/>
                <a:gd name="textAreaTop" fmla="*/ 0 h 694440"/>
                <a:gd name="textAreaBottom" fmla="*/ 694800 h 694440"/>
              </a:gdLst>
              <a:ahLst/>
              <a:rect l="textAreaLeft" t="textAreaTop" r="textAreaRight" b="textAreaBottom"/>
              <a:pathLst>
                <a:path w="8193024" h="926592">
                  <a:moveTo>
                    <a:pt x="0" y="0"/>
                  </a:moveTo>
                  <a:lnTo>
                    <a:pt x="8193024" y="0"/>
                  </a:lnTo>
                  <a:lnTo>
                    <a:pt x="8193024" y="926592"/>
                  </a:lnTo>
                  <a:lnTo>
                    <a:pt x="0" y="926592"/>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83" name="TextBox 82"/>
            <p:cNvSpPr/>
            <p:nvPr/>
          </p:nvSpPr>
          <p:spPr>
            <a:xfrm>
              <a:off x="11375280" y="3321360"/>
              <a:ext cx="6144480" cy="7016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f4a261"/>
                  </a:solidFill>
                  <a:latin typeface="Trebuchet MS Bold"/>
                  <a:ea typeface="Trebuchet MS Bold"/>
                </a:rPr>
                <a:t>geopandas</a:t>
              </a:r>
              <a:endParaRPr b="0" lang="en-US" sz="2600" spc="-1" strike="noStrike">
                <a:solidFill>
                  <a:srgbClr val="000000"/>
                </a:solidFill>
                <a:latin typeface="Arial"/>
              </a:endParaRPr>
            </a:p>
          </p:txBody>
        </p:sp>
      </p:grpSp>
      <p:grpSp>
        <p:nvGrpSpPr>
          <p:cNvPr id="884" name="Group 83"/>
          <p:cNvGrpSpPr/>
          <p:nvPr/>
        </p:nvGrpSpPr>
        <p:grpSpPr>
          <a:xfrm>
            <a:off x="11375280" y="3988440"/>
            <a:ext cx="6144480" cy="1077120"/>
            <a:chOff x="11375280" y="3988440"/>
            <a:chExt cx="6144480" cy="1077120"/>
          </a:xfrm>
        </p:grpSpPr>
        <p:sp>
          <p:nvSpPr>
            <p:cNvPr id="885" name="Freeform 84"/>
            <p:cNvSpPr/>
            <p:nvPr/>
          </p:nvSpPr>
          <p:spPr>
            <a:xfrm>
              <a:off x="11375280" y="4060080"/>
              <a:ext cx="6144480" cy="1005480"/>
            </a:xfrm>
            <a:custGeom>
              <a:avLst/>
              <a:gdLst>
                <a:gd name="textAreaLeft" fmla="*/ 0 w 6144480"/>
                <a:gd name="textAreaRight" fmla="*/ 6144840 w 6144480"/>
                <a:gd name="textAreaTop" fmla="*/ 0 h 1005480"/>
                <a:gd name="textAreaBottom" fmla="*/ 1005840 h 1005480"/>
              </a:gdLst>
              <a:ahLst/>
              <a:rect l="textAreaLeft" t="textAreaTop" r="textAreaRight" b="textAreaBottom"/>
              <a:pathLst>
                <a:path w="8193024" h="1341120">
                  <a:moveTo>
                    <a:pt x="0" y="0"/>
                  </a:moveTo>
                  <a:lnTo>
                    <a:pt x="8193024" y="0"/>
                  </a:lnTo>
                  <a:lnTo>
                    <a:pt x="8193024" y="1341120"/>
                  </a:lnTo>
                  <a:lnTo>
                    <a:pt x="0" y="1341120"/>
                  </a:lnTo>
                  <a:close/>
                </a:path>
              </a:pathLst>
            </a:custGeom>
            <a:blipFill rotWithShape="0">
              <a:blip r:embed="rId1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86" name="TextBox 85"/>
            <p:cNvSpPr/>
            <p:nvPr/>
          </p:nvSpPr>
          <p:spPr>
            <a:xfrm>
              <a:off x="11375280" y="3988440"/>
              <a:ext cx="6144480" cy="107676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64748b"/>
                  </a:solidFill>
                  <a:latin typeface="Calibri (MS)"/>
                  <a:ea typeface="Calibri (MS)"/>
                </a:rPr>
                <a:t>Everything pandas does, plus a geometry column. Reads map files. Does spatial joins. Draws maps. Think of it as pandas with a GPS attached.</a:t>
              </a:r>
              <a:endParaRPr b="0" lang="en-US" sz="1900" spc="-1" strike="noStrike">
                <a:solidFill>
                  <a:srgbClr val="000000"/>
                </a:solidFill>
                <a:latin typeface="Arial"/>
              </a:endParaRPr>
            </a:p>
          </p:txBody>
        </p:sp>
      </p:grpSp>
      <p:grpSp>
        <p:nvGrpSpPr>
          <p:cNvPr id="887" name="Group 86"/>
          <p:cNvGrpSpPr/>
          <p:nvPr/>
        </p:nvGrpSpPr>
        <p:grpSpPr>
          <a:xfrm>
            <a:off x="11149200" y="5370480"/>
            <a:ext cx="6595920" cy="2060640"/>
            <a:chOff x="11149200" y="5370480"/>
            <a:chExt cx="6595920" cy="2060640"/>
          </a:xfrm>
        </p:grpSpPr>
        <p:sp>
          <p:nvSpPr>
            <p:cNvPr id="888" name="Freeform 87"/>
            <p:cNvSpPr/>
            <p:nvPr/>
          </p:nvSpPr>
          <p:spPr>
            <a:xfrm>
              <a:off x="11155680" y="5376600"/>
              <a:ext cx="6583320" cy="2048040"/>
            </a:xfrm>
            <a:custGeom>
              <a:avLst/>
              <a:gdLst>
                <a:gd name="textAreaLeft" fmla="*/ 0 w 6583320"/>
                <a:gd name="textAreaRight" fmla="*/ 6583680 w 6583320"/>
                <a:gd name="textAreaTop" fmla="*/ 0 h 2048040"/>
                <a:gd name="textAreaBottom" fmla="*/ 2048400 h 2048040"/>
              </a:gdLst>
              <a:ahLst/>
              <a:rect l="textAreaLeft" t="textAreaTop" r="textAreaRight" b="textAreaBottom"/>
              <a:pathLst>
                <a:path w="8778240" h="2731008">
                  <a:moveTo>
                    <a:pt x="0" y="0"/>
                  </a:moveTo>
                  <a:lnTo>
                    <a:pt x="8778240" y="0"/>
                  </a:lnTo>
                  <a:lnTo>
                    <a:pt x="8778240" y="2731008"/>
                  </a:lnTo>
                  <a:lnTo>
                    <a:pt x="0" y="2731008"/>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89" name="Freeform 88"/>
            <p:cNvSpPr/>
            <p:nvPr/>
          </p:nvSpPr>
          <p:spPr>
            <a:xfrm>
              <a:off x="11149200" y="5370480"/>
              <a:ext cx="6595920" cy="2060640"/>
            </a:xfrm>
            <a:custGeom>
              <a:avLst/>
              <a:gdLst>
                <a:gd name="textAreaLeft" fmla="*/ 0 w 6595920"/>
                <a:gd name="textAreaRight" fmla="*/ 6596280 w 6595920"/>
                <a:gd name="textAreaTop" fmla="*/ 0 h 2060640"/>
                <a:gd name="textAreaBottom" fmla="*/ 2061000 h 2060640"/>
              </a:gdLst>
              <a:ahLst/>
              <a:rect l="textAreaLeft" t="textAreaTop" r="textAreaRight" b="textAreaBottom"/>
              <a:pathLst>
                <a:path w="8795258" h="2748026">
                  <a:moveTo>
                    <a:pt x="8509" y="0"/>
                  </a:moveTo>
                  <a:lnTo>
                    <a:pt x="8786749" y="0"/>
                  </a:lnTo>
                  <a:cubicBezTo>
                    <a:pt x="8791448" y="0"/>
                    <a:pt x="8795258" y="3810"/>
                    <a:pt x="8795258" y="8509"/>
                  </a:cubicBezTo>
                  <a:lnTo>
                    <a:pt x="8795258" y="2739517"/>
                  </a:lnTo>
                  <a:cubicBezTo>
                    <a:pt x="8795258" y="2744216"/>
                    <a:pt x="8791448" y="2748026"/>
                    <a:pt x="8786749" y="2748026"/>
                  </a:cubicBezTo>
                  <a:lnTo>
                    <a:pt x="8509" y="2748026"/>
                  </a:lnTo>
                  <a:cubicBezTo>
                    <a:pt x="3810" y="2748026"/>
                    <a:pt x="0" y="2744216"/>
                    <a:pt x="0" y="2739517"/>
                  </a:cubicBezTo>
                  <a:lnTo>
                    <a:pt x="0" y="8509"/>
                  </a:lnTo>
                  <a:cubicBezTo>
                    <a:pt x="0" y="3810"/>
                    <a:pt x="3810" y="0"/>
                    <a:pt x="8509" y="0"/>
                  </a:cubicBezTo>
                  <a:moveTo>
                    <a:pt x="8509" y="16891"/>
                  </a:moveTo>
                  <a:lnTo>
                    <a:pt x="8509" y="8509"/>
                  </a:lnTo>
                  <a:lnTo>
                    <a:pt x="17018" y="8509"/>
                  </a:lnTo>
                  <a:lnTo>
                    <a:pt x="17018" y="2739517"/>
                  </a:lnTo>
                  <a:lnTo>
                    <a:pt x="8509" y="2739517"/>
                  </a:lnTo>
                  <a:lnTo>
                    <a:pt x="8509" y="2731008"/>
                  </a:lnTo>
                  <a:lnTo>
                    <a:pt x="8786749" y="2731008"/>
                  </a:lnTo>
                  <a:lnTo>
                    <a:pt x="8786749" y="2739517"/>
                  </a:lnTo>
                  <a:lnTo>
                    <a:pt x="8778240" y="2739517"/>
                  </a:lnTo>
                  <a:lnTo>
                    <a:pt x="8778240" y="8509"/>
                  </a:lnTo>
                  <a:lnTo>
                    <a:pt x="8786749" y="8509"/>
                  </a:lnTo>
                  <a:lnTo>
                    <a:pt x="878674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90" name="Group 89"/>
          <p:cNvGrpSpPr/>
          <p:nvPr/>
        </p:nvGrpSpPr>
        <p:grpSpPr>
          <a:xfrm>
            <a:off x="11143080" y="5364000"/>
            <a:ext cx="6608520" cy="98280"/>
            <a:chOff x="11143080" y="5364000"/>
            <a:chExt cx="6608520" cy="98280"/>
          </a:xfrm>
        </p:grpSpPr>
        <p:sp>
          <p:nvSpPr>
            <p:cNvPr id="891" name="Freeform 90"/>
            <p:cNvSpPr/>
            <p:nvPr/>
          </p:nvSpPr>
          <p:spPr>
            <a:xfrm>
              <a:off x="11155680" y="5376600"/>
              <a:ext cx="6583320" cy="72720"/>
            </a:xfrm>
            <a:custGeom>
              <a:avLst/>
              <a:gdLst>
                <a:gd name="textAreaLeft" fmla="*/ 0 w 6583320"/>
                <a:gd name="textAreaRight" fmla="*/ 6583680 w 6583320"/>
                <a:gd name="textAreaTop" fmla="*/ 0 h 72720"/>
                <a:gd name="textAreaBottom" fmla="*/ 73080 h 72720"/>
              </a:gdLst>
              <a:ahLst/>
              <a:rect l="textAreaLeft" t="textAreaTop" r="textAreaRight" b="textAreaBottom"/>
              <a:pathLst>
                <a:path w="8778240" h="97536">
                  <a:moveTo>
                    <a:pt x="0" y="0"/>
                  </a:moveTo>
                  <a:lnTo>
                    <a:pt x="8778240" y="0"/>
                  </a:lnTo>
                  <a:lnTo>
                    <a:pt x="87782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892" name="Freeform 91"/>
            <p:cNvSpPr/>
            <p:nvPr/>
          </p:nvSpPr>
          <p:spPr>
            <a:xfrm>
              <a:off x="11143080" y="5364000"/>
              <a:ext cx="6608520" cy="98280"/>
            </a:xfrm>
            <a:custGeom>
              <a:avLst/>
              <a:gdLst>
                <a:gd name="textAreaLeft" fmla="*/ 0 w 6608520"/>
                <a:gd name="textAreaRight" fmla="*/ 6608880 w 6608520"/>
                <a:gd name="textAreaTop" fmla="*/ 0 h 98280"/>
                <a:gd name="textAreaBottom" fmla="*/ 98640 h 98280"/>
              </a:gdLst>
              <a:ahLst/>
              <a:rect l="textAreaLeft" t="textAreaTop" r="textAreaRight" b="textAreaBottom"/>
              <a:pathLst>
                <a:path w="8812022" h="131320">
                  <a:moveTo>
                    <a:pt x="16891" y="0"/>
                  </a:moveTo>
                  <a:lnTo>
                    <a:pt x="8795131" y="0"/>
                  </a:lnTo>
                  <a:cubicBezTo>
                    <a:pt x="8804529" y="0"/>
                    <a:pt x="8812022" y="7620"/>
                    <a:pt x="8812022" y="16891"/>
                  </a:cubicBezTo>
                  <a:lnTo>
                    <a:pt x="8812022" y="114427"/>
                  </a:lnTo>
                  <a:cubicBezTo>
                    <a:pt x="8812022" y="123825"/>
                    <a:pt x="8804402" y="131318"/>
                    <a:pt x="87951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8795131" y="97536"/>
                  </a:lnTo>
                  <a:lnTo>
                    <a:pt x="8795131" y="114427"/>
                  </a:lnTo>
                  <a:lnTo>
                    <a:pt x="8778240" y="114427"/>
                  </a:lnTo>
                  <a:lnTo>
                    <a:pt x="8778240" y="16891"/>
                  </a:lnTo>
                  <a:lnTo>
                    <a:pt x="8795131" y="16891"/>
                  </a:lnTo>
                  <a:lnTo>
                    <a:pt x="87951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893" name="Group 92"/>
          <p:cNvGrpSpPr/>
          <p:nvPr/>
        </p:nvGrpSpPr>
        <p:grpSpPr>
          <a:xfrm>
            <a:off x="11375280" y="5552280"/>
            <a:ext cx="6144480" cy="701640"/>
            <a:chOff x="11375280" y="5552280"/>
            <a:chExt cx="6144480" cy="701640"/>
          </a:xfrm>
        </p:grpSpPr>
        <p:sp>
          <p:nvSpPr>
            <p:cNvPr id="894" name="Freeform 93"/>
            <p:cNvSpPr/>
            <p:nvPr/>
          </p:nvSpPr>
          <p:spPr>
            <a:xfrm>
              <a:off x="11375280" y="5559480"/>
              <a:ext cx="6144480" cy="694440"/>
            </a:xfrm>
            <a:custGeom>
              <a:avLst/>
              <a:gdLst>
                <a:gd name="textAreaLeft" fmla="*/ 0 w 6144480"/>
                <a:gd name="textAreaRight" fmla="*/ 6144840 w 6144480"/>
                <a:gd name="textAreaTop" fmla="*/ 0 h 694440"/>
                <a:gd name="textAreaBottom" fmla="*/ 694800 h 694440"/>
              </a:gdLst>
              <a:ahLst/>
              <a:rect l="textAreaLeft" t="textAreaTop" r="textAreaRight" b="textAreaBottom"/>
              <a:pathLst>
                <a:path w="8193024" h="926592">
                  <a:moveTo>
                    <a:pt x="0" y="0"/>
                  </a:moveTo>
                  <a:lnTo>
                    <a:pt x="8193024" y="0"/>
                  </a:lnTo>
                  <a:lnTo>
                    <a:pt x="8193024" y="926592"/>
                  </a:lnTo>
                  <a:lnTo>
                    <a:pt x="0" y="926592"/>
                  </a:lnTo>
                  <a:close/>
                </a:path>
              </a:pathLst>
            </a:custGeom>
            <a:blipFill rotWithShape="0">
              <a:blip r:embed="rId1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95" name="TextBox 94"/>
            <p:cNvSpPr/>
            <p:nvPr/>
          </p:nvSpPr>
          <p:spPr>
            <a:xfrm>
              <a:off x="11375280" y="5552280"/>
              <a:ext cx="6144480" cy="7016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f4a261"/>
                  </a:solidFill>
                  <a:latin typeface="Trebuchet MS Bold"/>
                  <a:ea typeface="Trebuchet MS Bold"/>
                </a:rPr>
                <a:t>shapely</a:t>
              </a:r>
              <a:endParaRPr b="0" lang="en-US" sz="2600" spc="-1" strike="noStrike">
                <a:solidFill>
                  <a:srgbClr val="000000"/>
                </a:solidFill>
                <a:latin typeface="Arial"/>
              </a:endParaRPr>
            </a:p>
          </p:txBody>
        </p:sp>
      </p:grpSp>
      <p:grpSp>
        <p:nvGrpSpPr>
          <p:cNvPr id="896" name="Group 95"/>
          <p:cNvGrpSpPr/>
          <p:nvPr/>
        </p:nvGrpSpPr>
        <p:grpSpPr>
          <a:xfrm>
            <a:off x="11375280" y="6219720"/>
            <a:ext cx="6144480" cy="1076760"/>
            <a:chOff x="11375280" y="6219720"/>
            <a:chExt cx="6144480" cy="1076760"/>
          </a:xfrm>
        </p:grpSpPr>
        <p:sp>
          <p:nvSpPr>
            <p:cNvPr id="897" name="Freeform 96"/>
            <p:cNvSpPr/>
            <p:nvPr/>
          </p:nvSpPr>
          <p:spPr>
            <a:xfrm>
              <a:off x="11375280" y="6291000"/>
              <a:ext cx="6144480" cy="1005480"/>
            </a:xfrm>
            <a:custGeom>
              <a:avLst/>
              <a:gdLst>
                <a:gd name="textAreaLeft" fmla="*/ 0 w 6144480"/>
                <a:gd name="textAreaRight" fmla="*/ 6144840 w 6144480"/>
                <a:gd name="textAreaTop" fmla="*/ 0 h 1005480"/>
                <a:gd name="textAreaBottom" fmla="*/ 1005840 h 1005480"/>
              </a:gdLst>
              <a:ahLst/>
              <a:rect l="textAreaLeft" t="textAreaTop" r="textAreaRight" b="textAreaBottom"/>
              <a:pathLst>
                <a:path w="8193024" h="1341120">
                  <a:moveTo>
                    <a:pt x="0" y="0"/>
                  </a:moveTo>
                  <a:lnTo>
                    <a:pt x="8193024" y="0"/>
                  </a:lnTo>
                  <a:lnTo>
                    <a:pt x="8193024" y="1341120"/>
                  </a:lnTo>
                  <a:lnTo>
                    <a:pt x="0" y="1341120"/>
                  </a:lnTo>
                  <a:close/>
                </a:path>
              </a:pathLst>
            </a:custGeom>
            <a:blipFill rotWithShape="0">
              <a:blip r:embed="rId1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98" name="TextBox 97"/>
            <p:cNvSpPr/>
            <p:nvPr/>
          </p:nvSpPr>
          <p:spPr>
            <a:xfrm>
              <a:off x="11375280" y="6219720"/>
              <a:ext cx="6144480" cy="107676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64748b"/>
                  </a:solidFill>
                  <a:latin typeface="Calibri (MS)"/>
                  <a:ea typeface="Calibri (MS)"/>
                </a:rPr>
                <a:t>Creates and works with geometric shapes: points, lines, polygons. The shape library that geopandas uses under the hood.</a:t>
              </a:r>
              <a:endParaRPr b="0" lang="en-US" sz="1900" spc="-1" strike="noStrike">
                <a:solidFill>
                  <a:srgbClr val="000000"/>
                </a:solidFill>
                <a:latin typeface="Arial"/>
              </a:endParaRPr>
            </a:p>
          </p:txBody>
        </p:sp>
      </p:grpSp>
      <p:grpSp>
        <p:nvGrpSpPr>
          <p:cNvPr id="899" name="Group 98"/>
          <p:cNvGrpSpPr/>
          <p:nvPr/>
        </p:nvGrpSpPr>
        <p:grpSpPr>
          <a:xfrm>
            <a:off x="11149200" y="7601400"/>
            <a:ext cx="6595920" cy="2060640"/>
            <a:chOff x="11149200" y="7601400"/>
            <a:chExt cx="6595920" cy="2060640"/>
          </a:xfrm>
        </p:grpSpPr>
        <p:sp>
          <p:nvSpPr>
            <p:cNvPr id="900" name="Freeform 99"/>
            <p:cNvSpPr/>
            <p:nvPr/>
          </p:nvSpPr>
          <p:spPr>
            <a:xfrm>
              <a:off x="11155680" y="7607880"/>
              <a:ext cx="6583320" cy="2048040"/>
            </a:xfrm>
            <a:custGeom>
              <a:avLst/>
              <a:gdLst>
                <a:gd name="textAreaLeft" fmla="*/ 0 w 6583320"/>
                <a:gd name="textAreaRight" fmla="*/ 6583680 w 6583320"/>
                <a:gd name="textAreaTop" fmla="*/ 0 h 2048040"/>
                <a:gd name="textAreaBottom" fmla="*/ 2048400 h 2048040"/>
              </a:gdLst>
              <a:ahLst/>
              <a:rect l="textAreaLeft" t="textAreaTop" r="textAreaRight" b="textAreaBottom"/>
              <a:pathLst>
                <a:path w="8778240" h="2731008">
                  <a:moveTo>
                    <a:pt x="0" y="0"/>
                  </a:moveTo>
                  <a:lnTo>
                    <a:pt x="8778240" y="0"/>
                  </a:lnTo>
                  <a:lnTo>
                    <a:pt x="8778240" y="2731008"/>
                  </a:lnTo>
                  <a:lnTo>
                    <a:pt x="0" y="2731008"/>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1" name="Freeform 100"/>
            <p:cNvSpPr/>
            <p:nvPr/>
          </p:nvSpPr>
          <p:spPr>
            <a:xfrm>
              <a:off x="11149200" y="7601400"/>
              <a:ext cx="6595920" cy="2060640"/>
            </a:xfrm>
            <a:custGeom>
              <a:avLst/>
              <a:gdLst>
                <a:gd name="textAreaLeft" fmla="*/ 0 w 6595920"/>
                <a:gd name="textAreaRight" fmla="*/ 6596280 w 6595920"/>
                <a:gd name="textAreaTop" fmla="*/ 0 h 2060640"/>
                <a:gd name="textAreaBottom" fmla="*/ 2061000 h 2060640"/>
              </a:gdLst>
              <a:ahLst/>
              <a:rect l="textAreaLeft" t="textAreaTop" r="textAreaRight" b="textAreaBottom"/>
              <a:pathLst>
                <a:path w="8795258" h="2748026">
                  <a:moveTo>
                    <a:pt x="8509" y="0"/>
                  </a:moveTo>
                  <a:lnTo>
                    <a:pt x="8786749" y="0"/>
                  </a:lnTo>
                  <a:cubicBezTo>
                    <a:pt x="8791448" y="0"/>
                    <a:pt x="8795258" y="3810"/>
                    <a:pt x="8795258" y="8509"/>
                  </a:cubicBezTo>
                  <a:lnTo>
                    <a:pt x="8795258" y="2739517"/>
                  </a:lnTo>
                  <a:cubicBezTo>
                    <a:pt x="8795258" y="2744216"/>
                    <a:pt x="8791448" y="2748026"/>
                    <a:pt x="8786749" y="2748026"/>
                  </a:cubicBezTo>
                  <a:lnTo>
                    <a:pt x="8509" y="2748026"/>
                  </a:lnTo>
                  <a:cubicBezTo>
                    <a:pt x="3810" y="2748026"/>
                    <a:pt x="0" y="2744216"/>
                    <a:pt x="0" y="2739517"/>
                  </a:cubicBezTo>
                  <a:lnTo>
                    <a:pt x="0" y="8509"/>
                  </a:lnTo>
                  <a:cubicBezTo>
                    <a:pt x="0" y="3810"/>
                    <a:pt x="3810" y="0"/>
                    <a:pt x="8509" y="0"/>
                  </a:cubicBezTo>
                  <a:moveTo>
                    <a:pt x="8509" y="16891"/>
                  </a:moveTo>
                  <a:lnTo>
                    <a:pt x="8509" y="8509"/>
                  </a:lnTo>
                  <a:lnTo>
                    <a:pt x="17018" y="8509"/>
                  </a:lnTo>
                  <a:lnTo>
                    <a:pt x="17018" y="2739517"/>
                  </a:lnTo>
                  <a:lnTo>
                    <a:pt x="8509" y="2739517"/>
                  </a:lnTo>
                  <a:lnTo>
                    <a:pt x="8509" y="2731008"/>
                  </a:lnTo>
                  <a:lnTo>
                    <a:pt x="8786749" y="2731008"/>
                  </a:lnTo>
                  <a:lnTo>
                    <a:pt x="8786749" y="2739517"/>
                  </a:lnTo>
                  <a:lnTo>
                    <a:pt x="8778240" y="2739517"/>
                  </a:lnTo>
                  <a:lnTo>
                    <a:pt x="8778240" y="8509"/>
                  </a:lnTo>
                  <a:lnTo>
                    <a:pt x="8786749" y="8509"/>
                  </a:lnTo>
                  <a:lnTo>
                    <a:pt x="878674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02" name="Group 101"/>
          <p:cNvGrpSpPr/>
          <p:nvPr/>
        </p:nvGrpSpPr>
        <p:grpSpPr>
          <a:xfrm>
            <a:off x="11143080" y="7595280"/>
            <a:ext cx="6608520" cy="98280"/>
            <a:chOff x="11143080" y="7595280"/>
            <a:chExt cx="6608520" cy="98280"/>
          </a:xfrm>
        </p:grpSpPr>
        <p:sp>
          <p:nvSpPr>
            <p:cNvPr id="903" name="Freeform 102"/>
            <p:cNvSpPr/>
            <p:nvPr/>
          </p:nvSpPr>
          <p:spPr>
            <a:xfrm>
              <a:off x="11155680" y="7607880"/>
              <a:ext cx="6583320" cy="72720"/>
            </a:xfrm>
            <a:custGeom>
              <a:avLst/>
              <a:gdLst>
                <a:gd name="textAreaLeft" fmla="*/ 0 w 6583320"/>
                <a:gd name="textAreaRight" fmla="*/ 6583680 w 6583320"/>
                <a:gd name="textAreaTop" fmla="*/ 0 h 72720"/>
                <a:gd name="textAreaBottom" fmla="*/ 73080 h 72720"/>
              </a:gdLst>
              <a:ahLst/>
              <a:rect l="textAreaLeft" t="textAreaTop" r="textAreaRight" b="textAreaBottom"/>
              <a:pathLst>
                <a:path w="8778240" h="97536">
                  <a:moveTo>
                    <a:pt x="0" y="0"/>
                  </a:moveTo>
                  <a:lnTo>
                    <a:pt x="8778240" y="0"/>
                  </a:lnTo>
                  <a:lnTo>
                    <a:pt x="8778240" y="97536"/>
                  </a:lnTo>
                  <a:lnTo>
                    <a:pt x="0" y="97536"/>
                  </a:lnTo>
                  <a:close/>
                </a:path>
              </a:pathLst>
            </a:custGeom>
            <a:solidFill>
              <a:srgbClr val="f4a261"/>
            </a:solidFill>
            <a:ln w="0">
              <a:noFill/>
            </a:ln>
          </p:spPr>
          <p:style>
            <a:lnRef idx="0"/>
            <a:fillRef idx="0"/>
            <a:effectRef idx="0"/>
            <a:fontRef idx="minor"/>
          </p:style>
          <p:txBody>
            <a:bodyPr lIns="90000" rIns="90000" tIns="28080" bIns="28080" anchor="t">
              <a:noAutofit/>
            </a:bodyPr>
            <a:p>
              <a:endParaRPr b="0" lang="en-US" sz="1800" spc="-1" strike="noStrike">
                <a:solidFill>
                  <a:srgbClr val="000000"/>
                </a:solidFill>
                <a:latin typeface="Arial"/>
              </a:endParaRPr>
            </a:p>
          </p:txBody>
        </p:sp>
        <p:sp>
          <p:nvSpPr>
            <p:cNvPr id="904" name="Freeform 103"/>
            <p:cNvSpPr/>
            <p:nvPr/>
          </p:nvSpPr>
          <p:spPr>
            <a:xfrm>
              <a:off x="11143080" y="7595280"/>
              <a:ext cx="6608520" cy="98280"/>
            </a:xfrm>
            <a:custGeom>
              <a:avLst/>
              <a:gdLst>
                <a:gd name="textAreaLeft" fmla="*/ 0 w 6608520"/>
                <a:gd name="textAreaRight" fmla="*/ 6608880 w 6608520"/>
                <a:gd name="textAreaTop" fmla="*/ 0 h 98280"/>
                <a:gd name="textAreaBottom" fmla="*/ 98640 h 98280"/>
              </a:gdLst>
              <a:ahLst/>
              <a:rect l="textAreaLeft" t="textAreaTop" r="textAreaRight" b="textAreaBottom"/>
              <a:pathLst>
                <a:path w="8812022" h="131320">
                  <a:moveTo>
                    <a:pt x="16891" y="0"/>
                  </a:moveTo>
                  <a:lnTo>
                    <a:pt x="8795131" y="0"/>
                  </a:lnTo>
                  <a:cubicBezTo>
                    <a:pt x="8804529" y="0"/>
                    <a:pt x="8812022" y="7620"/>
                    <a:pt x="8812022" y="16891"/>
                  </a:cubicBezTo>
                  <a:lnTo>
                    <a:pt x="8812022" y="114427"/>
                  </a:lnTo>
                  <a:cubicBezTo>
                    <a:pt x="8812022" y="123825"/>
                    <a:pt x="8804402" y="131318"/>
                    <a:pt x="879513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8795131" y="97536"/>
                  </a:lnTo>
                  <a:lnTo>
                    <a:pt x="8795131" y="114427"/>
                  </a:lnTo>
                  <a:lnTo>
                    <a:pt x="8778240" y="114427"/>
                  </a:lnTo>
                  <a:lnTo>
                    <a:pt x="8778240" y="16891"/>
                  </a:lnTo>
                  <a:lnTo>
                    <a:pt x="8795131" y="16891"/>
                  </a:lnTo>
                  <a:lnTo>
                    <a:pt x="87951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05" name="Group 104"/>
          <p:cNvGrpSpPr/>
          <p:nvPr/>
        </p:nvGrpSpPr>
        <p:grpSpPr>
          <a:xfrm>
            <a:off x="11375280" y="7783560"/>
            <a:ext cx="6144480" cy="701640"/>
            <a:chOff x="11375280" y="7783560"/>
            <a:chExt cx="6144480" cy="701640"/>
          </a:xfrm>
        </p:grpSpPr>
        <p:sp>
          <p:nvSpPr>
            <p:cNvPr id="906" name="Freeform 105"/>
            <p:cNvSpPr/>
            <p:nvPr/>
          </p:nvSpPr>
          <p:spPr>
            <a:xfrm>
              <a:off x="11375280" y="7790760"/>
              <a:ext cx="6144480" cy="694440"/>
            </a:xfrm>
            <a:custGeom>
              <a:avLst/>
              <a:gdLst>
                <a:gd name="textAreaLeft" fmla="*/ 0 w 6144480"/>
                <a:gd name="textAreaRight" fmla="*/ 6144840 w 6144480"/>
                <a:gd name="textAreaTop" fmla="*/ 0 h 694440"/>
                <a:gd name="textAreaBottom" fmla="*/ 694800 h 694440"/>
              </a:gdLst>
              <a:ahLst/>
              <a:rect l="textAreaLeft" t="textAreaTop" r="textAreaRight" b="textAreaBottom"/>
              <a:pathLst>
                <a:path w="8193024" h="926592">
                  <a:moveTo>
                    <a:pt x="0" y="0"/>
                  </a:moveTo>
                  <a:lnTo>
                    <a:pt x="8193024" y="0"/>
                  </a:lnTo>
                  <a:lnTo>
                    <a:pt x="8193024" y="926592"/>
                  </a:lnTo>
                  <a:lnTo>
                    <a:pt x="0" y="926592"/>
                  </a:lnTo>
                  <a:close/>
                </a:path>
              </a:pathLst>
            </a:custGeom>
            <a:blipFill rotWithShape="0">
              <a:blip r:embed="rId1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7" name="TextBox 106"/>
            <p:cNvSpPr/>
            <p:nvPr/>
          </p:nvSpPr>
          <p:spPr>
            <a:xfrm>
              <a:off x="11375280" y="7783560"/>
              <a:ext cx="6144480" cy="7016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f4a261"/>
                  </a:solidFill>
                  <a:latin typeface="Trebuchet MS Bold"/>
                  <a:ea typeface="Trebuchet MS Bold"/>
                </a:rPr>
                <a:t>gradio</a:t>
              </a:r>
              <a:endParaRPr b="0" lang="en-US" sz="2600" spc="-1" strike="noStrike">
                <a:solidFill>
                  <a:srgbClr val="000000"/>
                </a:solidFill>
                <a:latin typeface="Arial"/>
              </a:endParaRPr>
            </a:p>
          </p:txBody>
        </p:sp>
      </p:grpSp>
      <p:grpSp>
        <p:nvGrpSpPr>
          <p:cNvPr id="908" name="Group 107"/>
          <p:cNvGrpSpPr/>
          <p:nvPr/>
        </p:nvGrpSpPr>
        <p:grpSpPr>
          <a:xfrm>
            <a:off x="11375280" y="8450640"/>
            <a:ext cx="6144480" cy="1077120"/>
            <a:chOff x="11375280" y="8450640"/>
            <a:chExt cx="6144480" cy="1077120"/>
          </a:xfrm>
        </p:grpSpPr>
        <p:sp>
          <p:nvSpPr>
            <p:cNvPr id="909" name="Freeform 108"/>
            <p:cNvSpPr/>
            <p:nvPr/>
          </p:nvSpPr>
          <p:spPr>
            <a:xfrm>
              <a:off x="11375280" y="8522280"/>
              <a:ext cx="6144480" cy="1005480"/>
            </a:xfrm>
            <a:custGeom>
              <a:avLst/>
              <a:gdLst>
                <a:gd name="textAreaLeft" fmla="*/ 0 w 6144480"/>
                <a:gd name="textAreaRight" fmla="*/ 6144840 w 6144480"/>
                <a:gd name="textAreaTop" fmla="*/ 0 h 1005480"/>
                <a:gd name="textAreaBottom" fmla="*/ 1005840 h 1005480"/>
              </a:gdLst>
              <a:ahLst/>
              <a:rect l="textAreaLeft" t="textAreaTop" r="textAreaRight" b="textAreaBottom"/>
              <a:pathLst>
                <a:path w="8193024" h="1341120">
                  <a:moveTo>
                    <a:pt x="0" y="0"/>
                  </a:moveTo>
                  <a:lnTo>
                    <a:pt x="8193024" y="0"/>
                  </a:lnTo>
                  <a:lnTo>
                    <a:pt x="8193024" y="1341120"/>
                  </a:lnTo>
                  <a:lnTo>
                    <a:pt x="0" y="1341120"/>
                  </a:lnTo>
                  <a:close/>
                </a:path>
              </a:pathLst>
            </a:custGeom>
            <a:blipFill rotWithShape="0">
              <a:blip r:embed="rId1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0" name="TextBox 109"/>
            <p:cNvSpPr/>
            <p:nvPr/>
          </p:nvSpPr>
          <p:spPr>
            <a:xfrm>
              <a:off x="11375280" y="8450640"/>
              <a:ext cx="6144480" cy="107676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64748b"/>
                  </a:solidFill>
                  <a:latin typeface="Calibri (MS)"/>
                  <a:ea typeface="Calibri (MS)"/>
                </a:rPr>
                <a:t>Turns a Python function into a shareable web interface in three lines of code. How we make our analysis accessible to non-coders.</a:t>
              </a:r>
              <a:endParaRPr b="0" lang="en-US" sz="19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911" name="Group 2"/>
          <p:cNvGrpSpPr/>
          <p:nvPr/>
        </p:nvGrpSpPr>
        <p:grpSpPr>
          <a:xfrm>
            <a:off x="-12600" y="-12600"/>
            <a:ext cx="281160" cy="10311840"/>
            <a:chOff x="-12600" y="-12600"/>
            <a:chExt cx="281160" cy="10311840"/>
          </a:xfrm>
        </p:grpSpPr>
        <p:sp>
          <p:nvSpPr>
            <p:cNvPr id="912"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3"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14" name="Group 5"/>
          <p:cNvGrpSpPr/>
          <p:nvPr/>
        </p:nvGrpSpPr>
        <p:grpSpPr>
          <a:xfrm>
            <a:off x="10607040" y="-1470240"/>
            <a:ext cx="8229240" cy="12808440"/>
            <a:chOff x="10607040" y="-1470240"/>
            <a:chExt cx="8229240" cy="12808440"/>
          </a:xfrm>
        </p:grpSpPr>
        <p:sp>
          <p:nvSpPr>
            <p:cNvPr id="915" name="Freeform 6"/>
            <p:cNvSpPr/>
            <p:nvPr/>
          </p:nvSpPr>
          <p:spPr>
            <a:xfrm>
              <a:off x="10607040" y="-1463040"/>
              <a:ext cx="8229240" cy="12801240"/>
            </a:xfrm>
            <a:custGeom>
              <a:avLst/>
              <a:gdLst>
                <a:gd name="textAreaLeft" fmla="*/ 0 w 8229240"/>
                <a:gd name="textAreaRight" fmla="*/ 8229600 w 8229240"/>
                <a:gd name="textAreaTop" fmla="*/ 0 h 12801240"/>
                <a:gd name="textAreaBottom" fmla="*/ 12801600 h 12801240"/>
              </a:gdLst>
              <a:ahLst/>
              <a:rect l="textAreaLeft" t="textAreaTop" r="textAreaRight" b="textAreaBottom"/>
              <a:pathLst>
                <a:path w="10972800" h="17068800">
                  <a:moveTo>
                    <a:pt x="0" y="0"/>
                  </a:moveTo>
                  <a:lnTo>
                    <a:pt x="10972800" y="0"/>
                  </a:lnTo>
                  <a:lnTo>
                    <a:pt x="10972800" y="17068800"/>
                  </a:lnTo>
                  <a:lnTo>
                    <a:pt x="0" y="17068800"/>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6" name="TextBox 7"/>
            <p:cNvSpPr/>
            <p:nvPr/>
          </p:nvSpPr>
          <p:spPr>
            <a:xfrm>
              <a:off x="10607040" y="-1470240"/>
              <a:ext cx="8229240" cy="12808440"/>
            </a:xfrm>
            <a:prstGeom prst="rect">
              <a:avLst/>
            </a:prstGeom>
            <a:noFill/>
            <a:ln w="0">
              <a:noFill/>
            </a:ln>
          </p:spPr>
          <p:style>
            <a:lnRef idx="0"/>
            <a:fillRef idx="0"/>
            <a:effectRef idx="0"/>
            <a:fontRef idx="minor"/>
          </p:style>
          <p:txBody>
            <a:bodyPr lIns="0" rIns="0" tIns="0" bIns="0" anchor="ctr">
              <a:noAutofit/>
            </a:bodyPr>
            <a:p>
              <a:pPr defTabSz="914400">
                <a:lnSpc>
                  <a:spcPts val="47999"/>
                </a:lnSpc>
              </a:pPr>
              <a:r>
                <a:rPr b="1" lang="en-US" sz="40000" spc="-1" strike="noStrike">
                  <a:solidFill>
                    <a:srgbClr val="ffffff"/>
                  </a:solidFill>
                  <a:latin typeface="Trebuchet MS Bold"/>
                  <a:ea typeface="Trebuchet MS Bold"/>
                </a:rPr>
                <a:t>04</a:t>
              </a:r>
              <a:endParaRPr b="0" lang="en-US" sz="40000" spc="-1" strike="noStrike">
                <a:solidFill>
                  <a:srgbClr val="ffffff"/>
                </a:solidFill>
                <a:latin typeface="Arial"/>
              </a:endParaRPr>
            </a:p>
          </p:txBody>
        </p:sp>
      </p:grpSp>
      <p:grpSp>
        <p:nvGrpSpPr>
          <p:cNvPr id="917" name="Group 8"/>
          <p:cNvGrpSpPr/>
          <p:nvPr/>
        </p:nvGrpSpPr>
        <p:grpSpPr>
          <a:xfrm>
            <a:off x="1645920" y="2088720"/>
            <a:ext cx="9143640" cy="708840"/>
            <a:chOff x="1645920" y="2088720"/>
            <a:chExt cx="9143640" cy="708840"/>
          </a:xfrm>
        </p:grpSpPr>
        <p:sp>
          <p:nvSpPr>
            <p:cNvPr id="918" name="Freeform 9"/>
            <p:cNvSpPr/>
            <p:nvPr/>
          </p:nvSpPr>
          <p:spPr>
            <a:xfrm>
              <a:off x="1645920" y="2103120"/>
              <a:ext cx="9143640" cy="694440"/>
            </a:xfrm>
            <a:custGeom>
              <a:avLst/>
              <a:gdLst>
                <a:gd name="textAreaLeft" fmla="*/ 0 w 9143640"/>
                <a:gd name="textAreaRight" fmla="*/ 9144000 w 9143640"/>
                <a:gd name="textAreaTop" fmla="*/ 0 h 694440"/>
                <a:gd name="textAreaBottom" fmla="*/ 694800 h 694440"/>
              </a:gdLst>
              <a:ahLst/>
              <a:rect l="textAreaLeft" t="textAreaTop" r="textAreaRight" b="textAreaBottom"/>
              <a:pathLst>
                <a:path w="12192000" h="926592">
                  <a:moveTo>
                    <a:pt x="0" y="0"/>
                  </a:moveTo>
                  <a:lnTo>
                    <a:pt x="12192000" y="0"/>
                  </a:lnTo>
                  <a:lnTo>
                    <a:pt x="12192000" y="926592"/>
                  </a:lnTo>
                  <a:lnTo>
                    <a:pt x="0" y="926592"/>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9" name="TextBox 10"/>
            <p:cNvSpPr/>
            <p:nvPr/>
          </p:nvSpPr>
          <p:spPr>
            <a:xfrm>
              <a:off x="1645920" y="2088720"/>
              <a:ext cx="914364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797" strike="noStrike">
                  <a:solidFill>
                    <a:srgbClr val="f4a261"/>
                  </a:solidFill>
                  <a:latin typeface="Trebuchet MS Bold"/>
                  <a:ea typeface="Trebuchet MS Bold"/>
                </a:rPr>
                <a:t>SECTION 04</a:t>
              </a:r>
              <a:endParaRPr b="0" lang="en-US" sz="2200" spc="-1" strike="noStrike">
                <a:solidFill>
                  <a:srgbClr val="ffffff"/>
                </a:solidFill>
                <a:latin typeface="Arial"/>
              </a:endParaRPr>
            </a:p>
          </p:txBody>
        </p:sp>
      </p:grpSp>
      <p:grpSp>
        <p:nvGrpSpPr>
          <p:cNvPr id="920" name="Group 11"/>
          <p:cNvGrpSpPr/>
          <p:nvPr/>
        </p:nvGrpSpPr>
        <p:grpSpPr>
          <a:xfrm>
            <a:off x="1645920" y="2911680"/>
            <a:ext cx="15727320" cy="2482920"/>
            <a:chOff x="1645920" y="2911680"/>
            <a:chExt cx="15727320" cy="2482920"/>
          </a:xfrm>
        </p:grpSpPr>
        <p:sp>
          <p:nvSpPr>
            <p:cNvPr id="921" name="Freeform 12"/>
            <p:cNvSpPr/>
            <p:nvPr/>
          </p:nvSpPr>
          <p:spPr>
            <a:xfrm>
              <a:off x="1645920" y="2926080"/>
              <a:ext cx="15727320" cy="2468520"/>
            </a:xfrm>
            <a:custGeom>
              <a:avLst/>
              <a:gdLst>
                <a:gd name="textAreaLeft" fmla="*/ 0 w 15727320"/>
                <a:gd name="textAreaRight" fmla="*/ 15727680 w 15727320"/>
                <a:gd name="textAreaTop" fmla="*/ 0 h 2468520"/>
                <a:gd name="textAreaBottom" fmla="*/ 2468880 h 2468520"/>
              </a:gdLst>
              <a:ahLst/>
              <a:rect l="textAreaLeft" t="textAreaTop" r="textAreaRight" b="textAreaBottom"/>
              <a:pathLst>
                <a:path w="20970239" h="3291840">
                  <a:moveTo>
                    <a:pt x="0" y="0"/>
                  </a:moveTo>
                  <a:lnTo>
                    <a:pt x="20970239" y="0"/>
                  </a:lnTo>
                  <a:lnTo>
                    <a:pt x="20970239" y="3291840"/>
                  </a:lnTo>
                  <a:lnTo>
                    <a:pt x="0" y="329184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22" name="TextBox 13"/>
            <p:cNvSpPr/>
            <p:nvPr/>
          </p:nvSpPr>
          <p:spPr>
            <a:xfrm>
              <a:off x="1645920" y="2911680"/>
              <a:ext cx="15727320" cy="2482920"/>
            </a:xfrm>
            <a:prstGeom prst="rect">
              <a:avLst/>
            </a:prstGeom>
            <a:noFill/>
            <a:ln w="0">
              <a:noFill/>
            </a:ln>
          </p:spPr>
          <p:style>
            <a:lnRef idx="0"/>
            <a:fillRef idx="0"/>
            <a:effectRef idx="0"/>
            <a:fontRef idx="minor"/>
          </p:style>
          <p:txBody>
            <a:bodyPr lIns="0" rIns="0" tIns="0" bIns="0" anchor="ctr">
              <a:noAutofit/>
            </a:bodyPr>
            <a:p>
              <a:pPr defTabSz="914400">
                <a:lnSpc>
                  <a:spcPts val="8640"/>
                </a:lnSpc>
              </a:pPr>
              <a:r>
                <a:rPr b="1" lang="en-US" sz="7200" spc="-1" strike="noStrike">
                  <a:solidFill>
                    <a:srgbClr val="ffffff"/>
                  </a:solidFill>
                  <a:latin typeface="Trebuchet MS Bold"/>
                  <a:ea typeface="Trebuchet MS Bold"/>
                </a:rPr>
                <a:t>Our Data</a:t>
              </a:r>
              <a:endParaRPr b="0" lang="en-US" sz="7200" spc="-1" strike="noStrike">
                <a:solidFill>
                  <a:srgbClr val="ffffff"/>
                </a:solidFill>
                <a:latin typeface="Arial"/>
              </a:endParaRPr>
            </a:p>
          </p:txBody>
        </p:sp>
      </p:grpSp>
      <p:grpSp>
        <p:nvGrpSpPr>
          <p:cNvPr id="923" name="Group 14"/>
          <p:cNvGrpSpPr/>
          <p:nvPr/>
        </p:nvGrpSpPr>
        <p:grpSpPr>
          <a:xfrm>
            <a:off x="1645920" y="5527800"/>
            <a:ext cx="13715640" cy="1112040"/>
            <a:chOff x="1645920" y="5527800"/>
            <a:chExt cx="13715640" cy="1112040"/>
          </a:xfrm>
        </p:grpSpPr>
        <p:sp>
          <p:nvSpPr>
            <p:cNvPr id="924" name="Freeform 15"/>
            <p:cNvSpPr/>
            <p:nvPr/>
          </p:nvSpPr>
          <p:spPr>
            <a:xfrm>
              <a:off x="1645920" y="5577840"/>
              <a:ext cx="13715640" cy="1062000"/>
            </a:xfrm>
            <a:custGeom>
              <a:avLst/>
              <a:gdLst>
                <a:gd name="textAreaLeft" fmla="*/ 0 w 13715640"/>
                <a:gd name="textAreaRight" fmla="*/ 13716000 w 13715640"/>
                <a:gd name="textAreaTop" fmla="*/ 0 h 1062000"/>
                <a:gd name="textAreaBottom" fmla="*/ 1062360 h 1062000"/>
              </a:gdLst>
              <a:ahLst/>
              <a:rect l="textAreaLeft" t="textAreaTop" r="textAreaRight" b="textAreaBottom"/>
              <a:pathLst>
                <a:path w="18288000" h="1416397">
                  <a:moveTo>
                    <a:pt x="0" y="0"/>
                  </a:moveTo>
                  <a:lnTo>
                    <a:pt x="18288000" y="0"/>
                  </a:lnTo>
                  <a:lnTo>
                    <a:pt x="18288000" y="1416397"/>
                  </a:lnTo>
                  <a:lnTo>
                    <a:pt x="0" y="1416397"/>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25" name="TextBox 16"/>
            <p:cNvSpPr/>
            <p:nvPr/>
          </p:nvSpPr>
          <p:spPr>
            <a:xfrm>
              <a:off x="1645920" y="5527800"/>
              <a:ext cx="13715640" cy="1112040"/>
            </a:xfrm>
            <a:prstGeom prst="rect">
              <a:avLst/>
            </a:prstGeom>
            <a:noFill/>
            <a:ln w="0">
              <a:noFill/>
            </a:ln>
          </p:spPr>
          <p:style>
            <a:lnRef idx="0"/>
            <a:fillRef idx="0"/>
            <a:effectRef idx="0"/>
            <a:fontRef idx="minor"/>
          </p:style>
          <p:txBody>
            <a:bodyPr lIns="0" rIns="0" tIns="0" bIns="0" anchor="ctr">
              <a:noAutofit/>
            </a:bodyPr>
            <a:p>
              <a:pPr defTabSz="914400">
                <a:lnSpc>
                  <a:spcPts val="3600"/>
                </a:lnSpc>
              </a:pPr>
              <a:r>
                <a:rPr b="0" i="1" lang="en-US" sz="3000" spc="-1" strike="noStrike">
                  <a:solidFill>
                    <a:srgbClr val="ffffff"/>
                  </a:solidFill>
                  <a:latin typeface="Calibri (MS) Italics"/>
                  <a:ea typeface="Calibri (MS) Italics"/>
                </a:rPr>
                <a:t>Where it comes from, what else lives there, and why </a:t>
              </a:r>
              <a:endParaRPr b="0" lang="en-US" sz="3000" spc="-1" strike="noStrike">
                <a:solidFill>
                  <a:srgbClr val="ffffff"/>
                </a:solidFill>
                <a:latin typeface="Arial"/>
              </a:endParaRPr>
            </a:p>
            <a:p>
              <a:pPr defTabSz="914400">
                <a:lnSpc>
                  <a:spcPts val="3600"/>
                </a:lnSpc>
              </a:pPr>
              <a:r>
                <a:rPr b="0" i="1" lang="en-US" sz="3000" spc="-1" strike="noStrike">
                  <a:solidFill>
                    <a:srgbClr val="ffffff"/>
                  </a:solidFill>
                  <a:latin typeface="Calibri (MS) Italics"/>
                  <a:ea typeface="Calibri (MS) Italics"/>
                </a:rPr>
                <a:t>we chose rice.</a:t>
              </a:r>
              <a:endParaRPr b="0" lang="en-US" sz="3000" spc="-1" strike="noStrike">
                <a:solidFill>
                  <a:srgbClr val="ffffff"/>
                </a:solidFill>
                <a:latin typeface="Arial"/>
              </a:endParaRPr>
            </a:p>
          </p:txBody>
        </p:sp>
      </p:grpSp>
      <p:grpSp>
        <p:nvGrpSpPr>
          <p:cNvPr id="926" name="Group 17"/>
          <p:cNvGrpSpPr/>
          <p:nvPr/>
        </p:nvGrpSpPr>
        <p:grpSpPr>
          <a:xfrm>
            <a:off x="1633320" y="8217000"/>
            <a:ext cx="4048200" cy="793080"/>
            <a:chOff x="1633320" y="8217000"/>
            <a:chExt cx="4048200" cy="793080"/>
          </a:xfrm>
        </p:grpSpPr>
        <p:sp>
          <p:nvSpPr>
            <p:cNvPr id="927" name="Freeform 18"/>
            <p:cNvSpPr/>
            <p:nvPr/>
          </p:nvSpPr>
          <p:spPr>
            <a:xfrm>
              <a:off x="1645920" y="8229600"/>
              <a:ext cx="4023000" cy="767880"/>
            </a:xfrm>
            <a:custGeom>
              <a:avLst/>
              <a:gdLst>
                <a:gd name="textAreaLeft" fmla="*/ 0 w 4023000"/>
                <a:gd name="textAreaRight" fmla="*/ 4023360 w 4023000"/>
                <a:gd name="textAreaTop" fmla="*/ 0 h 767880"/>
                <a:gd name="textAreaBottom" fmla="*/ 768240 h 767880"/>
              </a:gdLst>
              <a:ahLst/>
              <a:rect l="textAreaLeft" t="textAreaTop" r="textAreaRight" b="textAreaBottom"/>
              <a:pathLst>
                <a:path w="5364480" h="1024128">
                  <a:moveTo>
                    <a:pt x="0" y="0"/>
                  </a:moveTo>
                  <a:lnTo>
                    <a:pt x="5364480" y="0"/>
                  </a:lnTo>
                  <a:lnTo>
                    <a:pt x="5364480" y="1024128"/>
                  </a:lnTo>
                  <a:lnTo>
                    <a:pt x="0" y="1024128"/>
                  </a:lnTo>
                  <a:close/>
                </a:path>
              </a:pathLst>
            </a:custGeom>
            <a:solidFill>
              <a:srgbClr val="f4a261">
                <a:alpha val="64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28" name="Freeform 19"/>
            <p:cNvSpPr/>
            <p:nvPr/>
          </p:nvSpPr>
          <p:spPr>
            <a:xfrm>
              <a:off x="1633320" y="8217000"/>
              <a:ext cx="4048200" cy="793080"/>
            </a:xfrm>
            <a:custGeom>
              <a:avLst/>
              <a:gdLst>
                <a:gd name="textAreaLeft" fmla="*/ 0 w 4048200"/>
                <a:gd name="textAreaRight" fmla="*/ 4048560 w 4048200"/>
                <a:gd name="textAreaTop" fmla="*/ 0 h 793080"/>
                <a:gd name="textAreaBottom" fmla="*/ 793440 h 793080"/>
              </a:gdLst>
              <a:ahLst/>
              <a:rect l="textAreaLeft" t="textAreaTop" r="textAreaRight" b="textAreaBottom"/>
              <a:pathLst>
                <a:path w="5398262" h="1057912">
                  <a:moveTo>
                    <a:pt x="16891" y="0"/>
                  </a:moveTo>
                  <a:lnTo>
                    <a:pt x="5381371" y="0"/>
                  </a:lnTo>
                  <a:cubicBezTo>
                    <a:pt x="5390769" y="0"/>
                    <a:pt x="5398262" y="7620"/>
                    <a:pt x="5398262" y="16891"/>
                  </a:cubicBezTo>
                  <a:lnTo>
                    <a:pt x="5398262" y="1041019"/>
                  </a:lnTo>
                  <a:cubicBezTo>
                    <a:pt x="5398262" y="1050417"/>
                    <a:pt x="5390642" y="1057910"/>
                    <a:pt x="538137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5381371" y="1024128"/>
                  </a:lnTo>
                  <a:lnTo>
                    <a:pt x="5381371" y="1041019"/>
                  </a:lnTo>
                  <a:lnTo>
                    <a:pt x="5364480" y="1041019"/>
                  </a:lnTo>
                  <a:lnTo>
                    <a:pt x="5364480" y="16891"/>
                  </a:lnTo>
                  <a:lnTo>
                    <a:pt x="5381371" y="16891"/>
                  </a:lnTo>
                  <a:lnTo>
                    <a:pt x="538137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29" name="Group 20"/>
          <p:cNvGrpSpPr/>
          <p:nvPr/>
        </p:nvGrpSpPr>
        <p:grpSpPr>
          <a:xfrm>
            <a:off x="1645920" y="8201160"/>
            <a:ext cx="4023000" cy="796320"/>
            <a:chOff x="1645920" y="8201160"/>
            <a:chExt cx="4023000" cy="796320"/>
          </a:xfrm>
        </p:grpSpPr>
        <p:sp>
          <p:nvSpPr>
            <p:cNvPr id="930" name="Freeform 21"/>
            <p:cNvSpPr/>
            <p:nvPr/>
          </p:nvSpPr>
          <p:spPr>
            <a:xfrm>
              <a:off x="1645920" y="8229600"/>
              <a:ext cx="4023000" cy="767880"/>
            </a:xfrm>
            <a:custGeom>
              <a:avLst/>
              <a:gdLst>
                <a:gd name="textAreaLeft" fmla="*/ 0 w 4023000"/>
                <a:gd name="textAreaRight" fmla="*/ 4023360 w 4023000"/>
                <a:gd name="textAreaTop" fmla="*/ 0 h 767880"/>
                <a:gd name="textAreaBottom" fmla="*/ 768240 h 767880"/>
              </a:gdLst>
              <a:ahLst/>
              <a:rect l="textAreaLeft" t="textAreaTop" r="textAreaRight" b="textAreaBottom"/>
              <a:pathLst>
                <a:path w="5364480" h="1024128">
                  <a:moveTo>
                    <a:pt x="0" y="0"/>
                  </a:moveTo>
                  <a:lnTo>
                    <a:pt x="5364480" y="0"/>
                  </a:lnTo>
                  <a:lnTo>
                    <a:pt x="5364480" y="1024128"/>
                  </a:lnTo>
                  <a:lnTo>
                    <a:pt x="0" y="1024128"/>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31" name="TextBox 22"/>
            <p:cNvSpPr/>
            <p:nvPr/>
          </p:nvSpPr>
          <p:spPr>
            <a:xfrm>
              <a:off x="1645920" y="8201160"/>
              <a:ext cx="4023000" cy="796320"/>
            </a:xfrm>
            <a:prstGeom prst="rect">
              <a:avLst/>
            </a:prstGeom>
            <a:noFill/>
            <a:ln w="0">
              <a:noFill/>
            </a:ln>
          </p:spPr>
          <p:style>
            <a:lnRef idx="0"/>
            <a:fillRef idx="0"/>
            <a:effectRef idx="0"/>
            <a:fontRef idx="minor"/>
          </p:style>
          <p:txBody>
            <a:bodyPr lIns="0" rIns="0" tIns="0" bIns="0" anchor="ctr">
              <a:noAutofit/>
            </a:bodyPr>
            <a:p>
              <a:pPr algn="ctr" defTabSz="914400">
                <a:lnSpc>
                  <a:spcPts val="2880"/>
                </a:lnSpc>
              </a:pPr>
              <a:r>
                <a:rPr b="1" lang="en-US" sz="2400" spc="-1" strike="noStrike">
                  <a:solidFill>
                    <a:srgbClr val="ffffff"/>
                  </a:solidFill>
                  <a:latin typeface="Calibri (MS) Bold"/>
                  <a:ea typeface="Calibri (MS) Bold"/>
                </a:rPr>
                <a:t>10 min</a:t>
              </a:r>
              <a:endParaRPr b="0" lang="en-US" sz="24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932" name="Group 2"/>
          <p:cNvGrpSpPr/>
          <p:nvPr/>
        </p:nvGrpSpPr>
        <p:grpSpPr>
          <a:xfrm>
            <a:off x="-12600" y="-12600"/>
            <a:ext cx="18312840" cy="1524600"/>
            <a:chOff x="-12600" y="-12600"/>
            <a:chExt cx="18312840" cy="1524600"/>
          </a:xfrm>
        </p:grpSpPr>
        <p:sp>
          <p:nvSpPr>
            <p:cNvPr id="933"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4"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935" name="Group 5"/>
          <p:cNvGrpSpPr/>
          <p:nvPr/>
        </p:nvGrpSpPr>
        <p:grpSpPr>
          <a:xfrm>
            <a:off x="-12600" y="-12600"/>
            <a:ext cx="281160" cy="1524600"/>
            <a:chOff x="-12600" y="-12600"/>
            <a:chExt cx="281160" cy="1524600"/>
          </a:xfrm>
        </p:grpSpPr>
        <p:sp>
          <p:nvSpPr>
            <p:cNvPr id="936"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37"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38" name="Group 8"/>
          <p:cNvGrpSpPr/>
          <p:nvPr/>
        </p:nvGrpSpPr>
        <p:grpSpPr>
          <a:xfrm>
            <a:off x="640080" y="-14400"/>
            <a:ext cx="17007480" cy="1513800"/>
            <a:chOff x="640080" y="-14400"/>
            <a:chExt cx="17007480" cy="1513800"/>
          </a:xfrm>
        </p:grpSpPr>
        <p:sp>
          <p:nvSpPr>
            <p:cNvPr id="939"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40"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Where Our Data Comes From: The HDX Platform</a:t>
              </a:r>
              <a:endParaRPr b="0" lang="en-US" sz="4000" spc="-1" strike="noStrike">
                <a:solidFill>
                  <a:srgbClr val="000000"/>
                </a:solidFill>
                <a:latin typeface="Arial"/>
              </a:endParaRPr>
            </a:p>
          </p:txBody>
        </p:sp>
      </p:grpSp>
      <p:grpSp>
        <p:nvGrpSpPr>
          <p:cNvPr id="941" name="Group 11"/>
          <p:cNvGrpSpPr/>
          <p:nvPr/>
        </p:nvGrpSpPr>
        <p:grpSpPr>
          <a:xfrm>
            <a:off x="542160" y="1730880"/>
            <a:ext cx="9704880" cy="3267720"/>
            <a:chOff x="542160" y="1730880"/>
            <a:chExt cx="9704880" cy="3267720"/>
          </a:xfrm>
        </p:grpSpPr>
        <p:sp>
          <p:nvSpPr>
            <p:cNvPr id="942" name="Freeform 12"/>
            <p:cNvSpPr/>
            <p:nvPr/>
          </p:nvSpPr>
          <p:spPr>
            <a:xfrm>
              <a:off x="548640" y="1737360"/>
              <a:ext cx="9692280" cy="3254760"/>
            </a:xfrm>
            <a:custGeom>
              <a:avLst/>
              <a:gdLst>
                <a:gd name="textAreaLeft" fmla="*/ 0 w 9692280"/>
                <a:gd name="textAreaRight" fmla="*/ 9692640 w 9692280"/>
                <a:gd name="textAreaTop" fmla="*/ 0 h 3254760"/>
                <a:gd name="textAreaBottom" fmla="*/ 3255120 h 3254760"/>
              </a:gdLst>
              <a:ahLst/>
              <a:rect l="textAreaLeft" t="textAreaTop" r="textAreaRight" b="textAreaBottom"/>
              <a:pathLst>
                <a:path w="12923519" h="4340352">
                  <a:moveTo>
                    <a:pt x="0" y="0"/>
                  </a:moveTo>
                  <a:lnTo>
                    <a:pt x="12923519" y="0"/>
                  </a:lnTo>
                  <a:lnTo>
                    <a:pt x="12923519" y="4340352"/>
                  </a:lnTo>
                  <a:lnTo>
                    <a:pt x="0" y="4340352"/>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43" name="Freeform 13"/>
            <p:cNvSpPr/>
            <p:nvPr/>
          </p:nvSpPr>
          <p:spPr>
            <a:xfrm>
              <a:off x="542160" y="1730880"/>
              <a:ext cx="9704880" cy="3267720"/>
            </a:xfrm>
            <a:custGeom>
              <a:avLst/>
              <a:gdLst>
                <a:gd name="textAreaLeft" fmla="*/ 0 w 9704880"/>
                <a:gd name="textAreaRight" fmla="*/ 9705240 w 9704880"/>
                <a:gd name="textAreaTop" fmla="*/ 0 h 3267720"/>
                <a:gd name="textAreaBottom" fmla="*/ 3268080 h 3267720"/>
              </a:gdLst>
              <a:ahLst/>
              <a:rect l="textAreaLeft" t="textAreaTop" r="textAreaRight" b="textAreaBottom"/>
              <a:pathLst>
                <a:path w="12940538" h="4357370">
                  <a:moveTo>
                    <a:pt x="8509" y="0"/>
                  </a:moveTo>
                  <a:lnTo>
                    <a:pt x="12932028" y="0"/>
                  </a:lnTo>
                  <a:cubicBezTo>
                    <a:pt x="12936727" y="0"/>
                    <a:pt x="12940538" y="3810"/>
                    <a:pt x="12940538" y="8509"/>
                  </a:cubicBezTo>
                  <a:lnTo>
                    <a:pt x="12940538" y="4348861"/>
                  </a:lnTo>
                  <a:cubicBezTo>
                    <a:pt x="12940538" y="4353560"/>
                    <a:pt x="12936727" y="4357370"/>
                    <a:pt x="12932028" y="4357370"/>
                  </a:cubicBezTo>
                  <a:lnTo>
                    <a:pt x="8509" y="4357370"/>
                  </a:lnTo>
                  <a:cubicBezTo>
                    <a:pt x="3810" y="4357370"/>
                    <a:pt x="0" y="4353560"/>
                    <a:pt x="0" y="4348861"/>
                  </a:cubicBezTo>
                  <a:lnTo>
                    <a:pt x="0" y="8509"/>
                  </a:lnTo>
                  <a:cubicBezTo>
                    <a:pt x="0" y="3810"/>
                    <a:pt x="3810" y="0"/>
                    <a:pt x="8509" y="0"/>
                  </a:cubicBezTo>
                  <a:moveTo>
                    <a:pt x="8509" y="16891"/>
                  </a:moveTo>
                  <a:lnTo>
                    <a:pt x="8509" y="8509"/>
                  </a:lnTo>
                  <a:lnTo>
                    <a:pt x="17018" y="8509"/>
                  </a:lnTo>
                  <a:lnTo>
                    <a:pt x="17018" y="4348861"/>
                  </a:lnTo>
                  <a:lnTo>
                    <a:pt x="8509" y="4348861"/>
                  </a:lnTo>
                  <a:lnTo>
                    <a:pt x="8509" y="4340352"/>
                  </a:lnTo>
                  <a:lnTo>
                    <a:pt x="12932028" y="4340352"/>
                  </a:lnTo>
                  <a:lnTo>
                    <a:pt x="12932028" y="4348861"/>
                  </a:lnTo>
                  <a:lnTo>
                    <a:pt x="12923520" y="4348861"/>
                  </a:lnTo>
                  <a:lnTo>
                    <a:pt x="12923520" y="8509"/>
                  </a:lnTo>
                  <a:lnTo>
                    <a:pt x="12932028" y="8509"/>
                  </a:lnTo>
                  <a:lnTo>
                    <a:pt x="12932028"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44" name="Group 14"/>
          <p:cNvGrpSpPr/>
          <p:nvPr/>
        </p:nvGrpSpPr>
        <p:grpSpPr>
          <a:xfrm>
            <a:off x="822960" y="1913040"/>
            <a:ext cx="9143640" cy="775080"/>
            <a:chOff x="822960" y="1913040"/>
            <a:chExt cx="9143640" cy="775080"/>
          </a:xfrm>
        </p:grpSpPr>
        <p:sp>
          <p:nvSpPr>
            <p:cNvPr id="945" name="Freeform 15"/>
            <p:cNvSpPr/>
            <p:nvPr/>
          </p:nvSpPr>
          <p:spPr>
            <a:xfrm>
              <a:off x="822960" y="1920240"/>
              <a:ext cx="9143640" cy="767880"/>
            </a:xfrm>
            <a:custGeom>
              <a:avLst/>
              <a:gdLst>
                <a:gd name="textAreaLeft" fmla="*/ 0 w 9143640"/>
                <a:gd name="textAreaRight" fmla="*/ 9144000 w 9143640"/>
                <a:gd name="textAreaTop" fmla="*/ 0 h 767880"/>
                <a:gd name="textAreaBottom" fmla="*/ 768240 h 767880"/>
              </a:gdLst>
              <a:ahLst/>
              <a:rect l="textAreaLeft" t="textAreaTop" r="textAreaRight" b="textAreaBottom"/>
              <a:pathLst>
                <a:path w="12192000" h="1024128">
                  <a:moveTo>
                    <a:pt x="0" y="0"/>
                  </a:moveTo>
                  <a:lnTo>
                    <a:pt x="12192000" y="0"/>
                  </a:lnTo>
                  <a:lnTo>
                    <a:pt x="12192000" y="1024128"/>
                  </a:lnTo>
                  <a:lnTo>
                    <a:pt x="0" y="1024128"/>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46" name="TextBox 16"/>
            <p:cNvSpPr/>
            <p:nvPr/>
          </p:nvSpPr>
          <p:spPr>
            <a:xfrm>
              <a:off x="822960" y="1913040"/>
              <a:ext cx="9143640" cy="77472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1a2332"/>
                  </a:solidFill>
                  <a:latin typeface="Trebuchet MS Bold"/>
                  <a:ea typeface="Trebuchet MS Bold"/>
                </a:rPr>
                <a:t>What is HDX?</a:t>
              </a:r>
              <a:endParaRPr b="0" lang="en-US" sz="2600" spc="-1" strike="noStrike">
                <a:solidFill>
                  <a:srgbClr val="000000"/>
                </a:solidFill>
                <a:latin typeface="Arial"/>
              </a:endParaRPr>
            </a:p>
          </p:txBody>
        </p:sp>
      </p:grpSp>
      <p:grpSp>
        <p:nvGrpSpPr>
          <p:cNvPr id="947" name="Group 17"/>
          <p:cNvGrpSpPr/>
          <p:nvPr/>
        </p:nvGrpSpPr>
        <p:grpSpPr>
          <a:xfrm>
            <a:off x="810360" y="2766960"/>
            <a:ext cx="1487880" cy="116280"/>
            <a:chOff x="810360" y="2766960"/>
            <a:chExt cx="1487880" cy="116280"/>
          </a:xfrm>
        </p:grpSpPr>
        <p:sp>
          <p:nvSpPr>
            <p:cNvPr id="948" name="Freeform 18"/>
            <p:cNvSpPr/>
            <p:nvPr/>
          </p:nvSpPr>
          <p:spPr>
            <a:xfrm>
              <a:off x="822960" y="2779920"/>
              <a:ext cx="1462680" cy="91080"/>
            </a:xfrm>
            <a:custGeom>
              <a:avLst/>
              <a:gdLst>
                <a:gd name="textAreaLeft" fmla="*/ 0 w 1462680"/>
                <a:gd name="textAreaRight" fmla="*/ 1463040 w 1462680"/>
                <a:gd name="textAreaTop" fmla="*/ 0 h 91080"/>
                <a:gd name="textAreaBottom" fmla="*/ 91440 h 91080"/>
              </a:gdLst>
              <a:ahLst/>
              <a:rect l="textAreaLeft" t="textAreaTop" r="textAreaRight" b="textAreaBottom"/>
              <a:pathLst>
                <a:path w="1950720" h="121920">
                  <a:moveTo>
                    <a:pt x="0" y="0"/>
                  </a:moveTo>
                  <a:lnTo>
                    <a:pt x="1950720" y="0"/>
                  </a:lnTo>
                  <a:lnTo>
                    <a:pt x="195072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49" name="Freeform 19"/>
            <p:cNvSpPr/>
            <p:nvPr/>
          </p:nvSpPr>
          <p:spPr>
            <a:xfrm>
              <a:off x="810360" y="2766960"/>
              <a:ext cx="1487880" cy="116280"/>
            </a:xfrm>
            <a:custGeom>
              <a:avLst/>
              <a:gdLst>
                <a:gd name="textAreaLeft" fmla="*/ 0 w 1487880"/>
                <a:gd name="textAreaRight" fmla="*/ 1488240 w 1487880"/>
                <a:gd name="textAreaTop" fmla="*/ 0 h 116280"/>
                <a:gd name="textAreaBottom" fmla="*/ 116640 h 116280"/>
              </a:gdLst>
              <a:ahLst/>
              <a:rect l="textAreaLeft" t="textAreaTop" r="textAreaRight" b="textAreaBottom"/>
              <a:pathLst>
                <a:path w="1984502" h="155704">
                  <a:moveTo>
                    <a:pt x="16891" y="0"/>
                  </a:moveTo>
                  <a:lnTo>
                    <a:pt x="1967611" y="0"/>
                  </a:lnTo>
                  <a:cubicBezTo>
                    <a:pt x="1977009" y="0"/>
                    <a:pt x="1984502" y="7620"/>
                    <a:pt x="1984502" y="16891"/>
                  </a:cubicBezTo>
                  <a:lnTo>
                    <a:pt x="1984502" y="138811"/>
                  </a:lnTo>
                  <a:cubicBezTo>
                    <a:pt x="1984502" y="148209"/>
                    <a:pt x="1976882" y="155702"/>
                    <a:pt x="196761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967611" y="121920"/>
                  </a:lnTo>
                  <a:lnTo>
                    <a:pt x="1967611" y="138811"/>
                  </a:lnTo>
                  <a:lnTo>
                    <a:pt x="1950720" y="138811"/>
                  </a:lnTo>
                  <a:lnTo>
                    <a:pt x="1950720" y="16891"/>
                  </a:lnTo>
                  <a:lnTo>
                    <a:pt x="1967611" y="16891"/>
                  </a:lnTo>
                  <a:lnTo>
                    <a:pt x="196761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50" name="Group 20"/>
          <p:cNvGrpSpPr/>
          <p:nvPr/>
        </p:nvGrpSpPr>
        <p:grpSpPr>
          <a:xfrm>
            <a:off x="822960" y="2883960"/>
            <a:ext cx="9143640" cy="1870560"/>
            <a:chOff x="822960" y="2883960"/>
            <a:chExt cx="9143640" cy="1870560"/>
          </a:xfrm>
        </p:grpSpPr>
        <p:sp>
          <p:nvSpPr>
            <p:cNvPr id="951" name="Freeform 21"/>
            <p:cNvSpPr/>
            <p:nvPr/>
          </p:nvSpPr>
          <p:spPr>
            <a:xfrm>
              <a:off x="822960" y="2962800"/>
              <a:ext cx="9143640" cy="1791720"/>
            </a:xfrm>
            <a:custGeom>
              <a:avLst/>
              <a:gdLst>
                <a:gd name="textAreaLeft" fmla="*/ 0 w 9143640"/>
                <a:gd name="textAreaRight" fmla="*/ 9144000 w 9143640"/>
                <a:gd name="textAreaTop" fmla="*/ 0 h 1791720"/>
                <a:gd name="textAreaBottom" fmla="*/ 1792080 h 1791720"/>
              </a:gdLst>
              <a:ahLst/>
              <a:rect l="textAreaLeft" t="textAreaTop" r="textAreaRight" b="textAreaBottom"/>
              <a:pathLst>
                <a:path w="12192000" h="2389632">
                  <a:moveTo>
                    <a:pt x="0" y="0"/>
                  </a:moveTo>
                  <a:lnTo>
                    <a:pt x="12192000" y="0"/>
                  </a:lnTo>
                  <a:lnTo>
                    <a:pt x="12192000" y="2389632"/>
                  </a:lnTo>
                  <a:lnTo>
                    <a:pt x="0" y="2389632"/>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52" name="TextBox 22"/>
            <p:cNvSpPr/>
            <p:nvPr/>
          </p:nvSpPr>
          <p:spPr>
            <a:xfrm>
              <a:off x="822960" y="2883960"/>
              <a:ext cx="9143640" cy="187056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The Humanitarian Data Exchange. An open data platform managed by OCHA, the UN Office for the Coordination of Humanitarian Affairs. Everything on it is publicly accessible - no login, no cost.</a:t>
              </a:r>
              <a:endParaRPr b="0" lang="en-US" sz="2000" spc="-1" strike="noStrike">
                <a:solidFill>
                  <a:srgbClr val="000000"/>
                </a:solidFill>
                <a:latin typeface="Arial"/>
              </a:endParaRPr>
            </a:p>
          </p:txBody>
        </p:sp>
      </p:grpSp>
      <p:grpSp>
        <p:nvGrpSpPr>
          <p:cNvPr id="953" name="Group 23"/>
          <p:cNvGrpSpPr/>
          <p:nvPr/>
        </p:nvGrpSpPr>
        <p:grpSpPr>
          <a:xfrm>
            <a:off x="542160" y="5169240"/>
            <a:ext cx="9704880" cy="4438080"/>
            <a:chOff x="542160" y="5169240"/>
            <a:chExt cx="9704880" cy="4438080"/>
          </a:xfrm>
        </p:grpSpPr>
        <p:sp>
          <p:nvSpPr>
            <p:cNvPr id="954" name="Freeform 24"/>
            <p:cNvSpPr/>
            <p:nvPr/>
          </p:nvSpPr>
          <p:spPr>
            <a:xfrm>
              <a:off x="548640" y="5175360"/>
              <a:ext cx="9692280" cy="4425480"/>
            </a:xfrm>
            <a:custGeom>
              <a:avLst/>
              <a:gdLst>
                <a:gd name="textAreaLeft" fmla="*/ 0 w 9692280"/>
                <a:gd name="textAreaRight" fmla="*/ 9692640 w 9692280"/>
                <a:gd name="textAreaTop" fmla="*/ 0 h 4425480"/>
                <a:gd name="textAreaBottom" fmla="*/ 4425840 h 4425480"/>
              </a:gdLst>
              <a:ahLst/>
              <a:rect l="textAreaLeft" t="textAreaTop" r="textAreaRight" b="textAreaBottom"/>
              <a:pathLst>
                <a:path w="12923519" h="5900928">
                  <a:moveTo>
                    <a:pt x="0" y="0"/>
                  </a:moveTo>
                  <a:lnTo>
                    <a:pt x="12923519" y="0"/>
                  </a:lnTo>
                  <a:lnTo>
                    <a:pt x="12923519" y="5900928"/>
                  </a:lnTo>
                  <a:lnTo>
                    <a:pt x="0" y="5900928"/>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55" name="Freeform 25"/>
            <p:cNvSpPr/>
            <p:nvPr/>
          </p:nvSpPr>
          <p:spPr>
            <a:xfrm>
              <a:off x="542160" y="5169240"/>
              <a:ext cx="9704880" cy="4438080"/>
            </a:xfrm>
            <a:custGeom>
              <a:avLst/>
              <a:gdLst>
                <a:gd name="textAreaLeft" fmla="*/ 0 w 9704880"/>
                <a:gd name="textAreaRight" fmla="*/ 9705240 w 9704880"/>
                <a:gd name="textAreaTop" fmla="*/ 0 h 4438080"/>
                <a:gd name="textAreaBottom" fmla="*/ 4438440 h 4438080"/>
              </a:gdLst>
              <a:ahLst/>
              <a:rect l="textAreaLeft" t="textAreaTop" r="textAreaRight" b="textAreaBottom"/>
              <a:pathLst>
                <a:path w="12940538" h="5917946">
                  <a:moveTo>
                    <a:pt x="8509" y="0"/>
                  </a:moveTo>
                  <a:lnTo>
                    <a:pt x="12932028" y="0"/>
                  </a:lnTo>
                  <a:cubicBezTo>
                    <a:pt x="12936727" y="0"/>
                    <a:pt x="12940538" y="3810"/>
                    <a:pt x="12940538" y="8509"/>
                  </a:cubicBezTo>
                  <a:lnTo>
                    <a:pt x="12940538" y="5909437"/>
                  </a:lnTo>
                  <a:cubicBezTo>
                    <a:pt x="12940538" y="5914136"/>
                    <a:pt x="12936727" y="5917946"/>
                    <a:pt x="12932028" y="5917946"/>
                  </a:cubicBezTo>
                  <a:lnTo>
                    <a:pt x="8509" y="5917946"/>
                  </a:lnTo>
                  <a:cubicBezTo>
                    <a:pt x="3810" y="5917946"/>
                    <a:pt x="0" y="5914136"/>
                    <a:pt x="0" y="5909437"/>
                  </a:cubicBezTo>
                  <a:lnTo>
                    <a:pt x="0" y="8509"/>
                  </a:lnTo>
                  <a:cubicBezTo>
                    <a:pt x="0" y="3810"/>
                    <a:pt x="3810" y="0"/>
                    <a:pt x="8509" y="0"/>
                  </a:cubicBezTo>
                  <a:moveTo>
                    <a:pt x="8509" y="16891"/>
                  </a:moveTo>
                  <a:lnTo>
                    <a:pt x="8509" y="8509"/>
                  </a:lnTo>
                  <a:lnTo>
                    <a:pt x="17018" y="8509"/>
                  </a:lnTo>
                  <a:lnTo>
                    <a:pt x="17018" y="5909437"/>
                  </a:lnTo>
                  <a:lnTo>
                    <a:pt x="8509" y="5909437"/>
                  </a:lnTo>
                  <a:lnTo>
                    <a:pt x="8509" y="5900928"/>
                  </a:lnTo>
                  <a:lnTo>
                    <a:pt x="12932028" y="5900928"/>
                  </a:lnTo>
                  <a:lnTo>
                    <a:pt x="12932028" y="5909437"/>
                  </a:lnTo>
                  <a:lnTo>
                    <a:pt x="12923520" y="5909437"/>
                  </a:lnTo>
                  <a:lnTo>
                    <a:pt x="12923520" y="8509"/>
                  </a:lnTo>
                  <a:lnTo>
                    <a:pt x="12932028" y="8509"/>
                  </a:lnTo>
                  <a:lnTo>
                    <a:pt x="12932028"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56" name="Group 26"/>
          <p:cNvGrpSpPr/>
          <p:nvPr/>
        </p:nvGrpSpPr>
        <p:grpSpPr>
          <a:xfrm>
            <a:off x="822960" y="5351400"/>
            <a:ext cx="9143640" cy="738360"/>
            <a:chOff x="822960" y="5351400"/>
            <a:chExt cx="9143640" cy="738360"/>
          </a:xfrm>
        </p:grpSpPr>
        <p:sp>
          <p:nvSpPr>
            <p:cNvPr id="957" name="Freeform 27"/>
            <p:cNvSpPr/>
            <p:nvPr/>
          </p:nvSpPr>
          <p:spPr>
            <a:xfrm>
              <a:off x="822960" y="5358240"/>
              <a:ext cx="9143640" cy="731160"/>
            </a:xfrm>
            <a:custGeom>
              <a:avLst/>
              <a:gdLst>
                <a:gd name="textAreaLeft" fmla="*/ 0 w 9143640"/>
                <a:gd name="textAreaRight" fmla="*/ 9144000 w 9143640"/>
                <a:gd name="textAreaTop" fmla="*/ 0 h 731160"/>
                <a:gd name="textAreaBottom" fmla="*/ 731520 h 731160"/>
              </a:gdLst>
              <a:ahLst/>
              <a:rect l="textAreaLeft" t="textAreaTop" r="textAreaRight" b="textAreaBottom"/>
              <a:pathLst>
                <a:path w="12192000" h="975360">
                  <a:moveTo>
                    <a:pt x="0" y="0"/>
                  </a:moveTo>
                  <a:lnTo>
                    <a:pt x="12192000" y="0"/>
                  </a:lnTo>
                  <a:lnTo>
                    <a:pt x="12192000" y="975360"/>
                  </a:lnTo>
                  <a:lnTo>
                    <a:pt x="0" y="97536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58" name="TextBox 28"/>
            <p:cNvSpPr/>
            <p:nvPr/>
          </p:nvSpPr>
          <p:spPr>
            <a:xfrm>
              <a:off x="822960" y="5351400"/>
              <a:ext cx="9143640" cy="73836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1a2332"/>
                  </a:solidFill>
                  <a:latin typeface="Trebuchet MS Bold"/>
                  <a:ea typeface="Trebuchet MS Bold"/>
                </a:rPr>
                <a:t>What kinds of data live there?</a:t>
              </a:r>
              <a:endParaRPr b="0" lang="en-US" sz="2600" spc="-1" strike="noStrike">
                <a:solidFill>
                  <a:srgbClr val="000000"/>
                </a:solidFill>
                <a:latin typeface="Arial"/>
              </a:endParaRPr>
            </a:p>
          </p:txBody>
        </p:sp>
      </p:grpSp>
      <p:grpSp>
        <p:nvGrpSpPr>
          <p:cNvPr id="959" name="Group 29"/>
          <p:cNvGrpSpPr/>
          <p:nvPr/>
        </p:nvGrpSpPr>
        <p:grpSpPr>
          <a:xfrm>
            <a:off x="810360" y="6168600"/>
            <a:ext cx="1487880" cy="116280"/>
            <a:chOff x="810360" y="6168600"/>
            <a:chExt cx="1487880" cy="116280"/>
          </a:xfrm>
        </p:grpSpPr>
        <p:sp>
          <p:nvSpPr>
            <p:cNvPr id="960" name="Freeform 30"/>
            <p:cNvSpPr/>
            <p:nvPr/>
          </p:nvSpPr>
          <p:spPr>
            <a:xfrm>
              <a:off x="822960" y="6181200"/>
              <a:ext cx="1462680" cy="91080"/>
            </a:xfrm>
            <a:custGeom>
              <a:avLst/>
              <a:gdLst>
                <a:gd name="textAreaLeft" fmla="*/ 0 w 1462680"/>
                <a:gd name="textAreaRight" fmla="*/ 1463040 w 1462680"/>
                <a:gd name="textAreaTop" fmla="*/ 0 h 91080"/>
                <a:gd name="textAreaBottom" fmla="*/ 91440 h 91080"/>
              </a:gdLst>
              <a:ahLst/>
              <a:rect l="textAreaLeft" t="textAreaTop" r="textAreaRight" b="textAreaBottom"/>
              <a:pathLst>
                <a:path w="1950720" h="121920">
                  <a:moveTo>
                    <a:pt x="0" y="0"/>
                  </a:moveTo>
                  <a:lnTo>
                    <a:pt x="1950720" y="0"/>
                  </a:lnTo>
                  <a:lnTo>
                    <a:pt x="195072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1" name="Freeform 31"/>
            <p:cNvSpPr/>
            <p:nvPr/>
          </p:nvSpPr>
          <p:spPr>
            <a:xfrm>
              <a:off x="810360" y="6168600"/>
              <a:ext cx="1487880" cy="116280"/>
            </a:xfrm>
            <a:custGeom>
              <a:avLst/>
              <a:gdLst>
                <a:gd name="textAreaLeft" fmla="*/ 0 w 1487880"/>
                <a:gd name="textAreaRight" fmla="*/ 1488240 w 1487880"/>
                <a:gd name="textAreaTop" fmla="*/ 0 h 116280"/>
                <a:gd name="textAreaBottom" fmla="*/ 116640 h 116280"/>
              </a:gdLst>
              <a:ahLst/>
              <a:rect l="textAreaLeft" t="textAreaTop" r="textAreaRight" b="textAreaBottom"/>
              <a:pathLst>
                <a:path w="1984502" h="155704">
                  <a:moveTo>
                    <a:pt x="16891" y="0"/>
                  </a:moveTo>
                  <a:lnTo>
                    <a:pt x="1967611" y="0"/>
                  </a:lnTo>
                  <a:cubicBezTo>
                    <a:pt x="1977009" y="0"/>
                    <a:pt x="1984502" y="7620"/>
                    <a:pt x="1984502" y="16891"/>
                  </a:cubicBezTo>
                  <a:lnTo>
                    <a:pt x="1984502" y="138811"/>
                  </a:lnTo>
                  <a:cubicBezTo>
                    <a:pt x="1984502" y="148209"/>
                    <a:pt x="1976882" y="155702"/>
                    <a:pt x="196761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967611" y="121920"/>
                  </a:lnTo>
                  <a:lnTo>
                    <a:pt x="1967611" y="138811"/>
                  </a:lnTo>
                  <a:lnTo>
                    <a:pt x="1950720" y="138811"/>
                  </a:lnTo>
                  <a:lnTo>
                    <a:pt x="1950720" y="16891"/>
                  </a:lnTo>
                  <a:lnTo>
                    <a:pt x="1967611" y="16891"/>
                  </a:lnTo>
                  <a:lnTo>
                    <a:pt x="196761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62" name="Group 32"/>
          <p:cNvGrpSpPr/>
          <p:nvPr/>
        </p:nvGrpSpPr>
        <p:grpSpPr>
          <a:xfrm>
            <a:off x="822960" y="6335640"/>
            <a:ext cx="9143640" cy="540360"/>
            <a:chOff x="822960" y="6335640"/>
            <a:chExt cx="9143640" cy="540360"/>
          </a:xfrm>
        </p:grpSpPr>
        <p:sp>
          <p:nvSpPr>
            <p:cNvPr id="963" name="Freeform 33"/>
            <p:cNvSpPr/>
            <p:nvPr/>
          </p:nvSpPr>
          <p:spPr>
            <a:xfrm>
              <a:off x="822960" y="6364080"/>
              <a:ext cx="9143640" cy="511560"/>
            </a:xfrm>
            <a:custGeom>
              <a:avLst/>
              <a:gdLst>
                <a:gd name="textAreaLeft" fmla="*/ 0 w 9143640"/>
                <a:gd name="textAreaRight" fmla="*/ 9144000 w 9143640"/>
                <a:gd name="textAreaTop" fmla="*/ 0 h 511560"/>
                <a:gd name="textAreaBottom" fmla="*/ 511920 h 511560"/>
              </a:gdLst>
              <a:ahLst/>
              <a:rect l="textAreaLeft" t="textAreaTop" r="textAreaRight" b="textAreaBottom"/>
              <a:pathLst>
                <a:path w="12192000" h="682752">
                  <a:moveTo>
                    <a:pt x="0" y="0"/>
                  </a:moveTo>
                  <a:lnTo>
                    <a:pt x="12192000" y="0"/>
                  </a:lnTo>
                  <a:lnTo>
                    <a:pt x="12192000" y="682752"/>
                  </a:lnTo>
                  <a:lnTo>
                    <a:pt x="0" y="682752"/>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4" name="TextBox 34"/>
            <p:cNvSpPr/>
            <p:nvPr/>
          </p:nvSpPr>
          <p:spPr>
            <a:xfrm>
              <a:off x="822960" y="6335640"/>
              <a:ext cx="914364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1" strike="noStrike">
                  <a:solidFill>
                    <a:srgbClr val="2a9d8f"/>
                  </a:solidFill>
                  <a:latin typeface="Calibri (MS) Bold"/>
                  <a:ea typeface="Calibri (MS) Bold"/>
                </a:rPr>
                <a:t>›  </a:t>
              </a:r>
              <a:r>
                <a:rPr b="0" lang="en-US" sz="2000" spc="-1" strike="noStrike">
                  <a:solidFill>
                    <a:srgbClr val="64748b"/>
                  </a:solidFill>
                  <a:latin typeface="Calibri (MS)"/>
                  <a:ea typeface="Calibri (MS)"/>
                </a:rPr>
                <a:t>Food prices across 90+ countries (WFP)</a:t>
              </a:r>
              <a:endParaRPr b="0" lang="en-US" sz="2000" spc="-1" strike="noStrike">
                <a:solidFill>
                  <a:srgbClr val="000000"/>
                </a:solidFill>
                <a:latin typeface="Arial"/>
              </a:endParaRPr>
            </a:p>
          </p:txBody>
        </p:sp>
      </p:grpSp>
      <p:grpSp>
        <p:nvGrpSpPr>
          <p:cNvPr id="965" name="Group 35"/>
          <p:cNvGrpSpPr/>
          <p:nvPr/>
        </p:nvGrpSpPr>
        <p:grpSpPr>
          <a:xfrm>
            <a:off x="822960" y="6884280"/>
            <a:ext cx="9143640" cy="540360"/>
            <a:chOff x="822960" y="6884280"/>
            <a:chExt cx="9143640" cy="540360"/>
          </a:xfrm>
        </p:grpSpPr>
        <p:sp>
          <p:nvSpPr>
            <p:cNvPr id="966" name="Freeform 36"/>
            <p:cNvSpPr/>
            <p:nvPr/>
          </p:nvSpPr>
          <p:spPr>
            <a:xfrm>
              <a:off x="822960" y="6912720"/>
              <a:ext cx="9143640" cy="511560"/>
            </a:xfrm>
            <a:custGeom>
              <a:avLst/>
              <a:gdLst>
                <a:gd name="textAreaLeft" fmla="*/ 0 w 9143640"/>
                <a:gd name="textAreaRight" fmla="*/ 9144000 w 9143640"/>
                <a:gd name="textAreaTop" fmla="*/ 0 h 511560"/>
                <a:gd name="textAreaBottom" fmla="*/ 511920 h 511560"/>
              </a:gdLst>
              <a:ahLst/>
              <a:rect l="textAreaLeft" t="textAreaTop" r="textAreaRight" b="textAreaBottom"/>
              <a:pathLst>
                <a:path w="12192000" h="682752">
                  <a:moveTo>
                    <a:pt x="0" y="0"/>
                  </a:moveTo>
                  <a:lnTo>
                    <a:pt x="12192000" y="0"/>
                  </a:lnTo>
                  <a:lnTo>
                    <a:pt x="12192000" y="682752"/>
                  </a:lnTo>
                  <a:lnTo>
                    <a:pt x="0" y="682752"/>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7" name="TextBox 37"/>
            <p:cNvSpPr/>
            <p:nvPr/>
          </p:nvSpPr>
          <p:spPr>
            <a:xfrm>
              <a:off x="822960" y="6884280"/>
              <a:ext cx="914364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1" strike="noStrike">
                  <a:solidFill>
                    <a:srgbClr val="2a9d8f"/>
                  </a:solidFill>
                  <a:latin typeface="Calibri (MS) Bold"/>
                  <a:ea typeface="Calibri (MS) Bold"/>
                </a:rPr>
                <a:t>›  </a:t>
              </a:r>
              <a:r>
                <a:rPr b="0" lang="en-US" sz="2000" spc="-1" strike="noStrike">
                  <a:solidFill>
                    <a:srgbClr val="64748b"/>
                  </a:solidFill>
                  <a:latin typeface="Calibri (MS)"/>
                  <a:ea typeface="Calibri (MS)"/>
                </a:rPr>
                <a:t>Population displacement data (UNHCR)</a:t>
              </a:r>
              <a:endParaRPr b="0" lang="en-US" sz="2000" spc="-1" strike="noStrike">
                <a:solidFill>
                  <a:srgbClr val="000000"/>
                </a:solidFill>
                <a:latin typeface="Arial"/>
              </a:endParaRPr>
            </a:p>
          </p:txBody>
        </p:sp>
      </p:grpSp>
      <p:grpSp>
        <p:nvGrpSpPr>
          <p:cNvPr id="968" name="Group 38"/>
          <p:cNvGrpSpPr/>
          <p:nvPr/>
        </p:nvGrpSpPr>
        <p:grpSpPr>
          <a:xfrm>
            <a:off x="822960" y="7432920"/>
            <a:ext cx="9143640" cy="540360"/>
            <a:chOff x="822960" y="7432920"/>
            <a:chExt cx="9143640" cy="540360"/>
          </a:xfrm>
        </p:grpSpPr>
        <p:sp>
          <p:nvSpPr>
            <p:cNvPr id="969" name="Freeform 39"/>
            <p:cNvSpPr/>
            <p:nvPr/>
          </p:nvSpPr>
          <p:spPr>
            <a:xfrm>
              <a:off x="822960" y="7461360"/>
              <a:ext cx="9143640" cy="511560"/>
            </a:xfrm>
            <a:custGeom>
              <a:avLst/>
              <a:gdLst>
                <a:gd name="textAreaLeft" fmla="*/ 0 w 9143640"/>
                <a:gd name="textAreaRight" fmla="*/ 9144000 w 9143640"/>
                <a:gd name="textAreaTop" fmla="*/ 0 h 511560"/>
                <a:gd name="textAreaBottom" fmla="*/ 511920 h 511560"/>
              </a:gdLst>
              <a:ahLst/>
              <a:rect l="textAreaLeft" t="textAreaTop" r="textAreaRight" b="textAreaBottom"/>
              <a:pathLst>
                <a:path w="12192000" h="682752">
                  <a:moveTo>
                    <a:pt x="0" y="0"/>
                  </a:moveTo>
                  <a:lnTo>
                    <a:pt x="12192000" y="0"/>
                  </a:lnTo>
                  <a:lnTo>
                    <a:pt x="12192000" y="682752"/>
                  </a:lnTo>
                  <a:lnTo>
                    <a:pt x="0" y="682752"/>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70" name="TextBox 40"/>
            <p:cNvSpPr/>
            <p:nvPr/>
          </p:nvSpPr>
          <p:spPr>
            <a:xfrm>
              <a:off x="822960" y="7432920"/>
              <a:ext cx="914364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1" strike="noStrike">
                  <a:solidFill>
                    <a:srgbClr val="2a9d8f"/>
                  </a:solidFill>
                  <a:latin typeface="Calibri (MS) Bold"/>
                  <a:ea typeface="Calibri (MS) Bold"/>
                </a:rPr>
                <a:t>›  </a:t>
              </a:r>
              <a:r>
                <a:rPr b="0" lang="en-US" sz="2000" spc="-1" strike="noStrike">
                  <a:solidFill>
                    <a:srgbClr val="64748b"/>
                  </a:solidFill>
                  <a:latin typeface="Calibri (MS)"/>
                  <a:ea typeface="Calibri (MS)"/>
                </a:rPr>
                <a:t>Health facility locations and capacity</a:t>
              </a:r>
              <a:endParaRPr b="0" lang="en-US" sz="2000" spc="-1" strike="noStrike">
                <a:solidFill>
                  <a:srgbClr val="000000"/>
                </a:solidFill>
                <a:latin typeface="Arial"/>
              </a:endParaRPr>
            </a:p>
          </p:txBody>
        </p:sp>
      </p:grpSp>
      <p:grpSp>
        <p:nvGrpSpPr>
          <p:cNvPr id="971" name="Group 41"/>
          <p:cNvGrpSpPr/>
          <p:nvPr/>
        </p:nvGrpSpPr>
        <p:grpSpPr>
          <a:xfrm>
            <a:off x="822960" y="7981560"/>
            <a:ext cx="9143640" cy="540360"/>
            <a:chOff x="822960" y="7981560"/>
            <a:chExt cx="9143640" cy="540360"/>
          </a:xfrm>
        </p:grpSpPr>
        <p:sp>
          <p:nvSpPr>
            <p:cNvPr id="972" name="Freeform 42"/>
            <p:cNvSpPr/>
            <p:nvPr/>
          </p:nvSpPr>
          <p:spPr>
            <a:xfrm>
              <a:off x="822960" y="8010000"/>
              <a:ext cx="9143640" cy="511560"/>
            </a:xfrm>
            <a:custGeom>
              <a:avLst/>
              <a:gdLst>
                <a:gd name="textAreaLeft" fmla="*/ 0 w 9143640"/>
                <a:gd name="textAreaRight" fmla="*/ 9144000 w 9143640"/>
                <a:gd name="textAreaTop" fmla="*/ 0 h 511560"/>
                <a:gd name="textAreaBottom" fmla="*/ 511920 h 511560"/>
              </a:gdLst>
              <a:ahLst/>
              <a:rect l="textAreaLeft" t="textAreaTop" r="textAreaRight" b="textAreaBottom"/>
              <a:pathLst>
                <a:path w="12192000" h="682752">
                  <a:moveTo>
                    <a:pt x="0" y="0"/>
                  </a:moveTo>
                  <a:lnTo>
                    <a:pt x="12192000" y="0"/>
                  </a:lnTo>
                  <a:lnTo>
                    <a:pt x="12192000" y="682752"/>
                  </a:lnTo>
                  <a:lnTo>
                    <a:pt x="0" y="682752"/>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73" name="TextBox 43"/>
            <p:cNvSpPr/>
            <p:nvPr/>
          </p:nvSpPr>
          <p:spPr>
            <a:xfrm>
              <a:off x="822960" y="7981560"/>
              <a:ext cx="914364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1" strike="noStrike">
                  <a:solidFill>
                    <a:srgbClr val="2a9d8f"/>
                  </a:solidFill>
                  <a:latin typeface="Calibri (MS) Bold"/>
                  <a:ea typeface="Calibri (MS) Bold"/>
                </a:rPr>
                <a:t>›  </a:t>
              </a:r>
              <a:r>
                <a:rPr b="0" lang="en-US" sz="2000" spc="-1" strike="noStrike">
                  <a:solidFill>
                    <a:srgbClr val="64748b"/>
                  </a:solidFill>
                  <a:latin typeface="Calibri (MS)"/>
                  <a:ea typeface="Calibri (MS)"/>
                </a:rPr>
                <a:t>Administrative boundaries for every country</a:t>
              </a:r>
              <a:endParaRPr b="0" lang="en-US" sz="2000" spc="-1" strike="noStrike">
                <a:solidFill>
                  <a:srgbClr val="000000"/>
                </a:solidFill>
                <a:latin typeface="Arial"/>
              </a:endParaRPr>
            </a:p>
          </p:txBody>
        </p:sp>
      </p:grpSp>
      <p:grpSp>
        <p:nvGrpSpPr>
          <p:cNvPr id="974" name="Group 44"/>
          <p:cNvGrpSpPr/>
          <p:nvPr/>
        </p:nvGrpSpPr>
        <p:grpSpPr>
          <a:xfrm>
            <a:off x="822960" y="8530200"/>
            <a:ext cx="9143640" cy="540360"/>
            <a:chOff x="822960" y="8530200"/>
            <a:chExt cx="9143640" cy="540360"/>
          </a:xfrm>
        </p:grpSpPr>
        <p:sp>
          <p:nvSpPr>
            <p:cNvPr id="975" name="Freeform 45"/>
            <p:cNvSpPr/>
            <p:nvPr/>
          </p:nvSpPr>
          <p:spPr>
            <a:xfrm>
              <a:off x="822960" y="8558640"/>
              <a:ext cx="9143640" cy="511560"/>
            </a:xfrm>
            <a:custGeom>
              <a:avLst/>
              <a:gdLst>
                <a:gd name="textAreaLeft" fmla="*/ 0 w 9143640"/>
                <a:gd name="textAreaRight" fmla="*/ 9144000 w 9143640"/>
                <a:gd name="textAreaTop" fmla="*/ 0 h 511560"/>
                <a:gd name="textAreaBottom" fmla="*/ 511920 h 511560"/>
              </a:gdLst>
              <a:ahLst/>
              <a:rect l="textAreaLeft" t="textAreaTop" r="textAreaRight" b="textAreaBottom"/>
              <a:pathLst>
                <a:path w="12192000" h="682752">
                  <a:moveTo>
                    <a:pt x="0" y="0"/>
                  </a:moveTo>
                  <a:lnTo>
                    <a:pt x="12192000" y="0"/>
                  </a:lnTo>
                  <a:lnTo>
                    <a:pt x="12192000" y="682752"/>
                  </a:lnTo>
                  <a:lnTo>
                    <a:pt x="0" y="682752"/>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76" name="TextBox 46"/>
            <p:cNvSpPr/>
            <p:nvPr/>
          </p:nvSpPr>
          <p:spPr>
            <a:xfrm>
              <a:off x="822960" y="8530200"/>
              <a:ext cx="914364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1" strike="noStrike">
                  <a:solidFill>
                    <a:srgbClr val="2a9d8f"/>
                  </a:solidFill>
                  <a:latin typeface="Calibri (MS) Bold"/>
                  <a:ea typeface="Calibri (MS) Bold"/>
                </a:rPr>
                <a:t>›  </a:t>
              </a:r>
              <a:r>
                <a:rPr b="0" lang="en-US" sz="2000" spc="-1" strike="noStrike">
                  <a:solidFill>
                    <a:srgbClr val="64748b"/>
                  </a:solidFill>
                  <a:latin typeface="Calibri (MS)"/>
                  <a:ea typeface="Calibri (MS)"/>
                </a:rPr>
                <a:t>Climate, weather, and environmental data</a:t>
              </a:r>
              <a:endParaRPr b="0" lang="en-US" sz="2000" spc="-1" strike="noStrike">
                <a:solidFill>
                  <a:srgbClr val="000000"/>
                </a:solidFill>
                <a:latin typeface="Arial"/>
              </a:endParaRPr>
            </a:p>
          </p:txBody>
        </p:sp>
      </p:grpSp>
      <p:grpSp>
        <p:nvGrpSpPr>
          <p:cNvPr id="977" name="Group 47"/>
          <p:cNvGrpSpPr/>
          <p:nvPr/>
        </p:nvGrpSpPr>
        <p:grpSpPr>
          <a:xfrm>
            <a:off x="822960" y="9078840"/>
            <a:ext cx="9143640" cy="540360"/>
            <a:chOff x="822960" y="9078840"/>
            <a:chExt cx="9143640" cy="540360"/>
          </a:xfrm>
        </p:grpSpPr>
        <p:sp>
          <p:nvSpPr>
            <p:cNvPr id="978" name="Freeform 48"/>
            <p:cNvSpPr/>
            <p:nvPr/>
          </p:nvSpPr>
          <p:spPr>
            <a:xfrm>
              <a:off x="822960" y="9107280"/>
              <a:ext cx="9143640" cy="511560"/>
            </a:xfrm>
            <a:custGeom>
              <a:avLst/>
              <a:gdLst>
                <a:gd name="textAreaLeft" fmla="*/ 0 w 9143640"/>
                <a:gd name="textAreaRight" fmla="*/ 9144000 w 9143640"/>
                <a:gd name="textAreaTop" fmla="*/ 0 h 511560"/>
                <a:gd name="textAreaBottom" fmla="*/ 511920 h 511560"/>
              </a:gdLst>
              <a:ahLst/>
              <a:rect l="textAreaLeft" t="textAreaTop" r="textAreaRight" b="textAreaBottom"/>
              <a:pathLst>
                <a:path w="12192000" h="682752">
                  <a:moveTo>
                    <a:pt x="0" y="0"/>
                  </a:moveTo>
                  <a:lnTo>
                    <a:pt x="12192000" y="0"/>
                  </a:lnTo>
                  <a:lnTo>
                    <a:pt x="12192000" y="682752"/>
                  </a:lnTo>
                  <a:lnTo>
                    <a:pt x="0" y="682752"/>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79" name="TextBox 49"/>
            <p:cNvSpPr/>
            <p:nvPr/>
          </p:nvSpPr>
          <p:spPr>
            <a:xfrm>
              <a:off x="822960" y="9078840"/>
              <a:ext cx="914364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1" strike="noStrike">
                  <a:solidFill>
                    <a:srgbClr val="2a9d8f"/>
                  </a:solidFill>
                  <a:latin typeface="Calibri (MS) Bold"/>
                  <a:ea typeface="Calibri (MS) Bold"/>
                </a:rPr>
                <a:t>›  </a:t>
              </a:r>
              <a:r>
                <a:rPr b="0" lang="en-US" sz="2000" spc="-1" strike="noStrike">
                  <a:solidFill>
                    <a:srgbClr val="64748b"/>
                  </a:solidFill>
                  <a:latin typeface="Calibri (MS)"/>
                  <a:ea typeface="Calibri (MS)"/>
                </a:rPr>
                <a:t>Infrastructure access and road networks</a:t>
              </a:r>
              <a:endParaRPr b="0" lang="en-US" sz="2000" spc="-1" strike="noStrike">
                <a:solidFill>
                  <a:srgbClr val="000000"/>
                </a:solidFill>
                <a:latin typeface="Arial"/>
              </a:endParaRPr>
            </a:p>
          </p:txBody>
        </p:sp>
      </p:grpSp>
      <p:grpSp>
        <p:nvGrpSpPr>
          <p:cNvPr id="980" name="Group 50"/>
          <p:cNvGrpSpPr/>
          <p:nvPr/>
        </p:nvGrpSpPr>
        <p:grpSpPr>
          <a:xfrm>
            <a:off x="10692000" y="1730880"/>
            <a:ext cx="7053120" cy="3955680"/>
            <a:chOff x="10692000" y="1730880"/>
            <a:chExt cx="7053120" cy="3955680"/>
          </a:xfrm>
        </p:grpSpPr>
        <p:sp>
          <p:nvSpPr>
            <p:cNvPr id="981" name="Freeform 51"/>
            <p:cNvSpPr/>
            <p:nvPr/>
          </p:nvSpPr>
          <p:spPr>
            <a:xfrm>
              <a:off x="10698480" y="1737360"/>
              <a:ext cx="7040520" cy="3931560"/>
            </a:xfrm>
            <a:custGeom>
              <a:avLst/>
              <a:gdLst>
                <a:gd name="textAreaLeft" fmla="*/ 0 w 7040520"/>
                <a:gd name="textAreaRight" fmla="*/ 7040880 w 7040520"/>
                <a:gd name="textAreaTop" fmla="*/ 0 h 3931560"/>
                <a:gd name="textAreaBottom" fmla="*/ 3931920 h 3931560"/>
              </a:gdLst>
              <a:ahLst/>
              <a:rect l="textAreaLeft" t="textAreaTop" r="textAreaRight" b="textAreaBottom"/>
              <a:pathLst>
                <a:path w="9387840" h="5242560">
                  <a:moveTo>
                    <a:pt x="0" y="0"/>
                  </a:moveTo>
                  <a:lnTo>
                    <a:pt x="9387840" y="0"/>
                  </a:lnTo>
                  <a:lnTo>
                    <a:pt x="9387840" y="5242560"/>
                  </a:lnTo>
                  <a:lnTo>
                    <a:pt x="0" y="524256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82" name="Freeform 52"/>
            <p:cNvSpPr/>
            <p:nvPr/>
          </p:nvSpPr>
          <p:spPr>
            <a:xfrm>
              <a:off x="10692000" y="1730880"/>
              <a:ext cx="7053120" cy="3955680"/>
            </a:xfrm>
            <a:custGeom>
              <a:avLst/>
              <a:gdLst>
                <a:gd name="textAreaLeft" fmla="*/ 0 w 7053120"/>
                <a:gd name="textAreaRight" fmla="*/ 7053480 w 7053120"/>
                <a:gd name="textAreaTop" fmla="*/ 0 h 3955680"/>
                <a:gd name="textAreaBottom" fmla="*/ 3956040 h 3955680"/>
              </a:gdLst>
              <a:ahLst/>
              <a:rect l="textAreaLeft" t="textAreaTop" r="textAreaRight" b="textAreaBottom"/>
              <a:pathLst>
                <a:path w="9404858" h="5274691">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396349" y="0"/>
                  </a:lnTo>
                  <a:cubicBezTo>
                    <a:pt x="9401048" y="0"/>
                    <a:pt x="9404858" y="3810"/>
                    <a:pt x="9404858" y="8509"/>
                  </a:cubicBezTo>
                  <a:lnTo>
                    <a:pt x="9404858" y="35560"/>
                  </a:lnTo>
                  <a:lnTo>
                    <a:pt x="9387840" y="35560"/>
                  </a:lnTo>
                  <a:lnTo>
                    <a:pt x="9387840" y="8509"/>
                  </a:lnTo>
                  <a:lnTo>
                    <a:pt x="9396349" y="8509"/>
                  </a:lnTo>
                  <a:lnTo>
                    <a:pt x="9396349" y="17018"/>
                  </a:lnTo>
                  <a:lnTo>
                    <a:pt x="9372600" y="17018"/>
                  </a:lnTo>
                  <a:close/>
                  <a:moveTo>
                    <a:pt x="9404731" y="120269"/>
                  </a:moveTo>
                  <a:lnTo>
                    <a:pt x="9404731" y="171069"/>
                  </a:lnTo>
                  <a:lnTo>
                    <a:pt x="9387840" y="171069"/>
                  </a:lnTo>
                  <a:lnTo>
                    <a:pt x="9387840" y="120269"/>
                  </a:lnTo>
                  <a:close/>
                  <a:moveTo>
                    <a:pt x="9387840" y="238760"/>
                  </a:moveTo>
                  <a:lnTo>
                    <a:pt x="9387840" y="289560"/>
                  </a:lnTo>
                  <a:lnTo>
                    <a:pt x="9387840" y="238760"/>
                  </a:lnTo>
                  <a:close/>
                  <a:moveTo>
                    <a:pt x="9387840" y="357251"/>
                  </a:moveTo>
                  <a:lnTo>
                    <a:pt x="9387840" y="408051"/>
                  </a:lnTo>
                  <a:lnTo>
                    <a:pt x="9387840" y="357251"/>
                  </a:lnTo>
                  <a:close/>
                  <a:moveTo>
                    <a:pt x="9387840" y="475742"/>
                  </a:moveTo>
                  <a:lnTo>
                    <a:pt x="9387840" y="526542"/>
                  </a:lnTo>
                  <a:lnTo>
                    <a:pt x="9387840" y="475742"/>
                  </a:lnTo>
                  <a:close/>
                  <a:moveTo>
                    <a:pt x="9387840" y="594233"/>
                  </a:moveTo>
                  <a:lnTo>
                    <a:pt x="9387840" y="645033"/>
                  </a:lnTo>
                  <a:lnTo>
                    <a:pt x="9387840" y="594233"/>
                  </a:lnTo>
                  <a:close/>
                  <a:moveTo>
                    <a:pt x="9387840" y="712724"/>
                  </a:moveTo>
                  <a:lnTo>
                    <a:pt x="9387840" y="763524"/>
                  </a:lnTo>
                  <a:lnTo>
                    <a:pt x="9387840" y="712724"/>
                  </a:lnTo>
                  <a:close/>
                  <a:moveTo>
                    <a:pt x="9387840" y="831215"/>
                  </a:moveTo>
                  <a:lnTo>
                    <a:pt x="9387840" y="882015"/>
                  </a:lnTo>
                  <a:lnTo>
                    <a:pt x="9387840" y="831215"/>
                  </a:lnTo>
                  <a:close/>
                  <a:moveTo>
                    <a:pt x="9387840" y="949706"/>
                  </a:moveTo>
                  <a:lnTo>
                    <a:pt x="9387840" y="1000506"/>
                  </a:lnTo>
                  <a:lnTo>
                    <a:pt x="9387840" y="949706"/>
                  </a:lnTo>
                  <a:close/>
                  <a:moveTo>
                    <a:pt x="9387840" y="1068197"/>
                  </a:moveTo>
                  <a:lnTo>
                    <a:pt x="9387840" y="1118997"/>
                  </a:lnTo>
                  <a:lnTo>
                    <a:pt x="9387840" y="1068197"/>
                  </a:lnTo>
                  <a:close/>
                  <a:moveTo>
                    <a:pt x="9387840" y="1186688"/>
                  </a:moveTo>
                  <a:lnTo>
                    <a:pt x="9387840" y="1237488"/>
                  </a:lnTo>
                  <a:lnTo>
                    <a:pt x="9387840" y="1186688"/>
                  </a:lnTo>
                  <a:close/>
                  <a:moveTo>
                    <a:pt x="9387840" y="1305179"/>
                  </a:moveTo>
                  <a:lnTo>
                    <a:pt x="9387840" y="1355979"/>
                  </a:lnTo>
                  <a:lnTo>
                    <a:pt x="9387840" y="1305179"/>
                  </a:lnTo>
                  <a:close/>
                  <a:moveTo>
                    <a:pt x="9387840" y="1423670"/>
                  </a:moveTo>
                  <a:lnTo>
                    <a:pt x="9387840" y="1474470"/>
                  </a:lnTo>
                  <a:lnTo>
                    <a:pt x="9387840" y="1423670"/>
                  </a:lnTo>
                  <a:close/>
                  <a:moveTo>
                    <a:pt x="9387840" y="1542161"/>
                  </a:moveTo>
                  <a:lnTo>
                    <a:pt x="9387840" y="1592961"/>
                  </a:lnTo>
                  <a:lnTo>
                    <a:pt x="9387840" y="1542161"/>
                  </a:lnTo>
                  <a:close/>
                  <a:moveTo>
                    <a:pt x="9387840" y="1660652"/>
                  </a:moveTo>
                  <a:lnTo>
                    <a:pt x="9387840" y="1711452"/>
                  </a:lnTo>
                  <a:lnTo>
                    <a:pt x="9387840" y="1660652"/>
                  </a:lnTo>
                  <a:close/>
                  <a:moveTo>
                    <a:pt x="9387840" y="1779143"/>
                  </a:moveTo>
                  <a:lnTo>
                    <a:pt x="9387840" y="1829943"/>
                  </a:lnTo>
                  <a:lnTo>
                    <a:pt x="9387840" y="1779143"/>
                  </a:lnTo>
                  <a:close/>
                  <a:moveTo>
                    <a:pt x="9387840" y="1897634"/>
                  </a:moveTo>
                  <a:lnTo>
                    <a:pt x="9387840" y="1948434"/>
                  </a:lnTo>
                  <a:lnTo>
                    <a:pt x="9387840" y="1897634"/>
                  </a:lnTo>
                  <a:close/>
                  <a:moveTo>
                    <a:pt x="9387840" y="2016125"/>
                  </a:moveTo>
                  <a:lnTo>
                    <a:pt x="9387840" y="2066925"/>
                  </a:lnTo>
                  <a:lnTo>
                    <a:pt x="9387840" y="2016125"/>
                  </a:lnTo>
                  <a:close/>
                  <a:moveTo>
                    <a:pt x="9387840" y="2134616"/>
                  </a:moveTo>
                  <a:lnTo>
                    <a:pt x="9387840" y="2185416"/>
                  </a:lnTo>
                  <a:lnTo>
                    <a:pt x="9387840" y="2134616"/>
                  </a:lnTo>
                  <a:close/>
                  <a:moveTo>
                    <a:pt x="9387840" y="2253107"/>
                  </a:moveTo>
                  <a:lnTo>
                    <a:pt x="9387840" y="2303907"/>
                  </a:lnTo>
                  <a:lnTo>
                    <a:pt x="9387840" y="2253107"/>
                  </a:lnTo>
                  <a:close/>
                  <a:moveTo>
                    <a:pt x="9387840" y="2371598"/>
                  </a:moveTo>
                  <a:lnTo>
                    <a:pt x="9387840" y="2422398"/>
                  </a:lnTo>
                  <a:lnTo>
                    <a:pt x="9387840" y="2371598"/>
                  </a:lnTo>
                  <a:close/>
                  <a:moveTo>
                    <a:pt x="9387840" y="2490089"/>
                  </a:moveTo>
                  <a:lnTo>
                    <a:pt x="9387840" y="2540889"/>
                  </a:lnTo>
                  <a:lnTo>
                    <a:pt x="9387840" y="2490089"/>
                  </a:lnTo>
                  <a:close/>
                  <a:moveTo>
                    <a:pt x="9387840" y="2608580"/>
                  </a:moveTo>
                  <a:lnTo>
                    <a:pt x="9387840" y="2659380"/>
                  </a:lnTo>
                  <a:lnTo>
                    <a:pt x="9387840" y="2608580"/>
                  </a:lnTo>
                  <a:close/>
                  <a:moveTo>
                    <a:pt x="9387840" y="2727071"/>
                  </a:moveTo>
                  <a:lnTo>
                    <a:pt x="9387840" y="2777871"/>
                  </a:lnTo>
                  <a:lnTo>
                    <a:pt x="9387840" y="2727071"/>
                  </a:lnTo>
                  <a:close/>
                  <a:moveTo>
                    <a:pt x="9387840" y="2845562"/>
                  </a:moveTo>
                  <a:lnTo>
                    <a:pt x="9387840" y="2896362"/>
                  </a:lnTo>
                  <a:lnTo>
                    <a:pt x="9387840" y="2845562"/>
                  </a:lnTo>
                  <a:close/>
                  <a:moveTo>
                    <a:pt x="9387840" y="2964053"/>
                  </a:moveTo>
                  <a:lnTo>
                    <a:pt x="9387840" y="3014853"/>
                  </a:lnTo>
                  <a:lnTo>
                    <a:pt x="9387840" y="2964053"/>
                  </a:lnTo>
                  <a:close/>
                  <a:moveTo>
                    <a:pt x="9387840" y="3082544"/>
                  </a:moveTo>
                  <a:lnTo>
                    <a:pt x="9387840" y="3133344"/>
                  </a:lnTo>
                  <a:lnTo>
                    <a:pt x="9387840" y="3082544"/>
                  </a:lnTo>
                  <a:close/>
                  <a:moveTo>
                    <a:pt x="9387840" y="3201035"/>
                  </a:moveTo>
                  <a:lnTo>
                    <a:pt x="9387840" y="3251835"/>
                  </a:lnTo>
                  <a:lnTo>
                    <a:pt x="9387840" y="3201035"/>
                  </a:lnTo>
                  <a:close/>
                  <a:moveTo>
                    <a:pt x="9387840" y="3319526"/>
                  </a:moveTo>
                  <a:lnTo>
                    <a:pt x="9387840" y="3370326"/>
                  </a:lnTo>
                  <a:lnTo>
                    <a:pt x="9387840" y="3319526"/>
                  </a:lnTo>
                  <a:close/>
                  <a:moveTo>
                    <a:pt x="9387840" y="3438017"/>
                  </a:moveTo>
                  <a:lnTo>
                    <a:pt x="9387840" y="3488817"/>
                  </a:lnTo>
                  <a:lnTo>
                    <a:pt x="9387840" y="3438017"/>
                  </a:lnTo>
                  <a:close/>
                  <a:moveTo>
                    <a:pt x="9387840" y="3556508"/>
                  </a:moveTo>
                  <a:lnTo>
                    <a:pt x="9387840" y="3607308"/>
                  </a:lnTo>
                  <a:lnTo>
                    <a:pt x="9387840" y="3556508"/>
                  </a:lnTo>
                  <a:close/>
                  <a:moveTo>
                    <a:pt x="9387840" y="3674999"/>
                  </a:moveTo>
                  <a:lnTo>
                    <a:pt x="9387840" y="3725799"/>
                  </a:lnTo>
                  <a:lnTo>
                    <a:pt x="9387840" y="3674999"/>
                  </a:lnTo>
                  <a:close/>
                  <a:moveTo>
                    <a:pt x="9387840" y="3793490"/>
                  </a:moveTo>
                  <a:lnTo>
                    <a:pt x="9387840" y="3844290"/>
                  </a:lnTo>
                  <a:lnTo>
                    <a:pt x="9387840" y="3793490"/>
                  </a:lnTo>
                  <a:close/>
                  <a:moveTo>
                    <a:pt x="9387840" y="3911981"/>
                  </a:moveTo>
                  <a:lnTo>
                    <a:pt x="9387840" y="3962781"/>
                  </a:lnTo>
                  <a:lnTo>
                    <a:pt x="9387840" y="3911981"/>
                  </a:lnTo>
                  <a:close/>
                  <a:moveTo>
                    <a:pt x="9387840" y="4030472"/>
                  </a:moveTo>
                  <a:lnTo>
                    <a:pt x="9387840" y="4081272"/>
                  </a:lnTo>
                  <a:lnTo>
                    <a:pt x="9387840" y="4030472"/>
                  </a:lnTo>
                  <a:close/>
                  <a:moveTo>
                    <a:pt x="9387840" y="4148963"/>
                  </a:moveTo>
                  <a:lnTo>
                    <a:pt x="9387840" y="4199763"/>
                  </a:lnTo>
                  <a:lnTo>
                    <a:pt x="9387840" y="4148963"/>
                  </a:lnTo>
                  <a:close/>
                  <a:moveTo>
                    <a:pt x="9387840" y="4267454"/>
                  </a:moveTo>
                  <a:lnTo>
                    <a:pt x="9387840" y="4318254"/>
                  </a:lnTo>
                  <a:lnTo>
                    <a:pt x="9387840" y="4267454"/>
                  </a:lnTo>
                  <a:close/>
                  <a:moveTo>
                    <a:pt x="9387840" y="4385945"/>
                  </a:moveTo>
                  <a:lnTo>
                    <a:pt x="9387840" y="4436745"/>
                  </a:lnTo>
                  <a:lnTo>
                    <a:pt x="9387840" y="4385945"/>
                  </a:lnTo>
                  <a:close/>
                  <a:moveTo>
                    <a:pt x="9387840" y="4504436"/>
                  </a:moveTo>
                  <a:lnTo>
                    <a:pt x="9387840" y="4555236"/>
                  </a:lnTo>
                  <a:lnTo>
                    <a:pt x="9387840" y="4504436"/>
                  </a:lnTo>
                  <a:close/>
                  <a:moveTo>
                    <a:pt x="9387840" y="4622927"/>
                  </a:moveTo>
                  <a:lnTo>
                    <a:pt x="9387840" y="4673727"/>
                  </a:lnTo>
                  <a:lnTo>
                    <a:pt x="9387840" y="4622927"/>
                  </a:lnTo>
                  <a:close/>
                  <a:moveTo>
                    <a:pt x="9387840" y="4741418"/>
                  </a:moveTo>
                  <a:lnTo>
                    <a:pt x="9387840" y="4792218"/>
                  </a:lnTo>
                  <a:lnTo>
                    <a:pt x="9387840" y="4741418"/>
                  </a:lnTo>
                  <a:close/>
                  <a:moveTo>
                    <a:pt x="9387840" y="4859909"/>
                  </a:moveTo>
                  <a:lnTo>
                    <a:pt x="9387840" y="4910709"/>
                  </a:lnTo>
                  <a:lnTo>
                    <a:pt x="9387840" y="4859909"/>
                  </a:lnTo>
                  <a:close/>
                  <a:moveTo>
                    <a:pt x="9387840" y="4978400"/>
                  </a:moveTo>
                  <a:lnTo>
                    <a:pt x="9387840" y="5029200"/>
                  </a:lnTo>
                  <a:lnTo>
                    <a:pt x="9387840" y="4978400"/>
                  </a:lnTo>
                  <a:close/>
                  <a:moveTo>
                    <a:pt x="9387840" y="5096891"/>
                  </a:moveTo>
                  <a:lnTo>
                    <a:pt x="9387840" y="5147691"/>
                  </a:lnTo>
                  <a:lnTo>
                    <a:pt x="9387840" y="5096891"/>
                  </a:lnTo>
                  <a:close/>
                  <a:moveTo>
                    <a:pt x="9387840" y="5215382"/>
                  </a:moveTo>
                  <a:lnTo>
                    <a:pt x="9387840" y="5266182"/>
                  </a:lnTo>
                  <a:cubicBezTo>
                    <a:pt x="9387840" y="5270881"/>
                    <a:pt x="9384030" y="5274691"/>
                    <a:pt x="9379331" y="5274691"/>
                  </a:cubicBezTo>
                  <a:lnTo>
                    <a:pt x="9379331" y="5242560"/>
                  </a:lnTo>
                  <a:lnTo>
                    <a:pt x="9379331" y="5251069"/>
                  </a:lnTo>
                  <a:lnTo>
                    <a:pt x="9370822" y="5251069"/>
                  </a:lnTo>
                  <a:lnTo>
                    <a:pt x="9370822" y="5200269"/>
                  </a:lnTo>
                  <a:close/>
                  <a:moveTo>
                    <a:pt x="9294622" y="5259578"/>
                  </a:moveTo>
                  <a:lnTo>
                    <a:pt x="9243822" y="5259578"/>
                  </a:lnTo>
                  <a:lnTo>
                    <a:pt x="9243822" y="5242560"/>
                  </a:lnTo>
                  <a:lnTo>
                    <a:pt x="9294622" y="5242560"/>
                  </a:lnTo>
                  <a:close/>
                  <a:moveTo>
                    <a:pt x="9176131" y="5242560"/>
                  </a:moveTo>
                  <a:lnTo>
                    <a:pt x="9125331" y="5242560"/>
                  </a:lnTo>
                  <a:lnTo>
                    <a:pt x="9176131" y="5242560"/>
                  </a:lnTo>
                  <a:close/>
                  <a:moveTo>
                    <a:pt x="9057640" y="5242560"/>
                  </a:moveTo>
                  <a:lnTo>
                    <a:pt x="9006840" y="5242560"/>
                  </a:lnTo>
                  <a:lnTo>
                    <a:pt x="9057640" y="5242560"/>
                  </a:lnTo>
                  <a:close/>
                  <a:moveTo>
                    <a:pt x="8939149" y="5242560"/>
                  </a:moveTo>
                  <a:lnTo>
                    <a:pt x="8888349" y="5242560"/>
                  </a:lnTo>
                  <a:lnTo>
                    <a:pt x="8939149" y="5242560"/>
                  </a:lnTo>
                  <a:close/>
                  <a:moveTo>
                    <a:pt x="8820658" y="5242560"/>
                  </a:moveTo>
                  <a:lnTo>
                    <a:pt x="8769858" y="5242560"/>
                  </a:lnTo>
                  <a:lnTo>
                    <a:pt x="8820658" y="5242560"/>
                  </a:lnTo>
                  <a:close/>
                  <a:moveTo>
                    <a:pt x="8702167" y="5242560"/>
                  </a:moveTo>
                  <a:lnTo>
                    <a:pt x="8651367" y="5242560"/>
                  </a:lnTo>
                  <a:lnTo>
                    <a:pt x="8702167" y="5242560"/>
                  </a:lnTo>
                  <a:close/>
                  <a:moveTo>
                    <a:pt x="8583676" y="5242560"/>
                  </a:moveTo>
                  <a:lnTo>
                    <a:pt x="8532876" y="5242560"/>
                  </a:lnTo>
                  <a:lnTo>
                    <a:pt x="8583676" y="5242560"/>
                  </a:lnTo>
                  <a:close/>
                  <a:moveTo>
                    <a:pt x="8465185" y="5242560"/>
                  </a:moveTo>
                  <a:lnTo>
                    <a:pt x="8414385" y="5242560"/>
                  </a:lnTo>
                  <a:lnTo>
                    <a:pt x="8465185" y="5242560"/>
                  </a:lnTo>
                  <a:close/>
                  <a:moveTo>
                    <a:pt x="8346694" y="5242560"/>
                  </a:moveTo>
                  <a:lnTo>
                    <a:pt x="8295894" y="5242560"/>
                  </a:lnTo>
                  <a:lnTo>
                    <a:pt x="8346694" y="5242560"/>
                  </a:lnTo>
                  <a:close/>
                  <a:moveTo>
                    <a:pt x="8228203" y="5242560"/>
                  </a:moveTo>
                  <a:lnTo>
                    <a:pt x="8177403" y="5242560"/>
                  </a:lnTo>
                  <a:lnTo>
                    <a:pt x="8228203" y="5242560"/>
                  </a:lnTo>
                  <a:close/>
                  <a:moveTo>
                    <a:pt x="8109712" y="5242560"/>
                  </a:moveTo>
                  <a:lnTo>
                    <a:pt x="8058912" y="5242560"/>
                  </a:lnTo>
                  <a:lnTo>
                    <a:pt x="8109712" y="5242560"/>
                  </a:lnTo>
                  <a:close/>
                  <a:moveTo>
                    <a:pt x="7991222" y="5242560"/>
                  </a:moveTo>
                  <a:lnTo>
                    <a:pt x="7940422" y="5242560"/>
                  </a:lnTo>
                  <a:lnTo>
                    <a:pt x="7991222" y="5242560"/>
                  </a:lnTo>
                  <a:close/>
                  <a:moveTo>
                    <a:pt x="7872730" y="5242560"/>
                  </a:moveTo>
                  <a:lnTo>
                    <a:pt x="7821930" y="5242560"/>
                  </a:lnTo>
                  <a:lnTo>
                    <a:pt x="7872730" y="5242560"/>
                  </a:lnTo>
                  <a:close/>
                  <a:moveTo>
                    <a:pt x="7754239" y="5242560"/>
                  </a:moveTo>
                  <a:lnTo>
                    <a:pt x="7703439" y="5242560"/>
                  </a:lnTo>
                  <a:lnTo>
                    <a:pt x="7754239" y="5242560"/>
                  </a:lnTo>
                  <a:close/>
                  <a:moveTo>
                    <a:pt x="7635748" y="5242560"/>
                  </a:moveTo>
                  <a:lnTo>
                    <a:pt x="7584948" y="5242560"/>
                  </a:lnTo>
                  <a:lnTo>
                    <a:pt x="7635748" y="5242560"/>
                  </a:lnTo>
                  <a:close/>
                  <a:moveTo>
                    <a:pt x="7517257" y="5242560"/>
                  </a:moveTo>
                  <a:lnTo>
                    <a:pt x="7466457" y="5242560"/>
                  </a:lnTo>
                  <a:lnTo>
                    <a:pt x="7517257" y="5242560"/>
                  </a:lnTo>
                  <a:close/>
                  <a:moveTo>
                    <a:pt x="7398766" y="5242560"/>
                  </a:moveTo>
                  <a:lnTo>
                    <a:pt x="7347966" y="5242560"/>
                  </a:lnTo>
                  <a:lnTo>
                    <a:pt x="7398766" y="5242560"/>
                  </a:lnTo>
                  <a:close/>
                  <a:moveTo>
                    <a:pt x="7280275" y="5242560"/>
                  </a:moveTo>
                  <a:lnTo>
                    <a:pt x="7229475" y="5242560"/>
                  </a:lnTo>
                  <a:lnTo>
                    <a:pt x="7280275" y="5242560"/>
                  </a:lnTo>
                  <a:close/>
                  <a:moveTo>
                    <a:pt x="7161785" y="5242560"/>
                  </a:moveTo>
                  <a:lnTo>
                    <a:pt x="7110985" y="5242560"/>
                  </a:lnTo>
                  <a:lnTo>
                    <a:pt x="7161785" y="5242560"/>
                  </a:lnTo>
                  <a:close/>
                  <a:moveTo>
                    <a:pt x="7043293" y="5242560"/>
                  </a:moveTo>
                  <a:lnTo>
                    <a:pt x="6992493" y="5242560"/>
                  </a:lnTo>
                  <a:lnTo>
                    <a:pt x="7043293" y="5242560"/>
                  </a:lnTo>
                  <a:close/>
                  <a:moveTo>
                    <a:pt x="6924802" y="5242560"/>
                  </a:moveTo>
                  <a:lnTo>
                    <a:pt x="6874002" y="5242560"/>
                  </a:lnTo>
                  <a:lnTo>
                    <a:pt x="6924802" y="5242560"/>
                  </a:lnTo>
                  <a:close/>
                  <a:moveTo>
                    <a:pt x="6806311" y="5242560"/>
                  </a:moveTo>
                  <a:lnTo>
                    <a:pt x="6755511" y="5242560"/>
                  </a:lnTo>
                  <a:lnTo>
                    <a:pt x="6806311" y="5242560"/>
                  </a:lnTo>
                  <a:close/>
                  <a:moveTo>
                    <a:pt x="6687820" y="5242560"/>
                  </a:moveTo>
                  <a:lnTo>
                    <a:pt x="6637020" y="5242560"/>
                  </a:lnTo>
                  <a:lnTo>
                    <a:pt x="6687820" y="5242560"/>
                  </a:lnTo>
                  <a:close/>
                  <a:moveTo>
                    <a:pt x="6569329" y="5242560"/>
                  </a:moveTo>
                  <a:lnTo>
                    <a:pt x="6518529" y="5242560"/>
                  </a:lnTo>
                  <a:lnTo>
                    <a:pt x="6569329" y="5242560"/>
                  </a:lnTo>
                  <a:close/>
                  <a:moveTo>
                    <a:pt x="6450838" y="5242560"/>
                  </a:moveTo>
                  <a:lnTo>
                    <a:pt x="6400038" y="5242560"/>
                  </a:lnTo>
                  <a:lnTo>
                    <a:pt x="6450838" y="5242560"/>
                  </a:lnTo>
                  <a:close/>
                  <a:moveTo>
                    <a:pt x="6332347" y="5242560"/>
                  </a:moveTo>
                  <a:lnTo>
                    <a:pt x="6281547" y="5242560"/>
                  </a:lnTo>
                  <a:lnTo>
                    <a:pt x="6332347" y="5242560"/>
                  </a:lnTo>
                  <a:close/>
                  <a:moveTo>
                    <a:pt x="6213856" y="5242560"/>
                  </a:moveTo>
                  <a:lnTo>
                    <a:pt x="6163056" y="5242560"/>
                  </a:lnTo>
                  <a:lnTo>
                    <a:pt x="6213856" y="5242560"/>
                  </a:lnTo>
                  <a:close/>
                  <a:moveTo>
                    <a:pt x="6095365" y="5242560"/>
                  </a:moveTo>
                  <a:lnTo>
                    <a:pt x="6044565" y="5242560"/>
                  </a:lnTo>
                  <a:lnTo>
                    <a:pt x="6095365" y="5242560"/>
                  </a:lnTo>
                  <a:close/>
                  <a:moveTo>
                    <a:pt x="5976874" y="5242560"/>
                  </a:moveTo>
                  <a:lnTo>
                    <a:pt x="5926074" y="5242560"/>
                  </a:lnTo>
                  <a:lnTo>
                    <a:pt x="5976874" y="5242560"/>
                  </a:lnTo>
                  <a:close/>
                  <a:moveTo>
                    <a:pt x="5858383" y="5242560"/>
                  </a:moveTo>
                  <a:lnTo>
                    <a:pt x="5807583" y="5242560"/>
                  </a:lnTo>
                  <a:lnTo>
                    <a:pt x="5858383" y="5242560"/>
                  </a:lnTo>
                  <a:close/>
                  <a:moveTo>
                    <a:pt x="5739892" y="5242560"/>
                  </a:moveTo>
                  <a:lnTo>
                    <a:pt x="5689092" y="5242560"/>
                  </a:lnTo>
                  <a:lnTo>
                    <a:pt x="5739892" y="5242560"/>
                  </a:lnTo>
                  <a:close/>
                  <a:moveTo>
                    <a:pt x="5621401" y="5242560"/>
                  </a:moveTo>
                  <a:lnTo>
                    <a:pt x="5570601" y="5242560"/>
                  </a:lnTo>
                  <a:lnTo>
                    <a:pt x="5621401" y="5242560"/>
                  </a:lnTo>
                  <a:close/>
                  <a:moveTo>
                    <a:pt x="5502910" y="5242560"/>
                  </a:moveTo>
                  <a:lnTo>
                    <a:pt x="5452110" y="5242560"/>
                  </a:lnTo>
                  <a:lnTo>
                    <a:pt x="5502910" y="5242560"/>
                  </a:lnTo>
                  <a:close/>
                  <a:moveTo>
                    <a:pt x="5384419" y="5242560"/>
                  </a:moveTo>
                  <a:lnTo>
                    <a:pt x="5333619" y="5242560"/>
                  </a:lnTo>
                  <a:lnTo>
                    <a:pt x="5384419" y="5242560"/>
                  </a:lnTo>
                  <a:close/>
                  <a:moveTo>
                    <a:pt x="5265928" y="5242560"/>
                  </a:moveTo>
                  <a:lnTo>
                    <a:pt x="5215128" y="5242560"/>
                  </a:lnTo>
                  <a:lnTo>
                    <a:pt x="5265928" y="5242560"/>
                  </a:lnTo>
                  <a:close/>
                  <a:moveTo>
                    <a:pt x="5147437" y="5242560"/>
                  </a:moveTo>
                  <a:lnTo>
                    <a:pt x="5096637" y="5242560"/>
                  </a:lnTo>
                  <a:lnTo>
                    <a:pt x="5147437" y="5242560"/>
                  </a:lnTo>
                  <a:close/>
                  <a:moveTo>
                    <a:pt x="5028946" y="5242560"/>
                  </a:moveTo>
                  <a:lnTo>
                    <a:pt x="4978146" y="5242560"/>
                  </a:lnTo>
                  <a:lnTo>
                    <a:pt x="5028946" y="5242560"/>
                  </a:lnTo>
                  <a:close/>
                  <a:moveTo>
                    <a:pt x="4910455" y="5242560"/>
                  </a:moveTo>
                  <a:lnTo>
                    <a:pt x="4859655" y="5242560"/>
                  </a:lnTo>
                  <a:lnTo>
                    <a:pt x="4910455" y="5242560"/>
                  </a:lnTo>
                  <a:close/>
                  <a:moveTo>
                    <a:pt x="4791964" y="5242560"/>
                  </a:moveTo>
                  <a:lnTo>
                    <a:pt x="4741164" y="5242560"/>
                  </a:lnTo>
                  <a:lnTo>
                    <a:pt x="4791964" y="5242560"/>
                  </a:lnTo>
                  <a:close/>
                  <a:moveTo>
                    <a:pt x="4673473" y="5242560"/>
                  </a:moveTo>
                  <a:lnTo>
                    <a:pt x="4622673" y="5242560"/>
                  </a:lnTo>
                  <a:lnTo>
                    <a:pt x="4673473" y="5242560"/>
                  </a:lnTo>
                  <a:close/>
                  <a:moveTo>
                    <a:pt x="4554982" y="5242560"/>
                  </a:moveTo>
                  <a:lnTo>
                    <a:pt x="4504182" y="5242560"/>
                  </a:lnTo>
                  <a:lnTo>
                    <a:pt x="4554982" y="5242560"/>
                  </a:lnTo>
                  <a:close/>
                  <a:moveTo>
                    <a:pt x="4436491" y="5242560"/>
                  </a:moveTo>
                  <a:lnTo>
                    <a:pt x="4385691" y="5242560"/>
                  </a:lnTo>
                  <a:lnTo>
                    <a:pt x="4436491" y="5242560"/>
                  </a:lnTo>
                  <a:close/>
                  <a:moveTo>
                    <a:pt x="4318000" y="5242560"/>
                  </a:moveTo>
                  <a:lnTo>
                    <a:pt x="4267200" y="5242560"/>
                  </a:lnTo>
                  <a:lnTo>
                    <a:pt x="4318000" y="5242560"/>
                  </a:lnTo>
                  <a:close/>
                  <a:moveTo>
                    <a:pt x="4199509" y="5242560"/>
                  </a:moveTo>
                  <a:lnTo>
                    <a:pt x="4148709" y="5242560"/>
                  </a:lnTo>
                  <a:lnTo>
                    <a:pt x="4199509" y="5242560"/>
                  </a:lnTo>
                  <a:close/>
                  <a:moveTo>
                    <a:pt x="4081018" y="5242560"/>
                  </a:moveTo>
                  <a:lnTo>
                    <a:pt x="4030218" y="5242560"/>
                  </a:lnTo>
                  <a:lnTo>
                    <a:pt x="4081018" y="5242560"/>
                  </a:lnTo>
                  <a:close/>
                  <a:moveTo>
                    <a:pt x="3962527" y="5242560"/>
                  </a:moveTo>
                  <a:lnTo>
                    <a:pt x="3911727" y="5242560"/>
                  </a:lnTo>
                  <a:lnTo>
                    <a:pt x="3962527" y="5242560"/>
                  </a:lnTo>
                  <a:close/>
                  <a:moveTo>
                    <a:pt x="3844036" y="5242560"/>
                  </a:moveTo>
                  <a:lnTo>
                    <a:pt x="3793236" y="5242560"/>
                  </a:lnTo>
                  <a:lnTo>
                    <a:pt x="3844036" y="5242560"/>
                  </a:lnTo>
                  <a:close/>
                  <a:moveTo>
                    <a:pt x="3725545" y="5242560"/>
                  </a:moveTo>
                  <a:lnTo>
                    <a:pt x="3674745" y="5242560"/>
                  </a:lnTo>
                  <a:lnTo>
                    <a:pt x="3725545" y="5242560"/>
                  </a:lnTo>
                  <a:close/>
                  <a:moveTo>
                    <a:pt x="3607054" y="5242560"/>
                  </a:moveTo>
                  <a:lnTo>
                    <a:pt x="3556254" y="5242560"/>
                  </a:lnTo>
                  <a:lnTo>
                    <a:pt x="3607054" y="5242560"/>
                  </a:lnTo>
                  <a:close/>
                  <a:moveTo>
                    <a:pt x="3488563" y="5242560"/>
                  </a:moveTo>
                  <a:lnTo>
                    <a:pt x="3437763" y="5242560"/>
                  </a:lnTo>
                  <a:lnTo>
                    <a:pt x="3488563" y="5242560"/>
                  </a:lnTo>
                  <a:close/>
                  <a:moveTo>
                    <a:pt x="3370072" y="5242560"/>
                  </a:moveTo>
                  <a:lnTo>
                    <a:pt x="3319272" y="5242560"/>
                  </a:lnTo>
                  <a:lnTo>
                    <a:pt x="3370072" y="5242560"/>
                  </a:lnTo>
                  <a:close/>
                  <a:moveTo>
                    <a:pt x="3251581" y="5242560"/>
                  </a:moveTo>
                  <a:lnTo>
                    <a:pt x="3200781" y="5242560"/>
                  </a:lnTo>
                  <a:lnTo>
                    <a:pt x="3251581" y="5242560"/>
                  </a:lnTo>
                  <a:close/>
                  <a:moveTo>
                    <a:pt x="3133090" y="5242560"/>
                  </a:moveTo>
                  <a:lnTo>
                    <a:pt x="3082290" y="5242560"/>
                  </a:lnTo>
                  <a:lnTo>
                    <a:pt x="3133090" y="5242560"/>
                  </a:lnTo>
                  <a:close/>
                  <a:moveTo>
                    <a:pt x="3014599" y="5242560"/>
                  </a:moveTo>
                  <a:lnTo>
                    <a:pt x="2963799" y="5242560"/>
                  </a:lnTo>
                  <a:lnTo>
                    <a:pt x="3014599" y="5242560"/>
                  </a:lnTo>
                  <a:close/>
                  <a:moveTo>
                    <a:pt x="2896108" y="5242560"/>
                  </a:moveTo>
                  <a:lnTo>
                    <a:pt x="2845308" y="5242560"/>
                  </a:lnTo>
                  <a:lnTo>
                    <a:pt x="2896108" y="5242560"/>
                  </a:lnTo>
                  <a:close/>
                  <a:moveTo>
                    <a:pt x="2777617" y="5242560"/>
                  </a:moveTo>
                  <a:lnTo>
                    <a:pt x="2726817" y="5242560"/>
                  </a:lnTo>
                  <a:lnTo>
                    <a:pt x="2777617" y="5242560"/>
                  </a:lnTo>
                  <a:close/>
                  <a:moveTo>
                    <a:pt x="2659126" y="5242560"/>
                  </a:moveTo>
                  <a:lnTo>
                    <a:pt x="2608326" y="5242560"/>
                  </a:lnTo>
                  <a:lnTo>
                    <a:pt x="2659126" y="5242560"/>
                  </a:lnTo>
                  <a:close/>
                  <a:moveTo>
                    <a:pt x="2540635" y="5242560"/>
                  </a:moveTo>
                  <a:lnTo>
                    <a:pt x="2489835" y="5242560"/>
                  </a:lnTo>
                  <a:lnTo>
                    <a:pt x="2540635" y="5242560"/>
                  </a:lnTo>
                  <a:close/>
                  <a:moveTo>
                    <a:pt x="2422144" y="5242560"/>
                  </a:moveTo>
                  <a:lnTo>
                    <a:pt x="2371344" y="5242560"/>
                  </a:lnTo>
                  <a:lnTo>
                    <a:pt x="2422144" y="5242560"/>
                  </a:lnTo>
                  <a:close/>
                  <a:moveTo>
                    <a:pt x="2303653" y="5242560"/>
                  </a:moveTo>
                  <a:lnTo>
                    <a:pt x="2252853" y="5242560"/>
                  </a:lnTo>
                  <a:lnTo>
                    <a:pt x="2303653" y="5242560"/>
                  </a:lnTo>
                  <a:close/>
                  <a:moveTo>
                    <a:pt x="2185162" y="5242560"/>
                  </a:moveTo>
                  <a:lnTo>
                    <a:pt x="2134362" y="5242560"/>
                  </a:lnTo>
                  <a:lnTo>
                    <a:pt x="2185162" y="5242560"/>
                  </a:lnTo>
                  <a:close/>
                  <a:moveTo>
                    <a:pt x="2066671" y="5242560"/>
                  </a:moveTo>
                  <a:lnTo>
                    <a:pt x="2015871" y="5242560"/>
                  </a:lnTo>
                  <a:lnTo>
                    <a:pt x="2066671" y="5242560"/>
                  </a:lnTo>
                  <a:close/>
                  <a:moveTo>
                    <a:pt x="1948180" y="5242560"/>
                  </a:moveTo>
                  <a:lnTo>
                    <a:pt x="1897380" y="5242560"/>
                  </a:lnTo>
                  <a:lnTo>
                    <a:pt x="1948180" y="5242560"/>
                  </a:lnTo>
                  <a:close/>
                  <a:moveTo>
                    <a:pt x="1829689" y="5242560"/>
                  </a:moveTo>
                  <a:lnTo>
                    <a:pt x="1778889" y="5242560"/>
                  </a:lnTo>
                  <a:lnTo>
                    <a:pt x="1829689" y="5242560"/>
                  </a:lnTo>
                  <a:close/>
                  <a:moveTo>
                    <a:pt x="1711198" y="5242560"/>
                  </a:moveTo>
                  <a:lnTo>
                    <a:pt x="1660398" y="5242560"/>
                  </a:lnTo>
                  <a:lnTo>
                    <a:pt x="1711198" y="5242560"/>
                  </a:lnTo>
                  <a:close/>
                  <a:moveTo>
                    <a:pt x="1592707" y="5242560"/>
                  </a:moveTo>
                  <a:lnTo>
                    <a:pt x="1541907" y="5242560"/>
                  </a:lnTo>
                  <a:lnTo>
                    <a:pt x="1592707" y="5242560"/>
                  </a:lnTo>
                  <a:close/>
                  <a:moveTo>
                    <a:pt x="1474216" y="5242560"/>
                  </a:moveTo>
                  <a:lnTo>
                    <a:pt x="1423416" y="5242560"/>
                  </a:lnTo>
                  <a:lnTo>
                    <a:pt x="1474216" y="5242560"/>
                  </a:lnTo>
                  <a:close/>
                  <a:moveTo>
                    <a:pt x="1355725" y="5242560"/>
                  </a:moveTo>
                  <a:lnTo>
                    <a:pt x="1304925" y="5242560"/>
                  </a:lnTo>
                  <a:lnTo>
                    <a:pt x="1355725" y="5242560"/>
                  </a:lnTo>
                  <a:close/>
                  <a:moveTo>
                    <a:pt x="1237234" y="5242560"/>
                  </a:moveTo>
                  <a:lnTo>
                    <a:pt x="1186434" y="5242560"/>
                  </a:lnTo>
                  <a:lnTo>
                    <a:pt x="1237234" y="5242560"/>
                  </a:lnTo>
                  <a:close/>
                  <a:moveTo>
                    <a:pt x="1118743" y="5242560"/>
                  </a:moveTo>
                  <a:lnTo>
                    <a:pt x="1067943" y="5242560"/>
                  </a:lnTo>
                  <a:lnTo>
                    <a:pt x="1118743" y="5242560"/>
                  </a:lnTo>
                  <a:close/>
                  <a:moveTo>
                    <a:pt x="1000252" y="5242560"/>
                  </a:moveTo>
                  <a:lnTo>
                    <a:pt x="949452" y="5242560"/>
                  </a:lnTo>
                  <a:lnTo>
                    <a:pt x="1000252" y="5242560"/>
                  </a:lnTo>
                  <a:close/>
                  <a:moveTo>
                    <a:pt x="881761" y="5242560"/>
                  </a:moveTo>
                  <a:lnTo>
                    <a:pt x="830961" y="5242560"/>
                  </a:lnTo>
                  <a:lnTo>
                    <a:pt x="881761" y="5242560"/>
                  </a:lnTo>
                  <a:close/>
                  <a:moveTo>
                    <a:pt x="763270" y="5242560"/>
                  </a:moveTo>
                  <a:lnTo>
                    <a:pt x="712470" y="5242560"/>
                  </a:lnTo>
                  <a:lnTo>
                    <a:pt x="763270" y="5242560"/>
                  </a:lnTo>
                  <a:close/>
                  <a:moveTo>
                    <a:pt x="644779" y="5242560"/>
                  </a:moveTo>
                  <a:lnTo>
                    <a:pt x="593979" y="5242560"/>
                  </a:lnTo>
                  <a:lnTo>
                    <a:pt x="644779" y="5242560"/>
                  </a:lnTo>
                  <a:close/>
                  <a:moveTo>
                    <a:pt x="526288" y="5242560"/>
                  </a:moveTo>
                  <a:lnTo>
                    <a:pt x="475488" y="5242560"/>
                  </a:lnTo>
                  <a:lnTo>
                    <a:pt x="526288" y="5242560"/>
                  </a:lnTo>
                  <a:close/>
                  <a:moveTo>
                    <a:pt x="407797" y="5242560"/>
                  </a:moveTo>
                  <a:lnTo>
                    <a:pt x="356997" y="5242560"/>
                  </a:lnTo>
                  <a:lnTo>
                    <a:pt x="407797" y="5242560"/>
                  </a:lnTo>
                  <a:close/>
                  <a:moveTo>
                    <a:pt x="289306" y="5242560"/>
                  </a:moveTo>
                  <a:lnTo>
                    <a:pt x="238506" y="5242560"/>
                  </a:lnTo>
                  <a:lnTo>
                    <a:pt x="289306" y="5242560"/>
                  </a:lnTo>
                  <a:close/>
                  <a:moveTo>
                    <a:pt x="170815" y="5242560"/>
                  </a:moveTo>
                  <a:lnTo>
                    <a:pt x="120015" y="5242560"/>
                  </a:lnTo>
                  <a:lnTo>
                    <a:pt x="170815" y="5242560"/>
                  </a:lnTo>
                  <a:close/>
                  <a:moveTo>
                    <a:pt x="52324" y="5242560"/>
                  </a:moveTo>
                  <a:lnTo>
                    <a:pt x="1524" y="5242560"/>
                  </a:lnTo>
                  <a:lnTo>
                    <a:pt x="52324" y="5242560"/>
                  </a:lnTo>
                  <a:close/>
                  <a:moveTo>
                    <a:pt x="0" y="5207000"/>
                  </a:moveTo>
                  <a:lnTo>
                    <a:pt x="0" y="5156200"/>
                  </a:lnTo>
                  <a:lnTo>
                    <a:pt x="16891" y="5156200"/>
                  </a:lnTo>
                  <a:lnTo>
                    <a:pt x="16891" y="5207000"/>
                  </a:lnTo>
                  <a:close/>
                  <a:moveTo>
                    <a:pt x="16891" y="5088509"/>
                  </a:moveTo>
                  <a:lnTo>
                    <a:pt x="16891" y="5037709"/>
                  </a:lnTo>
                  <a:lnTo>
                    <a:pt x="16891" y="5088509"/>
                  </a:lnTo>
                  <a:close/>
                  <a:moveTo>
                    <a:pt x="16891" y="4970018"/>
                  </a:moveTo>
                  <a:lnTo>
                    <a:pt x="16891" y="4919218"/>
                  </a:lnTo>
                  <a:lnTo>
                    <a:pt x="16891" y="4970018"/>
                  </a:lnTo>
                  <a:close/>
                  <a:moveTo>
                    <a:pt x="0" y="4851400"/>
                  </a:moveTo>
                  <a:lnTo>
                    <a:pt x="0" y="4800600"/>
                  </a:lnTo>
                  <a:lnTo>
                    <a:pt x="16891" y="4800600"/>
                  </a:lnTo>
                  <a:lnTo>
                    <a:pt x="16891" y="4851400"/>
                  </a:lnTo>
                  <a:close/>
                  <a:moveTo>
                    <a:pt x="16891" y="4732909"/>
                  </a:moveTo>
                  <a:lnTo>
                    <a:pt x="16891" y="4682109"/>
                  </a:lnTo>
                  <a:lnTo>
                    <a:pt x="16891" y="4732909"/>
                  </a:lnTo>
                  <a:close/>
                  <a:moveTo>
                    <a:pt x="16891" y="4614418"/>
                  </a:moveTo>
                  <a:lnTo>
                    <a:pt x="16891" y="4563618"/>
                  </a:lnTo>
                  <a:lnTo>
                    <a:pt x="16891" y="4614418"/>
                  </a:lnTo>
                  <a:close/>
                  <a:moveTo>
                    <a:pt x="0" y="4495800"/>
                  </a:moveTo>
                  <a:lnTo>
                    <a:pt x="0" y="4445000"/>
                  </a:lnTo>
                  <a:lnTo>
                    <a:pt x="16891" y="4445000"/>
                  </a:lnTo>
                  <a:lnTo>
                    <a:pt x="16891" y="4495800"/>
                  </a:lnTo>
                  <a:close/>
                  <a:moveTo>
                    <a:pt x="16891" y="4377309"/>
                  </a:moveTo>
                  <a:lnTo>
                    <a:pt x="16891" y="4326509"/>
                  </a:lnTo>
                  <a:lnTo>
                    <a:pt x="16891" y="4377309"/>
                  </a:lnTo>
                  <a:close/>
                  <a:moveTo>
                    <a:pt x="16891" y="4258818"/>
                  </a:moveTo>
                  <a:lnTo>
                    <a:pt x="16891" y="4208018"/>
                  </a:lnTo>
                  <a:lnTo>
                    <a:pt x="16891" y="4258818"/>
                  </a:lnTo>
                  <a:close/>
                  <a:moveTo>
                    <a:pt x="0" y="4140200"/>
                  </a:moveTo>
                  <a:lnTo>
                    <a:pt x="0" y="4089400"/>
                  </a:lnTo>
                  <a:lnTo>
                    <a:pt x="16891" y="4089400"/>
                  </a:lnTo>
                  <a:lnTo>
                    <a:pt x="16891" y="4140200"/>
                  </a:lnTo>
                  <a:close/>
                  <a:moveTo>
                    <a:pt x="16891" y="4021709"/>
                  </a:moveTo>
                  <a:lnTo>
                    <a:pt x="16891" y="3970909"/>
                  </a:lnTo>
                  <a:lnTo>
                    <a:pt x="16891" y="4021709"/>
                  </a:lnTo>
                  <a:close/>
                  <a:moveTo>
                    <a:pt x="16891" y="3903218"/>
                  </a:moveTo>
                  <a:lnTo>
                    <a:pt x="16891" y="3852418"/>
                  </a:lnTo>
                  <a:lnTo>
                    <a:pt x="16891" y="3903218"/>
                  </a:lnTo>
                  <a:close/>
                  <a:moveTo>
                    <a:pt x="0" y="3784600"/>
                  </a:moveTo>
                  <a:lnTo>
                    <a:pt x="0" y="3733800"/>
                  </a:lnTo>
                  <a:lnTo>
                    <a:pt x="16891" y="3733800"/>
                  </a:lnTo>
                  <a:lnTo>
                    <a:pt x="16891" y="3784600"/>
                  </a:lnTo>
                  <a:close/>
                  <a:moveTo>
                    <a:pt x="16891" y="3666109"/>
                  </a:moveTo>
                  <a:lnTo>
                    <a:pt x="16891" y="3615309"/>
                  </a:lnTo>
                  <a:lnTo>
                    <a:pt x="16891" y="3666109"/>
                  </a:lnTo>
                  <a:close/>
                  <a:moveTo>
                    <a:pt x="16891" y="3547618"/>
                  </a:moveTo>
                  <a:lnTo>
                    <a:pt x="16891" y="3496818"/>
                  </a:lnTo>
                  <a:lnTo>
                    <a:pt x="16891" y="3547618"/>
                  </a:lnTo>
                  <a:close/>
                  <a:moveTo>
                    <a:pt x="0" y="3429000"/>
                  </a:moveTo>
                  <a:lnTo>
                    <a:pt x="0" y="3378200"/>
                  </a:lnTo>
                  <a:lnTo>
                    <a:pt x="16891" y="3378200"/>
                  </a:lnTo>
                  <a:lnTo>
                    <a:pt x="16891" y="3429000"/>
                  </a:lnTo>
                  <a:close/>
                  <a:moveTo>
                    <a:pt x="16891" y="3310509"/>
                  </a:moveTo>
                  <a:lnTo>
                    <a:pt x="16891" y="3259709"/>
                  </a:lnTo>
                  <a:lnTo>
                    <a:pt x="16891" y="3310509"/>
                  </a:lnTo>
                  <a:close/>
                  <a:moveTo>
                    <a:pt x="16891" y="3192018"/>
                  </a:moveTo>
                  <a:lnTo>
                    <a:pt x="16891" y="3141218"/>
                  </a:lnTo>
                  <a:lnTo>
                    <a:pt x="16891" y="3192018"/>
                  </a:lnTo>
                  <a:close/>
                  <a:moveTo>
                    <a:pt x="0" y="3073400"/>
                  </a:moveTo>
                  <a:lnTo>
                    <a:pt x="0" y="3022600"/>
                  </a:lnTo>
                  <a:lnTo>
                    <a:pt x="16891" y="3022600"/>
                  </a:lnTo>
                  <a:lnTo>
                    <a:pt x="16891" y="3073400"/>
                  </a:lnTo>
                  <a:close/>
                  <a:moveTo>
                    <a:pt x="16891" y="2954909"/>
                  </a:moveTo>
                  <a:lnTo>
                    <a:pt x="16891" y="2904109"/>
                  </a:lnTo>
                  <a:lnTo>
                    <a:pt x="16891" y="2954909"/>
                  </a:lnTo>
                  <a:close/>
                  <a:moveTo>
                    <a:pt x="16891" y="2836418"/>
                  </a:moveTo>
                  <a:lnTo>
                    <a:pt x="16891" y="2785618"/>
                  </a:lnTo>
                  <a:lnTo>
                    <a:pt x="16891" y="2836418"/>
                  </a:lnTo>
                  <a:close/>
                  <a:moveTo>
                    <a:pt x="0" y="2717800"/>
                  </a:moveTo>
                  <a:lnTo>
                    <a:pt x="0" y="2667000"/>
                  </a:lnTo>
                  <a:lnTo>
                    <a:pt x="16891" y="2667000"/>
                  </a:lnTo>
                  <a:lnTo>
                    <a:pt x="16891" y="2717800"/>
                  </a:lnTo>
                  <a:close/>
                  <a:moveTo>
                    <a:pt x="16891" y="2599309"/>
                  </a:moveTo>
                  <a:lnTo>
                    <a:pt x="16891" y="2548509"/>
                  </a:lnTo>
                  <a:lnTo>
                    <a:pt x="16891" y="2599309"/>
                  </a:lnTo>
                  <a:close/>
                  <a:moveTo>
                    <a:pt x="16891" y="2480818"/>
                  </a:moveTo>
                  <a:lnTo>
                    <a:pt x="16891" y="2430018"/>
                  </a:lnTo>
                  <a:lnTo>
                    <a:pt x="16891" y="2480818"/>
                  </a:lnTo>
                  <a:close/>
                  <a:moveTo>
                    <a:pt x="0" y="2362200"/>
                  </a:moveTo>
                  <a:lnTo>
                    <a:pt x="0" y="2311400"/>
                  </a:lnTo>
                  <a:lnTo>
                    <a:pt x="16891" y="2311400"/>
                  </a:lnTo>
                  <a:lnTo>
                    <a:pt x="16891" y="2362200"/>
                  </a:lnTo>
                  <a:close/>
                  <a:moveTo>
                    <a:pt x="16891" y="2243709"/>
                  </a:moveTo>
                  <a:lnTo>
                    <a:pt x="16891" y="2192909"/>
                  </a:lnTo>
                  <a:lnTo>
                    <a:pt x="16891" y="2243709"/>
                  </a:lnTo>
                  <a:close/>
                  <a:moveTo>
                    <a:pt x="16891" y="2125218"/>
                  </a:moveTo>
                  <a:lnTo>
                    <a:pt x="16891" y="2074418"/>
                  </a:lnTo>
                  <a:lnTo>
                    <a:pt x="16891" y="2125218"/>
                  </a:lnTo>
                  <a:close/>
                  <a:moveTo>
                    <a:pt x="0" y="2006600"/>
                  </a:moveTo>
                  <a:lnTo>
                    <a:pt x="0" y="1955800"/>
                  </a:lnTo>
                  <a:lnTo>
                    <a:pt x="16891" y="1955800"/>
                  </a:lnTo>
                  <a:lnTo>
                    <a:pt x="16891" y="2006600"/>
                  </a:lnTo>
                  <a:close/>
                  <a:moveTo>
                    <a:pt x="16891" y="1888109"/>
                  </a:moveTo>
                  <a:lnTo>
                    <a:pt x="16891" y="1837309"/>
                  </a:lnTo>
                  <a:lnTo>
                    <a:pt x="16891" y="1888109"/>
                  </a:lnTo>
                  <a:close/>
                  <a:moveTo>
                    <a:pt x="16891" y="1769618"/>
                  </a:moveTo>
                  <a:lnTo>
                    <a:pt x="16891" y="1718818"/>
                  </a:lnTo>
                  <a:lnTo>
                    <a:pt x="16891" y="1769618"/>
                  </a:lnTo>
                  <a:close/>
                  <a:moveTo>
                    <a:pt x="0" y="1651000"/>
                  </a:moveTo>
                  <a:lnTo>
                    <a:pt x="0" y="1600200"/>
                  </a:lnTo>
                  <a:lnTo>
                    <a:pt x="16891" y="1600200"/>
                  </a:lnTo>
                  <a:lnTo>
                    <a:pt x="16891" y="1651000"/>
                  </a:lnTo>
                  <a:close/>
                  <a:moveTo>
                    <a:pt x="16891" y="1532509"/>
                  </a:moveTo>
                  <a:lnTo>
                    <a:pt x="16891" y="1481709"/>
                  </a:lnTo>
                  <a:lnTo>
                    <a:pt x="16891" y="1532509"/>
                  </a:lnTo>
                  <a:close/>
                  <a:moveTo>
                    <a:pt x="16891" y="1414018"/>
                  </a:moveTo>
                  <a:lnTo>
                    <a:pt x="16891" y="1363218"/>
                  </a:lnTo>
                  <a:lnTo>
                    <a:pt x="16891" y="1414018"/>
                  </a:lnTo>
                  <a:close/>
                  <a:moveTo>
                    <a:pt x="0" y="1295400"/>
                  </a:moveTo>
                  <a:lnTo>
                    <a:pt x="0" y="1244600"/>
                  </a:lnTo>
                  <a:lnTo>
                    <a:pt x="16891" y="1244600"/>
                  </a:lnTo>
                  <a:lnTo>
                    <a:pt x="16891" y="1295400"/>
                  </a:lnTo>
                  <a:close/>
                  <a:moveTo>
                    <a:pt x="16891" y="1176909"/>
                  </a:moveTo>
                  <a:lnTo>
                    <a:pt x="16891" y="1126109"/>
                  </a:lnTo>
                  <a:lnTo>
                    <a:pt x="16891" y="1176909"/>
                  </a:lnTo>
                  <a:close/>
                  <a:moveTo>
                    <a:pt x="16891" y="1058418"/>
                  </a:moveTo>
                  <a:lnTo>
                    <a:pt x="16891" y="1007618"/>
                  </a:lnTo>
                  <a:lnTo>
                    <a:pt x="16891" y="1058418"/>
                  </a:lnTo>
                  <a:close/>
                  <a:moveTo>
                    <a:pt x="0" y="939800"/>
                  </a:moveTo>
                  <a:lnTo>
                    <a:pt x="0" y="889000"/>
                  </a:lnTo>
                  <a:lnTo>
                    <a:pt x="16891" y="889000"/>
                  </a:lnTo>
                  <a:lnTo>
                    <a:pt x="16891" y="939800"/>
                  </a:lnTo>
                  <a:close/>
                  <a:moveTo>
                    <a:pt x="16891" y="821309"/>
                  </a:moveTo>
                  <a:lnTo>
                    <a:pt x="16891" y="770509"/>
                  </a:lnTo>
                  <a:lnTo>
                    <a:pt x="16891" y="821309"/>
                  </a:lnTo>
                  <a:close/>
                  <a:moveTo>
                    <a:pt x="16891" y="702818"/>
                  </a:moveTo>
                  <a:lnTo>
                    <a:pt x="16891" y="652018"/>
                  </a:lnTo>
                  <a:lnTo>
                    <a:pt x="16891" y="702818"/>
                  </a:lnTo>
                  <a:close/>
                  <a:moveTo>
                    <a:pt x="0" y="584200"/>
                  </a:moveTo>
                  <a:lnTo>
                    <a:pt x="0" y="533400"/>
                  </a:lnTo>
                  <a:lnTo>
                    <a:pt x="16891" y="533400"/>
                  </a:lnTo>
                  <a:lnTo>
                    <a:pt x="16891" y="584200"/>
                  </a:lnTo>
                  <a:close/>
                  <a:moveTo>
                    <a:pt x="16891" y="465709"/>
                  </a:moveTo>
                  <a:lnTo>
                    <a:pt x="16891" y="414909"/>
                  </a:lnTo>
                  <a:lnTo>
                    <a:pt x="16891" y="465709"/>
                  </a:lnTo>
                  <a:close/>
                  <a:moveTo>
                    <a:pt x="16891" y="347218"/>
                  </a:moveTo>
                  <a:lnTo>
                    <a:pt x="16891" y="296418"/>
                  </a:lnTo>
                  <a:lnTo>
                    <a:pt x="16891" y="347218"/>
                  </a:lnTo>
                  <a:close/>
                  <a:moveTo>
                    <a:pt x="0" y="228600"/>
                  </a:moveTo>
                  <a:lnTo>
                    <a:pt x="0" y="177800"/>
                  </a:lnTo>
                  <a:lnTo>
                    <a:pt x="16891" y="177800"/>
                  </a:lnTo>
                  <a:lnTo>
                    <a:pt x="16891" y="228600"/>
                  </a:lnTo>
                  <a:close/>
                  <a:moveTo>
                    <a:pt x="0" y="110109"/>
                  </a:moveTo>
                  <a:lnTo>
                    <a:pt x="0" y="59309"/>
                  </a:lnTo>
                  <a:lnTo>
                    <a:pt x="16891" y="59309"/>
                  </a:lnTo>
                  <a:lnTo>
                    <a:pt x="16891" y="110109"/>
                  </a:lnTo>
                  <a:close/>
                  <a:moveTo>
                    <a:pt x="8509" y="0"/>
                  </a:moveTo>
                  <a:lnTo>
                    <a:pt x="59309" y="0"/>
                  </a:lnTo>
                  <a:lnTo>
                    <a:pt x="59309" y="16891"/>
                  </a:lnTo>
                  <a:lnTo>
                    <a:pt x="8509" y="16891"/>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83" name="Group 53"/>
          <p:cNvGrpSpPr/>
          <p:nvPr/>
        </p:nvGrpSpPr>
        <p:grpSpPr>
          <a:xfrm>
            <a:off x="10692000" y="5845680"/>
            <a:ext cx="7053120" cy="3761280"/>
            <a:chOff x="10692000" y="5845680"/>
            <a:chExt cx="7053120" cy="3761280"/>
          </a:xfrm>
        </p:grpSpPr>
        <p:sp>
          <p:nvSpPr>
            <p:cNvPr id="984" name="Freeform 54"/>
            <p:cNvSpPr/>
            <p:nvPr/>
          </p:nvSpPr>
          <p:spPr>
            <a:xfrm>
              <a:off x="10698480" y="5852160"/>
              <a:ext cx="7040520" cy="3748680"/>
            </a:xfrm>
            <a:custGeom>
              <a:avLst/>
              <a:gdLst>
                <a:gd name="textAreaLeft" fmla="*/ 0 w 7040520"/>
                <a:gd name="textAreaRight" fmla="*/ 7040880 w 7040520"/>
                <a:gd name="textAreaTop" fmla="*/ 0 h 3748680"/>
                <a:gd name="textAreaBottom" fmla="*/ 3749040 h 3748680"/>
              </a:gdLst>
              <a:ahLst/>
              <a:rect l="textAreaLeft" t="textAreaTop" r="textAreaRight" b="textAreaBottom"/>
              <a:pathLst>
                <a:path w="9387840" h="4998720">
                  <a:moveTo>
                    <a:pt x="0" y="0"/>
                  </a:moveTo>
                  <a:lnTo>
                    <a:pt x="9387840" y="0"/>
                  </a:lnTo>
                  <a:lnTo>
                    <a:pt x="9387840" y="4998720"/>
                  </a:lnTo>
                  <a:lnTo>
                    <a:pt x="0" y="4998720"/>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85" name="Freeform 55"/>
            <p:cNvSpPr/>
            <p:nvPr/>
          </p:nvSpPr>
          <p:spPr>
            <a:xfrm>
              <a:off x="10692000" y="5845680"/>
              <a:ext cx="7053120" cy="3761280"/>
            </a:xfrm>
            <a:custGeom>
              <a:avLst/>
              <a:gdLst>
                <a:gd name="textAreaLeft" fmla="*/ 0 w 7053120"/>
                <a:gd name="textAreaRight" fmla="*/ 7053480 w 7053120"/>
                <a:gd name="textAreaTop" fmla="*/ 0 h 3761280"/>
                <a:gd name="textAreaBottom" fmla="*/ 3761640 h 3761280"/>
              </a:gdLst>
              <a:ahLst/>
              <a:rect l="textAreaLeft" t="textAreaTop" r="textAreaRight" b="textAreaBottom"/>
              <a:pathLst>
                <a:path w="9404858" h="5015738">
                  <a:moveTo>
                    <a:pt x="8509" y="0"/>
                  </a:moveTo>
                  <a:lnTo>
                    <a:pt x="9396349" y="0"/>
                  </a:lnTo>
                  <a:cubicBezTo>
                    <a:pt x="9401048" y="0"/>
                    <a:pt x="9404858" y="3810"/>
                    <a:pt x="9404858" y="8509"/>
                  </a:cubicBezTo>
                  <a:lnTo>
                    <a:pt x="9404858" y="5007229"/>
                  </a:lnTo>
                  <a:cubicBezTo>
                    <a:pt x="9404858" y="5011928"/>
                    <a:pt x="9401048" y="5015738"/>
                    <a:pt x="9396349" y="5015738"/>
                  </a:cubicBezTo>
                  <a:lnTo>
                    <a:pt x="8509" y="5015738"/>
                  </a:lnTo>
                  <a:cubicBezTo>
                    <a:pt x="3810" y="5015738"/>
                    <a:pt x="0" y="5011928"/>
                    <a:pt x="0" y="5007229"/>
                  </a:cubicBezTo>
                  <a:lnTo>
                    <a:pt x="0" y="8509"/>
                  </a:lnTo>
                  <a:cubicBezTo>
                    <a:pt x="0" y="3810"/>
                    <a:pt x="3810" y="0"/>
                    <a:pt x="8509" y="0"/>
                  </a:cubicBezTo>
                  <a:moveTo>
                    <a:pt x="8509" y="16891"/>
                  </a:moveTo>
                  <a:lnTo>
                    <a:pt x="8509" y="8509"/>
                  </a:lnTo>
                  <a:lnTo>
                    <a:pt x="17018" y="8509"/>
                  </a:lnTo>
                  <a:lnTo>
                    <a:pt x="17018" y="5007229"/>
                  </a:lnTo>
                  <a:lnTo>
                    <a:pt x="8509" y="5007229"/>
                  </a:lnTo>
                  <a:lnTo>
                    <a:pt x="8509" y="4998720"/>
                  </a:lnTo>
                  <a:lnTo>
                    <a:pt x="9396349" y="4998720"/>
                  </a:lnTo>
                  <a:lnTo>
                    <a:pt x="9396349" y="5007229"/>
                  </a:lnTo>
                  <a:lnTo>
                    <a:pt x="9387840" y="5007229"/>
                  </a:lnTo>
                  <a:lnTo>
                    <a:pt x="9387840" y="8509"/>
                  </a:lnTo>
                  <a:lnTo>
                    <a:pt x="9396349" y="8509"/>
                  </a:lnTo>
                  <a:lnTo>
                    <a:pt x="939634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86" name="Group 56"/>
          <p:cNvGrpSpPr/>
          <p:nvPr/>
        </p:nvGrpSpPr>
        <p:grpSpPr>
          <a:xfrm>
            <a:off x="10972800" y="6027840"/>
            <a:ext cx="6491880" cy="701640"/>
            <a:chOff x="10972800" y="6027840"/>
            <a:chExt cx="6491880" cy="701640"/>
          </a:xfrm>
        </p:grpSpPr>
        <p:sp>
          <p:nvSpPr>
            <p:cNvPr id="987" name="Freeform 57"/>
            <p:cNvSpPr/>
            <p:nvPr/>
          </p:nvSpPr>
          <p:spPr>
            <a:xfrm>
              <a:off x="10972800" y="6035040"/>
              <a:ext cx="6491880" cy="694440"/>
            </a:xfrm>
            <a:custGeom>
              <a:avLst/>
              <a:gdLst>
                <a:gd name="textAreaLeft" fmla="*/ 0 w 6491880"/>
                <a:gd name="textAreaRight" fmla="*/ 6492240 w 6491880"/>
                <a:gd name="textAreaTop" fmla="*/ 0 h 694440"/>
                <a:gd name="textAreaBottom" fmla="*/ 694800 h 694440"/>
              </a:gdLst>
              <a:ahLst/>
              <a:rect l="textAreaLeft" t="textAreaTop" r="textAreaRight" b="textAreaBottom"/>
              <a:pathLst>
                <a:path w="8656320" h="926592">
                  <a:moveTo>
                    <a:pt x="0" y="0"/>
                  </a:moveTo>
                  <a:lnTo>
                    <a:pt x="8656320" y="0"/>
                  </a:lnTo>
                  <a:lnTo>
                    <a:pt x="8656320" y="926592"/>
                  </a:lnTo>
                  <a:lnTo>
                    <a:pt x="0" y="926592"/>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88" name="TextBox 58"/>
            <p:cNvSpPr/>
            <p:nvPr/>
          </p:nvSpPr>
          <p:spPr>
            <a:xfrm>
              <a:off x="10972800" y="6027840"/>
              <a:ext cx="6491880" cy="70164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1a2332"/>
                  </a:solidFill>
                  <a:latin typeface="Trebuchet MS Bold"/>
                  <a:ea typeface="Trebuchet MS Bold"/>
                </a:rPr>
                <a:t>Who uses this data?</a:t>
              </a:r>
              <a:endParaRPr b="0" lang="en-US" sz="2400" spc="-1" strike="noStrike">
                <a:solidFill>
                  <a:srgbClr val="000000"/>
                </a:solidFill>
                <a:latin typeface="Arial"/>
              </a:endParaRPr>
            </a:p>
          </p:txBody>
        </p:sp>
      </p:grpSp>
      <p:grpSp>
        <p:nvGrpSpPr>
          <p:cNvPr id="989" name="Group 59"/>
          <p:cNvGrpSpPr/>
          <p:nvPr/>
        </p:nvGrpSpPr>
        <p:grpSpPr>
          <a:xfrm>
            <a:off x="10960200" y="6808680"/>
            <a:ext cx="1487880" cy="116280"/>
            <a:chOff x="10960200" y="6808680"/>
            <a:chExt cx="1487880" cy="116280"/>
          </a:xfrm>
        </p:grpSpPr>
        <p:sp>
          <p:nvSpPr>
            <p:cNvPr id="990" name="Freeform 60"/>
            <p:cNvSpPr/>
            <p:nvPr/>
          </p:nvSpPr>
          <p:spPr>
            <a:xfrm>
              <a:off x="10972800" y="6821280"/>
              <a:ext cx="1462680" cy="91080"/>
            </a:xfrm>
            <a:custGeom>
              <a:avLst/>
              <a:gdLst>
                <a:gd name="textAreaLeft" fmla="*/ 0 w 1462680"/>
                <a:gd name="textAreaRight" fmla="*/ 1463040 w 1462680"/>
                <a:gd name="textAreaTop" fmla="*/ 0 h 91080"/>
                <a:gd name="textAreaBottom" fmla="*/ 91440 h 91080"/>
              </a:gdLst>
              <a:ahLst/>
              <a:rect l="textAreaLeft" t="textAreaTop" r="textAreaRight" b="textAreaBottom"/>
              <a:pathLst>
                <a:path w="1950720" h="121920">
                  <a:moveTo>
                    <a:pt x="0" y="0"/>
                  </a:moveTo>
                  <a:lnTo>
                    <a:pt x="1950720" y="0"/>
                  </a:lnTo>
                  <a:lnTo>
                    <a:pt x="195072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91" name="Freeform 61"/>
            <p:cNvSpPr/>
            <p:nvPr/>
          </p:nvSpPr>
          <p:spPr>
            <a:xfrm>
              <a:off x="10960200" y="6808680"/>
              <a:ext cx="1487880" cy="116280"/>
            </a:xfrm>
            <a:custGeom>
              <a:avLst/>
              <a:gdLst>
                <a:gd name="textAreaLeft" fmla="*/ 0 w 1487880"/>
                <a:gd name="textAreaRight" fmla="*/ 1488240 w 1487880"/>
                <a:gd name="textAreaTop" fmla="*/ 0 h 116280"/>
                <a:gd name="textAreaBottom" fmla="*/ 116640 h 116280"/>
              </a:gdLst>
              <a:ahLst/>
              <a:rect l="textAreaLeft" t="textAreaTop" r="textAreaRight" b="textAreaBottom"/>
              <a:pathLst>
                <a:path w="1984502" h="155704">
                  <a:moveTo>
                    <a:pt x="16891" y="0"/>
                  </a:moveTo>
                  <a:lnTo>
                    <a:pt x="1967611" y="0"/>
                  </a:lnTo>
                  <a:cubicBezTo>
                    <a:pt x="1977009" y="0"/>
                    <a:pt x="1984502" y="7620"/>
                    <a:pt x="1984502" y="16891"/>
                  </a:cubicBezTo>
                  <a:lnTo>
                    <a:pt x="1984502" y="138811"/>
                  </a:lnTo>
                  <a:cubicBezTo>
                    <a:pt x="1984502" y="148209"/>
                    <a:pt x="1976882" y="155702"/>
                    <a:pt x="196761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967611" y="121920"/>
                  </a:lnTo>
                  <a:lnTo>
                    <a:pt x="1967611" y="138811"/>
                  </a:lnTo>
                  <a:lnTo>
                    <a:pt x="1950720" y="138811"/>
                  </a:lnTo>
                  <a:lnTo>
                    <a:pt x="1950720" y="16891"/>
                  </a:lnTo>
                  <a:lnTo>
                    <a:pt x="1967611" y="16891"/>
                  </a:lnTo>
                  <a:lnTo>
                    <a:pt x="196761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92" name="Group 62"/>
          <p:cNvGrpSpPr/>
          <p:nvPr/>
        </p:nvGrpSpPr>
        <p:grpSpPr>
          <a:xfrm>
            <a:off x="10972800" y="6925680"/>
            <a:ext cx="6491880" cy="2455560"/>
            <a:chOff x="10972800" y="6925680"/>
            <a:chExt cx="6491880" cy="2455560"/>
          </a:xfrm>
        </p:grpSpPr>
        <p:sp>
          <p:nvSpPr>
            <p:cNvPr id="993" name="Freeform 63"/>
            <p:cNvSpPr/>
            <p:nvPr/>
          </p:nvSpPr>
          <p:spPr>
            <a:xfrm>
              <a:off x="10972800" y="7004160"/>
              <a:ext cx="6491880" cy="2377080"/>
            </a:xfrm>
            <a:custGeom>
              <a:avLst/>
              <a:gdLst>
                <a:gd name="textAreaLeft" fmla="*/ 0 w 6491880"/>
                <a:gd name="textAreaRight" fmla="*/ 6492240 w 6491880"/>
                <a:gd name="textAreaTop" fmla="*/ 0 h 2377080"/>
                <a:gd name="textAreaBottom" fmla="*/ 2377440 h 2377080"/>
              </a:gdLst>
              <a:ahLst/>
              <a:rect l="textAreaLeft" t="textAreaTop" r="textAreaRight" b="textAreaBottom"/>
              <a:pathLst>
                <a:path w="8656320" h="3169920">
                  <a:moveTo>
                    <a:pt x="0" y="0"/>
                  </a:moveTo>
                  <a:lnTo>
                    <a:pt x="8656320" y="0"/>
                  </a:lnTo>
                  <a:lnTo>
                    <a:pt x="8656320" y="3169920"/>
                  </a:lnTo>
                  <a:lnTo>
                    <a:pt x="0" y="3169920"/>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94" name="TextBox 64"/>
            <p:cNvSpPr/>
            <p:nvPr/>
          </p:nvSpPr>
          <p:spPr>
            <a:xfrm>
              <a:off x="10972800" y="6925680"/>
              <a:ext cx="6491880" cy="245556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Humanitarian response planning. Academic research. Policy analysis. Startup products for underserved markets. Anything requiring reliable, standardised data from fragile or developing contexts.</a:t>
              </a:r>
              <a:endParaRPr b="0" lang="en-US" sz="2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4965"/>
        </a:solidFill>
      </p:bgPr>
    </p:bg>
    <p:spTree>
      <p:nvGrpSpPr>
        <p:cNvPr id="1" name=""/>
        <p:cNvGrpSpPr/>
        <p:nvPr/>
      </p:nvGrpSpPr>
      <p:grpSpPr>
        <a:xfrm>
          <a:off x="0" y="0"/>
          <a:ext cx="0" cy="0"/>
          <a:chOff x="0" y="0"/>
          <a:chExt cx="0" cy="0"/>
        </a:xfrm>
      </p:grpSpPr>
      <p:grpSp>
        <p:nvGrpSpPr>
          <p:cNvPr id="995" name="Group 2"/>
          <p:cNvGrpSpPr/>
          <p:nvPr/>
        </p:nvGrpSpPr>
        <p:grpSpPr>
          <a:xfrm>
            <a:off x="-12600" y="-12600"/>
            <a:ext cx="281160" cy="10311840"/>
            <a:chOff x="-12600" y="-12600"/>
            <a:chExt cx="281160" cy="10311840"/>
          </a:xfrm>
        </p:grpSpPr>
        <p:sp>
          <p:nvSpPr>
            <p:cNvPr id="996"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97"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998" name="Group 5"/>
          <p:cNvGrpSpPr/>
          <p:nvPr/>
        </p:nvGrpSpPr>
        <p:grpSpPr>
          <a:xfrm>
            <a:off x="-12600" y="-12600"/>
            <a:ext cx="18312840" cy="1524600"/>
            <a:chOff x="-12600" y="-12600"/>
            <a:chExt cx="18312840" cy="1524600"/>
          </a:xfrm>
        </p:grpSpPr>
        <p:sp>
          <p:nvSpPr>
            <p:cNvPr id="999" name="Freeform 6"/>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00" name="Freeform 7"/>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001" name="Group 8"/>
          <p:cNvGrpSpPr/>
          <p:nvPr/>
        </p:nvGrpSpPr>
        <p:grpSpPr>
          <a:xfrm>
            <a:off x="-12600" y="-12600"/>
            <a:ext cx="281160" cy="1524600"/>
            <a:chOff x="-12600" y="-12600"/>
            <a:chExt cx="281160" cy="1524600"/>
          </a:xfrm>
        </p:grpSpPr>
        <p:sp>
          <p:nvSpPr>
            <p:cNvPr id="1002" name="Freeform 9"/>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3" name="Freeform 10"/>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04" name="Group 11"/>
          <p:cNvGrpSpPr/>
          <p:nvPr/>
        </p:nvGrpSpPr>
        <p:grpSpPr>
          <a:xfrm>
            <a:off x="640080" y="-14400"/>
            <a:ext cx="17007480" cy="1513800"/>
            <a:chOff x="640080" y="-14400"/>
            <a:chExt cx="17007480" cy="1513800"/>
          </a:xfrm>
        </p:grpSpPr>
        <p:sp>
          <p:nvSpPr>
            <p:cNvPr id="1005" name="Freeform 12"/>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6" name="TextBox 13"/>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Why Rice?</a:t>
              </a:r>
              <a:endParaRPr b="0" lang="en-US" sz="4000" spc="-1" strike="noStrike">
                <a:solidFill>
                  <a:srgbClr val="ffffff"/>
                </a:solidFill>
                <a:latin typeface="Arial"/>
              </a:endParaRPr>
            </a:p>
          </p:txBody>
        </p:sp>
      </p:grpSp>
      <p:grpSp>
        <p:nvGrpSpPr>
          <p:cNvPr id="1007" name="Group 14"/>
          <p:cNvGrpSpPr/>
          <p:nvPr/>
        </p:nvGrpSpPr>
        <p:grpSpPr>
          <a:xfrm>
            <a:off x="10417680" y="1730880"/>
            <a:ext cx="7327440" cy="8022600"/>
            <a:chOff x="10417680" y="1730880"/>
            <a:chExt cx="7327440" cy="8022600"/>
          </a:xfrm>
        </p:grpSpPr>
        <p:sp>
          <p:nvSpPr>
            <p:cNvPr id="1008" name="Freeform 15"/>
            <p:cNvSpPr/>
            <p:nvPr/>
          </p:nvSpPr>
          <p:spPr>
            <a:xfrm>
              <a:off x="10424160" y="1737360"/>
              <a:ext cx="7314840" cy="8009640"/>
            </a:xfrm>
            <a:custGeom>
              <a:avLst/>
              <a:gdLst>
                <a:gd name="textAreaLeft" fmla="*/ 0 w 7314840"/>
                <a:gd name="textAreaRight" fmla="*/ 7315200 w 7314840"/>
                <a:gd name="textAreaTop" fmla="*/ 0 h 8009640"/>
                <a:gd name="textAreaBottom" fmla="*/ 8010000 h 8009640"/>
              </a:gdLst>
              <a:ahLst/>
              <a:rect l="textAreaLeft" t="textAreaTop" r="textAreaRight" b="textAreaBottom"/>
              <a:pathLst>
                <a:path w="9753600" h="10680192">
                  <a:moveTo>
                    <a:pt x="0" y="0"/>
                  </a:moveTo>
                  <a:lnTo>
                    <a:pt x="9753600" y="0"/>
                  </a:lnTo>
                  <a:lnTo>
                    <a:pt x="9753600" y="10680192"/>
                  </a:lnTo>
                  <a:lnTo>
                    <a:pt x="0" y="10680192"/>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9" name="Freeform 16"/>
            <p:cNvSpPr/>
            <p:nvPr/>
          </p:nvSpPr>
          <p:spPr>
            <a:xfrm>
              <a:off x="10417680" y="1730880"/>
              <a:ext cx="7327440" cy="8022600"/>
            </a:xfrm>
            <a:custGeom>
              <a:avLst/>
              <a:gdLst>
                <a:gd name="textAreaLeft" fmla="*/ 0 w 7327440"/>
                <a:gd name="textAreaRight" fmla="*/ 7327800 w 7327440"/>
                <a:gd name="textAreaTop" fmla="*/ 0 h 8022600"/>
                <a:gd name="textAreaBottom" fmla="*/ 8022960 h 8022600"/>
              </a:gdLst>
              <a:ahLst/>
              <a:rect l="textAreaLeft" t="textAreaTop" r="textAreaRight" b="textAreaBottom"/>
              <a:pathLst>
                <a:path w="9770618" h="10697083">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423400" y="0"/>
                  </a:lnTo>
                  <a:lnTo>
                    <a:pt x="9423400" y="16891"/>
                  </a:lnTo>
                  <a:lnTo>
                    <a:pt x="9372600" y="16891"/>
                  </a:lnTo>
                  <a:close/>
                  <a:moveTo>
                    <a:pt x="9491091" y="16891"/>
                  </a:moveTo>
                  <a:lnTo>
                    <a:pt x="9541891" y="16891"/>
                  </a:lnTo>
                  <a:lnTo>
                    <a:pt x="9491091" y="16891"/>
                  </a:lnTo>
                  <a:close/>
                  <a:moveTo>
                    <a:pt x="9609582" y="16891"/>
                  </a:moveTo>
                  <a:lnTo>
                    <a:pt x="9660382" y="16891"/>
                  </a:lnTo>
                  <a:lnTo>
                    <a:pt x="9609582" y="16891"/>
                  </a:lnTo>
                  <a:close/>
                  <a:moveTo>
                    <a:pt x="9728200" y="0"/>
                  </a:moveTo>
                  <a:lnTo>
                    <a:pt x="9762109" y="0"/>
                  </a:lnTo>
                  <a:cubicBezTo>
                    <a:pt x="9766808" y="0"/>
                    <a:pt x="9770618" y="3810"/>
                    <a:pt x="9770618" y="8509"/>
                  </a:cubicBezTo>
                  <a:lnTo>
                    <a:pt x="9770618" y="25400"/>
                  </a:lnTo>
                  <a:lnTo>
                    <a:pt x="9753600" y="25400"/>
                  </a:lnTo>
                  <a:lnTo>
                    <a:pt x="9753600" y="8509"/>
                  </a:lnTo>
                  <a:lnTo>
                    <a:pt x="9762109" y="8509"/>
                  </a:lnTo>
                  <a:lnTo>
                    <a:pt x="9762109" y="17018"/>
                  </a:lnTo>
                  <a:lnTo>
                    <a:pt x="9728200" y="17018"/>
                  </a:lnTo>
                  <a:close/>
                  <a:moveTo>
                    <a:pt x="9770491" y="110109"/>
                  </a:moveTo>
                  <a:lnTo>
                    <a:pt x="9770491" y="160909"/>
                  </a:lnTo>
                  <a:lnTo>
                    <a:pt x="9753600" y="160909"/>
                  </a:lnTo>
                  <a:lnTo>
                    <a:pt x="9753600" y="110109"/>
                  </a:lnTo>
                  <a:close/>
                  <a:moveTo>
                    <a:pt x="9753600" y="228600"/>
                  </a:moveTo>
                  <a:lnTo>
                    <a:pt x="9753600" y="279400"/>
                  </a:lnTo>
                  <a:lnTo>
                    <a:pt x="9753600" y="228600"/>
                  </a:lnTo>
                  <a:close/>
                  <a:moveTo>
                    <a:pt x="9753600" y="347091"/>
                  </a:moveTo>
                  <a:lnTo>
                    <a:pt x="9753600" y="397891"/>
                  </a:lnTo>
                  <a:lnTo>
                    <a:pt x="9753600" y="330200"/>
                  </a:lnTo>
                  <a:close/>
                  <a:moveTo>
                    <a:pt x="9753600" y="448691"/>
                  </a:moveTo>
                  <a:lnTo>
                    <a:pt x="9753600" y="499491"/>
                  </a:lnTo>
                  <a:lnTo>
                    <a:pt x="9753600" y="448691"/>
                  </a:lnTo>
                  <a:close/>
                  <a:moveTo>
                    <a:pt x="9753600" y="567182"/>
                  </a:moveTo>
                  <a:lnTo>
                    <a:pt x="9753600" y="617982"/>
                  </a:lnTo>
                  <a:lnTo>
                    <a:pt x="9753600" y="567182"/>
                  </a:lnTo>
                  <a:close/>
                  <a:moveTo>
                    <a:pt x="9753600" y="685673"/>
                  </a:moveTo>
                  <a:lnTo>
                    <a:pt x="9753600" y="736473"/>
                  </a:lnTo>
                  <a:lnTo>
                    <a:pt x="9753600" y="685800"/>
                  </a:lnTo>
                  <a:close/>
                  <a:moveTo>
                    <a:pt x="9753600" y="804291"/>
                  </a:moveTo>
                  <a:lnTo>
                    <a:pt x="9753600" y="855091"/>
                  </a:lnTo>
                  <a:lnTo>
                    <a:pt x="9753600" y="804291"/>
                  </a:lnTo>
                  <a:close/>
                  <a:moveTo>
                    <a:pt x="9753600" y="922782"/>
                  </a:moveTo>
                  <a:lnTo>
                    <a:pt x="9753600" y="973582"/>
                  </a:lnTo>
                  <a:lnTo>
                    <a:pt x="9753600" y="922782"/>
                  </a:lnTo>
                  <a:close/>
                  <a:moveTo>
                    <a:pt x="9753600" y="1041273"/>
                  </a:moveTo>
                  <a:lnTo>
                    <a:pt x="9753600" y="1092073"/>
                  </a:lnTo>
                  <a:lnTo>
                    <a:pt x="9753600" y="1041400"/>
                  </a:lnTo>
                  <a:close/>
                  <a:moveTo>
                    <a:pt x="9753600" y="1159891"/>
                  </a:moveTo>
                  <a:lnTo>
                    <a:pt x="9753600" y="1210691"/>
                  </a:lnTo>
                  <a:lnTo>
                    <a:pt x="9753600" y="1159891"/>
                  </a:lnTo>
                  <a:close/>
                  <a:moveTo>
                    <a:pt x="9753600" y="1278382"/>
                  </a:moveTo>
                  <a:lnTo>
                    <a:pt x="9753600" y="1329182"/>
                  </a:lnTo>
                  <a:lnTo>
                    <a:pt x="9753600" y="1278382"/>
                  </a:lnTo>
                  <a:close/>
                  <a:moveTo>
                    <a:pt x="9753600" y="1396873"/>
                  </a:moveTo>
                  <a:lnTo>
                    <a:pt x="9753600" y="1447673"/>
                  </a:lnTo>
                  <a:lnTo>
                    <a:pt x="9753600" y="1396873"/>
                  </a:lnTo>
                  <a:close/>
                  <a:moveTo>
                    <a:pt x="9753600" y="1515364"/>
                  </a:moveTo>
                  <a:lnTo>
                    <a:pt x="9753600" y="1566164"/>
                  </a:lnTo>
                  <a:lnTo>
                    <a:pt x="9753600" y="1515364"/>
                  </a:lnTo>
                  <a:close/>
                  <a:moveTo>
                    <a:pt x="9753600" y="1633855"/>
                  </a:moveTo>
                  <a:lnTo>
                    <a:pt x="9753600" y="1684655"/>
                  </a:lnTo>
                  <a:lnTo>
                    <a:pt x="9753600" y="1633855"/>
                  </a:lnTo>
                  <a:close/>
                  <a:moveTo>
                    <a:pt x="9753600" y="1752346"/>
                  </a:moveTo>
                  <a:lnTo>
                    <a:pt x="9753600" y="1803146"/>
                  </a:lnTo>
                  <a:lnTo>
                    <a:pt x="9753600" y="1752346"/>
                  </a:lnTo>
                  <a:close/>
                  <a:moveTo>
                    <a:pt x="9753600" y="1870837"/>
                  </a:moveTo>
                  <a:lnTo>
                    <a:pt x="9753600" y="1921637"/>
                  </a:lnTo>
                  <a:lnTo>
                    <a:pt x="9753600" y="1870837"/>
                  </a:lnTo>
                  <a:close/>
                  <a:moveTo>
                    <a:pt x="9753600" y="1989328"/>
                  </a:moveTo>
                  <a:lnTo>
                    <a:pt x="9753600" y="2040128"/>
                  </a:lnTo>
                  <a:lnTo>
                    <a:pt x="9753600" y="1989328"/>
                  </a:lnTo>
                  <a:close/>
                  <a:moveTo>
                    <a:pt x="9753600" y="2107819"/>
                  </a:moveTo>
                  <a:lnTo>
                    <a:pt x="9753600" y="2158619"/>
                  </a:lnTo>
                  <a:lnTo>
                    <a:pt x="9753600" y="2107819"/>
                  </a:lnTo>
                  <a:close/>
                  <a:moveTo>
                    <a:pt x="9753600" y="2226310"/>
                  </a:moveTo>
                  <a:lnTo>
                    <a:pt x="9753600" y="2277110"/>
                  </a:lnTo>
                  <a:lnTo>
                    <a:pt x="9753600" y="2226310"/>
                  </a:lnTo>
                  <a:close/>
                  <a:moveTo>
                    <a:pt x="9753600" y="2344801"/>
                  </a:moveTo>
                  <a:lnTo>
                    <a:pt x="9753600" y="2395601"/>
                  </a:lnTo>
                  <a:lnTo>
                    <a:pt x="9753600" y="2344801"/>
                  </a:lnTo>
                  <a:close/>
                  <a:moveTo>
                    <a:pt x="9753600" y="2463292"/>
                  </a:moveTo>
                  <a:lnTo>
                    <a:pt x="9753600" y="2514092"/>
                  </a:lnTo>
                  <a:lnTo>
                    <a:pt x="9753600" y="2463292"/>
                  </a:lnTo>
                  <a:close/>
                  <a:moveTo>
                    <a:pt x="9753600" y="2581783"/>
                  </a:moveTo>
                  <a:lnTo>
                    <a:pt x="9753600" y="2632583"/>
                  </a:lnTo>
                  <a:lnTo>
                    <a:pt x="9753600" y="2581783"/>
                  </a:lnTo>
                  <a:close/>
                  <a:moveTo>
                    <a:pt x="9753600" y="2700274"/>
                  </a:moveTo>
                  <a:lnTo>
                    <a:pt x="9753600" y="2751074"/>
                  </a:lnTo>
                  <a:lnTo>
                    <a:pt x="9753600" y="2700274"/>
                  </a:lnTo>
                  <a:close/>
                  <a:moveTo>
                    <a:pt x="9753600" y="2818765"/>
                  </a:moveTo>
                  <a:lnTo>
                    <a:pt x="9753600" y="2869565"/>
                  </a:lnTo>
                  <a:lnTo>
                    <a:pt x="9753600" y="2818765"/>
                  </a:lnTo>
                  <a:close/>
                  <a:moveTo>
                    <a:pt x="9753600" y="2937256"/>
                  </a:moveTo>
                  <a:lnTo>
                    <a:pt x="9753600" y="2988056"/>
                  </a:lnTo>
                  <a:lnTo>
                    <a:pt x="9753600" y="2937256"/>
                  </a:lnTo>
                  <a:close/>
                  <a:moveTo>
                    <a:pt x="9753600" y="3055747"/>
                  </a:moveTo>
                  <a:lnTo>
                    <a:pt x="9753600" y="3106547"/>
                  </a:lnTo>
                  <a:lnTo>
                    <a:pt x="9753600" y="3055747"/>
                  </a:lnTo>
                  <a:close/>
                  <a:moveTo>
                    <a:pt x="9753600" y="3174238"/>
                  </a:moveTo>
                  <a:lnTo>
                    <a:pt x="9753600" y="3225038"/>
                  </a:lnTo>
                  <a:lnTo>
                    <a:pt x="9753600" y="3174238"/>
                  </a:lnTo>
                  <a:close/>
                  <a:moveTo>
                    <a:pt x="9753600" y="3292729"/>
                  </a:moveTo>
                  <a:lnTo>
                    <a:pt x="9753600" y="3343529"/>
                  </a:lnTo>
                  <a:lnTo>
                    <a:pt x="9753600" y="3292729"/>
                  </a:lnTo>
                  <a:close/>
                  <a:moveTo>
                    <a:pt x="9753600" y="3411220"/>
                  </a:moveTo>
                  <a:lnTo>
                    <a:pt x="9753600" y="3462020"/>
                  </a:lnTo>
                  <a:lnTo>
                    <a:pt x="9753600" y="3411220"/>
                  </a:lnTo>
                  <a:close/>
                  <a:moveTo>
                    <a:pt x="9753600" y="3529711"/>
                  </a:moveTo>
                  <a:lnTo>
                    <a:pt x="9753600" y="3580511"/>
                  </a:lnTo>
                  <a:lnTo>
                    <a:pt x="9753600" y="3529711"/>
                  </a:lnTo>
                  <a:close/>
                  <a:moveTo>
                    <a:pt x="9753600" y="3648202"/>
                  </a:moveTo>
                  <a:lnTo>
                    <a:pt x="9753600" y="3699002"/>
                  </a:lnTo>
                  <a:lnTo>
                    <a:pt x="9753600" y="3648202"/>
                  </a:lnTo>
                  <a:close/>
                  <a:moveTo>
                    <a:pt x="9753600" y="3766693"/>
                  </a:moveTo>
                  <a:lnTo>
                    <a:pt x="9753600" y="3817493"/>
                  </a:lnTo>
                  <a:lnTo>
                    <a:pt x="9753600" y="3766693"/>
                  </a:lnTo>
                  <a:close/>
                  <a:moveTo>
                    <a:pt x="9753600" y="3885184"/>
                  </a:moveTo>
                  <a:lnTo>
                    <a:pt x="9753600" y="3935984"/>
                  </a:lnTo>
                  <a:lnTo>
                    <a:pt x="9753600" y="3885184"/>
                  </a:lnTo>
                  <a:close/>
                  <a:moveTo>
                    <a:pt x="9753600" y="4003675"/>
                  </a:moveTo>
                  <a:lnTo>
                    <a:pt x="9753600" y="4054475"/>
                  </a:lnTo>
                  <a:lnTo>
                    <a:pt x="9753600" y="4003675"/>
                  </a:lnTo>
                  <a:close/>
                  <a:moveTo>
                    <a:pt x="9753600" y="4122166"/>
                  </a:moveTo>
                  <a:lnTo>
                    <a:pt x="9753600" y="4172966"/>
                  </a:lnTo>
                  <a:lnTo>
                    <a:pt x="9753600" y="4122166"/>
                  </a:lnTo>
                  <a:close/>
                  <a:moveTo>
                    <a:pt x="9753600" y="4240657"/>
                  </a:moveTo>
                  <a:lnTo>
                    <a:pt x="9753600" y="4291457"/>
                  </a:lnTo>
                  <a:lnTo>
                    <a:pt x="9753600" y="4240657"/>
                  </a:lnTo>
                  <a:close/>
                  <a:moveTo>
                    <a:pt x="9753600" y="4359148"/>
                  </a:moveTo>
                  <a:lnTo>
                    <a:pt x="9753600" y="4409948"/>
                  </a:lnTo>
                  <a:lnTo>
                    <a:pt x="9753600" y="4359148"/>
                  </a:lnTo>
                  <a:close/>
                  <a:moveTo>
                    <a:pt x="9753600" y="4477639"/>
                  </a:moveTo>
                  <a:lnTo>
                    <a:pt x="9753600" y="4528439"/>
                  </a:lnTo>
                  <a:lnTo>
                    <a:pt x="9753600" y="4477639"/>
                  </a:lnTo>
                  <a:close/>
                  <a:moveTo>
                    <a:pt x="9753600" y="4596130"/>
                  </a:moveTo>
                  <a:lnTo>
                    <a:pt x="9753600" y="4646930"/>
                  </a:lnTo>
                  <a:lnTo>
                    <a:pt x="9753600" y="4596130"/>
                  </a:lnTo>
                  <a:close/>
                  <a:moveTo>
                    <a:pt x="9753600" y="4714621"/>
                  </a:moveTo>
                  <a:lnTo>
                    <a:pt x="9753600" y="4765421"/>
                  </a:lnTo>
                  <a:lnTo>
                    <a:pt x="9753600" y="4714621"/>
                  </a:lnTo>
                  <a:close/>
                  <a:moveTo>
                    <a:pt x="9753600" y="4833112"/>
                  </a:moveTo>
                  <a:lnTo>
                    <a:pt x="9753600" y="4883912"/>
                  </a:lnTo>
                  <a:lnTo>
                    <a:pt x="9753600" y="4833112"/>
                  </a:lnTo>
                  <a:close/>
                  <a:moveTo>
                    <a:pt x="9753600" y="4951603"/>
                  </a:moveTo>
                  <a:lnTo>
                    <a:pt x="9753600" y="5002403"/>
                  </a:lnTo>
                  <a:lnTo>
                    <a:pt x="9753600" y="4951603"/>
                  </a:lnTo>
                  <a:close/>
                  <a:moveTo>
                    <a:pt x="9753600" y="5070094"/>
                  </a:moveTo>
                  <a:lnTo>
                    <a:pt x="9753600" y="5120894"/>
                  </a:lnTo>
                  <a:lnTo>
                    <a:pt x="9753600" y="5070094"/>
                  </a:lnTo>
                  <a:close/>
                  <a:moveTo>
                    <a:pt x="9753600" y="5188585"/>
                  </a:moveTo>
                  <a:lnTo>
                    <a:pt x="9753600" y="5239385"/>
                  </a:lnTo>
                  <a:lnTo>
                    <a:pt x="9753600" y="5188585"/>
                  </a:lnTo>
                  <a:close/>
                  <a:moveTo>
                    <a:pt x="9753600" y="5307076"/>
                  </a:moveTo>
                  <a:lnTo>
                    <a:pt x="9753600" y="5357876"/>
                  </a:lnTo>
                  <a:lnTo>
                    <a:pt x="9753600" y="5307076"/>
                  </a:lnTo>
                  <a:close/>
                  <a:moveTo>
                    <a:pt x="9753600" y="5425567"/>
                  </a:moveTo>
                  <a:lnTo>
                    <a:pt x="9753600" y="5476367"/>
                  </a:lnTo>
                  <a:lnTo>
                    <a:pt x="9753600" y="5425567"/>
                  </a:lnTo>
                  <a:close/>
                  <a:moveTo>
                    <a:pt x="9753600" y="5544058"/>
                  </a:moveTo>
                  <a:lnTo>
                    <a:pt x="9753600" y="5594858"/>
                  </a:lnTo>
                  <a:lnTo>
                    <a:pt x="9753600" y="5544058"/>
                  </a:lnTo>
                  <a:close/>
                  <a:moveTo>
                    <a:pt x="9753600" y="5662549"/>
                  </a:moveTo>
                  <a:lnTo>
                    <a:pt x="9753600" y="5713349"/>
                  </a:lnTo>
                  <a:lnTo>
                    <a:pt x="9753600" y="5662549"/>
                  </a:lnTo>
                  <a:close/>
                  <a:moveTo>
                    <a:pt x="9753600" y="5781040"/>
                  </a:moveTo>
                  <a:lnTo>
                    <a:pt x="9753600" y="5831840"/>
                  </a:lnTo>
                  <a:lnTo>
                    <a:pt x="9753600" y="5781040"/>
                  </a:lnTo>
                  <a:close/>
                  <a:moveTo>
                    <a:pt x="9753600" y="5899531"/>
                  </a:moveTo>
                  <a:lnTo>
                    <a:pt x="9753600" y="5950331"/>
                  </a:lnTo>
                  <a:lnTo>
                    <a:pt x="9753600" y="5899531"/>
                  </a:lnTo>
                  <a:close/>
                  <a:moveTo>
                    <a:pt x="9753600" y="6018022"/>
                  </a:moveTo>
                  <a:lnTo>
                    <a:pt x="9753600" y="6068822"/>
                  </a:lnTo>
                  <a:lnTo>
                    <a:pt x="9753600" y="6018022"/>
                  </a:lnTo>
                  <a:close/>
                  <a:moveTo>
                    <a:pt x="9753600" y="6136513"/>
                  </a:moveTo>
                  <a:lnTo>
                    <a:pt x="9753600" y="6187313"/>
                  </a:lnTo>
                  <a:lnTo>
                    <a:pt x="9753600" y="6136513"/>
                  </a:lnTo>
                  <a:close/>
                  <a:moveTo>
                    <a:pt x="9753600" y="6255004"/>
                  </a:moveTo>
                  <a:lnTo>
                    <a:pt x="9753600" y="6305804"/>
                  </a:lnTo>
                  <a:lnTo>
                    <a:pt x="9753600" y="6255004"/>
                  </a:lnTo>
                  <a:close/>
                  <a:moveTo>
                    <a:pt x="9753600" y="6373495"/>
                  </a:moveTo>
                  <a:lnTo>
                    <a:pt x="9753600" y="6424295"/>
                  </a:lnTo>
                  <a:lnTo>
                    <a:pt x="9753600" y="6373495"/>
                  </a:lnTo>
                  <a:close/>
                  <a:moveTo>
                    <a:pt x="9753600" y="6491986"/>
                  </a:moveTo>
                  <a:lnTo>
                    <a:pt x="9753600" y="6542786"/>
                  </a:lnTo>
                  <a:lnTo>
                    <a:pt x="9753600" y="6491986"/>
                  </a:lnTo>
                  <a:close/>
                  <a:moveTo>
                    <a:pt x="9753600" y="6610477"/>
                  </a:moveTo>
                  <a:lnTo>
                    <a:pt x="9753600" y="6661277"/>
                  </a:lnTo>
                  <a:lnTo>
                    <a:pt x="9753600" y="6610477"/>
                  </a:lnTo>
                  <a:close/>
                  <a:moveTo>
                    <a:pt x="9753600" y="6728968"/>
                  </a:moveTo>
                  <a:lnTo>
                    <a:pt x="9753600" y="6779768"/>
                  </a:lnTo>
                  <a:lnTo>
                    <a:pt x="9753600" y="6728968"/>
                  </a:lnTo>
                  <a:close/>
                  <a:moveTo>
                    <a:pt x="9753600" y="6847459"/>
                  </a:moveTo>
                  <a:lnTo>
                    <a:pt x="9753600" y="6898259"/>
                  </a:lnTo>
                  <a:lnTo>
                    <a:pt x="9753600" y="6847459"/>
                  </a:lnTo>
                  <a:close/>
                  <a:moveTo>
                    <a:pt x="9753600" y="6965950"/>
                  </a:moveTo>
                  <a:lnTo>
                    <a:pt x="9753600" y="7016750"/>
                  </a:lnTo>
                  <a:lnTo>
                    <a:pt x="9753600" y="6965950"/>
                  </a:lnTo>
                  <a:close/>
                  <a:moveTo>
                    <a:pt x="9753600" y="7084441"/>
                  </a:moveTo>
                  <a:lnTo>
                    <a:pt x="9753600" y="7135241"/>
                  </a:lnTo>
                  <a:lnTo>
                    <a:pt x="9753600" y="7084441"/>
                  </a:lnTo>
                  <a:close/>
                  <a:moveTo>
                    <a:pt x="9753600" y="7202932"/>
                  </a:moveTo>
                  <a:lnTo>
                    <a:pt x="9753600" y="7253732"/>
                  </a:lnTo>
                  <a:lnTo>
                    <a:pt x="9753600" y="7202932"/>
                  </a:lnTo>
                  <a:close/>
                  <a:moveTo>
                    <a:pt x="9753600" y="7321423"/>
                  </a:moveTo>
                  <a:lnTo>
                    <a:pt x="9753600" y="7372223"/>
                  </a:lnTo>
                  <a:lnTo>
                    <a:pt x="9753600" y="7321423"/>
                  </a:lnTo>
                  <a:close/>
                  <a:moveTo>
                    <a:pt x="9753600" y="7439914"/>
                  </a:moveTo>
                  <a:lnTo>
                    <a:pt x="9753600" y="7490714"/>
                  </a:lnTo>
                  <a:lnTo>
                    <a:pt x="9753600" y="7439914"/>
                  </a:lnTo>
                  <a:close/>
                  <a:moveTo>
                    <a:pt x="9753600" y="7558405"/>
                  </a:moveTo>
                  <a:lnTo>
                    <a:pt x="9753600" y="7609205"/>
                  </a:lnTo>
                  <a:lnTo>
                    <a:pt x="9753600" y="7558405"/>
                  </a:lnTo>
                  <a:close/>
                  <a:moveTo>
                    <a:pt x="9753600" y="7676896"/>
                  </a:moveTo>
                  <a:lnTo>
                    <a:pt x="9753600" y="7727696"/>
                  </a:lnTo>
                  <a:lnTo>
                    <a:pt x="9753600" y="7676896"/>
                  </a:lnTo>
                  <a:close/>
                  <a:moveTo>
                    <a:pt x="9753600" y="7795387"/>
                  </a:moveTo>
                  <a:lnTo>
                    <a:pt x="9753600" y="7846187"/>
                  </a:lnTo>
                  <a:lnTo>
                    <a:pt x="9753600" y="7795387"/>
                  </a:lnTo>
                  <a:close/>
                  <a:moveTo>
                    <a:pt x="9753600" y="7913878"/>
                  </a:moveTo>
                  <a:lnTo>
                    <a:pt x="9753600" y="7964678"/>
                  </a:lnTo>
                  <a:lnTo>
                    <a:pt x="9753600" y="7913878"/>
                  </a:lnTo>
                  <a:close/>
                  <a:moveTo>
                    <a:pt x="9753600" y="8032369"/>
                  </a:moveTo>
                  <a:lnTo>
                    <a:pt x="9753600" y="8083169"/>
                  </a:lnTo>
                  <a:lnTo>
                    <a:pt x="9753600" y="8032369"/>
                  </a:lnTo>
                  <a:close/>
                  <a:moveTo>
                    <a:pt x="9753600" y="8150860"/>
                  </a:moveTo>
                  <a:lnTo>
                    <a:pt x="9753600" y="8201660"/>
                  </a:lnTo>
                  <a:lnTo>
                    <a:pt x="9753600" y="8150860"/>
                  </a:lnTo>
                  <a:close/>
                  <a:moveTo>
                    <a:pt x="9753600" y="8269351"/>
                  </a:moveTo>
                  <a:lnTo>
                    <a:pt x="9753600" y="8320151"/>
                  </a:lnTo>
                  <a:lnTo>
                    <a:pt x="9753600" y="8269351"/>
                  </a:lnTo>
                  <a:close/>
                  <a:moveTo>
                    <a:pt x="9753600" y="8387842"/>
                  </a:moveTo>
                  <a:lnTo>
                    <a:pt x="9753600" y="8438642"/>
                  </a:lnTo>
                  <a:lnTo>
                    <a:pt x="9753600" y="8387842"/>
                  </a:lnTo>
                  <a:close/>
                  <a:moveTo>
                    <a:pt x="9753600" y="8506333"/>
                  </a:moveTo>
                  <a:lnTo>
                    <a:pt x="9753600" y="8557133"/>
                  </a:lnTo>
                  <a:lnTo>
                    <a:pt x="9753600" y="8506333"/>
                  </a:lnTo>
                  <a:close/>
                  <a:moveTo>
                    <a:pt x="9753600" y="8624824"/>
                  </a:moveTo>
                  <a:lnTo>
                    <a:pt x="9753600" y="8675624"/>
                  </a:lnTo>
                  <a:lnTo>
                    <a:pt x="9753600" y="8624824"/>
                  </a:lnTo>
                  <a:close/>
                  <a:moveTo>
                    <a:pt x="9753600" y="8743315"/>
                  </a:moveTo>
                  <a:lnTo>
                    <a:pt x="9753600" y="8794115"/>
                  </a:lnTo>
                  <a:lnTo>
                    <a:pt x="9753600" y="8743315"/>
                  </a:lnTo>
                  <a:close/>
                  <a:moveTo>
                    <a:pt x="9753600" y="8861806"/>
                  </a:moveTo>
                  <a:lnTo>
                    <a:pt x="9753600" y="8912606"/>
                  </a:lnTo>
                  <a:lnTo>
                    <a:pt x="9753600" y="8861806"/>
                  </a:lnTo>
                  <a:close/>
                  <a:moveTo>
                    <a:pt x="9753600" y="8980297"/>
                  </a:moveTo>
                  <a:lnTo>
                    <a:pt x="9753600" y="9031097"/>
                  </a:lnTo>
                  <a:lnTo>
                    <a:pt x="9753600" y="8980297"/>
                  </a:lnTo>
                  <a:close/>
                  <a:moveTo>
                    <a:pt x="9753600" y="9098788"/>
                  </a:moveTo>
                  <a:lnTo>
                    <a:pt x="9753600" y="9149588"/>
                  </a:lnTo>
                  <a:lnTo>
                    <a:pt x="9753600" y="9098788"/>
                  </a:lnTo>
                  <a:close/>
                  <a:moveTo>
                    <a:pt x="9753600" y="9217279"/>
                  </a:moveTo>
                  <a:lnTo>
                    <a:pt x="9753600" y="9268079"/>
                  </a:lnTo>
                  <a:lnTo>
                    <a:pt x="9753600" y="9217279"/>
                  </a:lnTo>
                  <a:close/>
                  <a:moveTo>
                    <a:pt x="9753600" y="9335770"/>
                  </a:moveTo>
                  <a:lnTo>
                    <a:pt x="9753600" y="9386570"/>
                  </a:lnTo>
                  <a:lnTo>
                    <a:pt x="9753600" y="9335770"/>
                  </a:lnTo>
                  <a:close/>
                  <a:moveTo>
                    <a:pt x="9753600" y="9454261"/>
                  </a:moveTo>
                  <a:lnTo>
                    <a:pt x="9753600" y="9505061"/>
                  </a:lnTo>
                  <a:lnTo>
                    <a:pt x="9753600" y="9454261"/>
                  </a:lnTo>
                  <a:close/>
                  <a:moveTo>
                    <a:pt x="9753600" y="9572752"/>
                  </a:moveTo>
                  <a:lnTo>
                    <a:pt x="9753600" y="9623552"/>
                  </a:lnTo>
                  <a:lnTo>
                    <a:pt x="9753600" y="9572752"/>
                  </a:lnTo>
                  <a:close/>
                  <a:moveTo>
                    <a:pt x="9753600" y="9691243"/>
                  </a:moveTo>
                  <a:lnTo>
                    <a:pt x="9753600" y="9742043"/>
                  </a:lnTo>
                  <a:lnTo>
                    <a:pt x="9753600" y="9691243"/>
                  </a:lnTo>
                  <a:close/>
                  <a:moveTo>
                    <a:pt x="9753600" y="9809734"/>
                  </a:moveTo>
                  <a:lnTo>
                    <a:pt x="9753600" y="9860534"/>
                  </a:lnTo>
                  <a:lnTo>
                    <a:pt x="9753600" y="9809734"/>
                  </a:lnTo>
                  <a:close/>
                  <a:moveTo>
                    <a:pt x="9753600" y="9928225"/>
                  </a:moveTo>
                  <a:lnTo>
                    <a:pt x="9753600" y="9979025"/>
                  </a:lnTo>
                  <a:lnTo>
                    <a:pt x="9753600" y="9928225"/>
                  </a:lnTo>
                  <a:close/>
                  <a:moveTo>
                    <a:pt x="9753600" y="10046716"/>
                  </a:moveTo>
                  <a:lnTo>
                    <a:pt x="9753600" y="10097516"/>
                  </a:lnTo>
                  <a:lnTo>
                    <a:pt x="9753600" y="10046716"/>
                  </a:lnTo>
                  <a:close/>
                  <a:moveTo>
                    <a:pt x="9753600" y="10165207"/>
                  </a:moveTo>
                  <a:lnTo>
                    <a:pt x="9753600" y="10216007"/>
                  </a:lnTo>
                  <a:lnTo>
                    <a:pt x="9753600" y="10165207"/>
                  </a:lnTo>
                  <a:close/>
                  <a:moveTo>
                    <a:pt x="9753600" y="10283698"/>
                  </a:moveTo>
                  <a:lnTo>
                    <a:pt x="9753600" y="10334498"/>
                  </a:lnTo>
                  <a:lnTo>
                    <a:pt x="9753600" y="10283698"/>
                  </a:lnTo>
                  <a:close/>
                  <a:moveTo>
                    <a:pt x="9753600" y="10402189"/>
                  </a:moveTo>
                  <a:lnTo>
                    <a:pt x="9753600" y="10452989"/>
                  </a:lnTo>
                  <a:lnTo>
                    <a:pt x="9753600" y="10402189"/>
                  </a:lnTo>
                  <a:close/>
                  <a:moveTo>
                    <a:pt x="9753600" y="10520680"/>
                  </a:moveTo>
                  <a:lnTo>
                    <a:pt x="9753600" y="10571480"/>
                  </a:lnTo>
                  <a:lnTo>
                    <a:pt x="9753600" y="10520680"/>
                  </a:lnTo>
                  <a:close/>
                  <a:moveTo>
                    <a:pt x="9753600" y="10639171"/>
                  </a:moveTo>
                  <a:lnTo>
                    <a:pt x="9753600" y="10685272"/>
                  </a:lnTo>
                  <a:cubicBezTo>
                    <a:pt x="9753600" y="10689971"/>
                    <a:pt x="9749790" y="10693781"/>
                    <a:pt x="9745091" y="10693781"/>
                  </a:cubicBezTo>
                  <a:lnTo>
                    <a:pt x="9740392" y="10693781"/>
                  </a:lnTo>
                  <a:lnTo>
                    <a:pt x="9740392" y="10676890"/>
                  </a:lnTo>
                  <a:lnTo>
                    <a:pt x="9745091" y="10676890"/>
                  </a:lnTo>
                  <a:lnTo>
                    <a:pt x="9745091" y="10685399"/>
                  </a:lnTo>
                  <a:lnTo>
                    <a:pt x="9753600" y="10685399"/>
                  </a:lnTo>
                  <a:lnTo>
                    <a:pt x="9753600" y="10642600"/>
                  </a:lnTo>
                  <a:close/>
                  <a:moveTo>
                    <a:pt x="9672701" y="10697083"/>
                  </a:moveTo>
                  <a:lnTo>
                    <a:pt x="9621901" y="10697083"/>
                  </a:lnTo>
                  <a:lnTo>
                    <a:pt x="9621901" y="10680192"/>
                  </a:lnTo>
                  <a:lnTo>
                    <a:pt x="9672701" y="10680192"/>
                  </a:lnTo>
                  <a:close/>
                  <a:moveTo>
                    <a:pt x="9554210" y="10680192"/>
                  </a:moveTo>
                  <a:lnTo>
                    <a:pt x="9503410" y="10680192"/>
                  </a:lnTo>
                  <a:lnTo>
                    <a:pt x="9503410" y="10663301"/>
                  </a:lnTo>
                  <a:lnTo>
                    <a:pt x="9554210" y="10663301"/>
                  </a:lnTo>
                  <a:close/>
                  <a:moveTo>
                    <a:pt x="9435719" y="10663301"/>
                  </a:moveTo>
                  <a:lnTo>
                    <a:pt x="9384919" y="10663301"/>
                  </a:lnTo>
                  <a:lnTo>
                    <a:pt x="9384919" y="10646410"/>
                  </a:lnTo>
                  <a:lnTo>
                    <a:pt x="9435719" y="10646410"/>
                  </a:lnTo>
                  <a:close/>
                  <a:moveTo>
                    <a:pt x="9317228" y="10646410"/>
                  </a:moveTo>
                  <a:lnTo>
                    <a:pt x="9266428" y="10646410"/>
                  </a:lnTo>
                  <a:lnTo>
                    <a:pt x="9266428" y="10629519"/>
                  </a:lnTo>
                  <a:lnTo>
                    <a:pt x="9317228" y="10629519"/>
                  </a:lnTo>
                  <a:close/>
                  <a:moveTo>
                    <a:pt x="9198737" y="10629519"/>
                  </a:moveTo>
                  <a:lnTo>
                    <a:pt x="9147937" y="10629519"/>
                  </a:lnTo>
                  <a:lnTo>
                    <a:pt x="9147937" y="10612628"/>
                  </a:lnTo>
                  <a:lnTo>
                    <a:pt x="9198737" y="10612628"/>
                  </a:lnTo>
                  <a:close/>
                  <a:moveTo>
                    <a:pt x="9080246" y="10612628"/>
                  </a:moveTo>
                  <a:lnTo>
                    <a:pt x="9029446" y="10612628"/>
                  </a:lnTo>
                  <a:lnTo>
                    <a:pt x="9029446" y="10595737"/>
                  </a:lnTo>
                  <a:lnTo>
                    <a:pt x="9080246" y="10595737"/>
                  </a:lnTo>
                  <a:close/>
                  <a:moveTo>
                    <a:pt x="8961755" y="10595737"/>
                  </a:moveTo>
                  <a:lnTo>
                    <a:pt x="8910955" y="10595737"/>
                  </a:lnTo>
                  <a:lnTo>
                    <a:pt x="8910955" y="10578846"/>
                  </a:lnTo>
                  <a:lnTo>
                    <a:pt x="8961755" y="10578846"/>
                  </a:lnTo>
                  <a:close/>
                  <a:moveTo>
                    <a:pt x="8843264" y="10578846"/>
                  </a:moveTo>
                  <a:lnTo>
                    <a:pt x="8792464" y="10578846"/>
                  </a:lnTo>
                  <a:lnTo>
                    <a:pt x="8792464" y="10561955"/>
                  </a:lnTo>
                  <a:lnTo>
                    <a:pt x="8843264" y="10561955"/>
                  </a:lnTo>
                  <a:close/>
                  <a:moveTo>
                    <a:pt x="8724773" y="10561955"/>
                  </a:moveTo>
                  <a:lnTo>
                    <a:pt x="8673973" y="10561955"/>
                  </a:lnTo>
                  <a:lnTo>
                    <a:pt x="8673973" y="10545064"/>
                  </a:lnTo>
                  <a:lnTo>
                    <a:pt x="8724773" y="10545064"/>
                  </a:lnTo>
                  <a:close/>
                  <a:moveTo>
                    <a:pt x="8606282" y="10545064"/>
                  </a:moveTo>
                  <a:lnTo>
                    <a:pt x="8555482" y="10545064"/>
                  </a:lnTo>
                  <a:lnTo>
                    <a:pt x="8555482" y="10528173"/>
                  </a:lnTo>
                  <a:lnTo>
                    <a:pt x="8606282" y="10528173"/>
                  </a:lnTo>
                  <a:close/>
                  <a:moveTo>
                    <a:pt x="8487791" y="10528173"/>
                  </a:moveTo>
                  <a:lnTo>
                    <a:pt x="8436991" y="10528173"/>
                  </a:lnTo>
                  <a:lnTo>
                    <a:pt x="8436991" y="10511282"/>
                  </a:lnTo>
                  <a:lnTo>
                    <a:pt x="8487791" y="10511282"/>
                  </a:lnTo>
                  <a:close/>
                  <a:moveTo>
                    <a:pt x="8369300" y="10511282"/>
                  </a:moveTo>
                  <a:lnTo>
                    <a:pt x="8318500" y="10511282"/>
                  </a:lnTo>
                  <a:lnTo>
                    <a:pt x="8318500" y="10494391"/>
                  </a:lnTo>
                  <a:lnTo>
                    <a:pt x="8369300" y="10494391"/>
                  </a:lnTo>
                  <a:close/>
                  <a:moveTo>
                    <a:pt x="8250809" y="10494391"/>
                  </a:moveTo>
                  <a:lnTo>
                    <a:pt x="8200009" y="10494391"/>
                  </a:lnTo>
                  <a:lnTo>
                    <a:pt x="8200009" y="10477500"/>
                  </a:lnTo>
                  <a:lnTo>
                    <a:pt x="8250809" y="10477500"/>
                  </a:lnTo>
                  <a:close/>
                  <a:moveTo>
                    <a:pt x="8132318" y="10477500"/>
                  </a:moveTo>
                  <a:lnTo>
                    <a:pt x="8081518" y="10477500"/>
                  </a:lnTo>
                  <a:lnTo>
                    <a:pt x="8081518" y="10460609"/>
                  </a:lnTo>
                  <a:lnTo>
                    <a:pt x="8132318" y="10460609"/>
                  </a:lnTo>
                  <a:close/>
                  <a:moveTo>
                    <a:pt x="8013827" y="10460609"/>
                  </a:moveTo>
                  <a:lnTo>
                    <a:pt x="7963027" y="10460609"/>
                  </a:lnTo>
                  <a:lnTo>
                    <a:pt x="7963027" y="10443718"/>
                  </a:lnTo>
                  <a:lnTo>
                    <a:pt x="8013827" y="10443718"/>
                  </a:lnTo>
                  <a:close/>
                  <a:moveTo>
                    <a:pt x="7895336" y="10443718"/>
                  </a:moveTo>
                  <a:lnTo>
                    <a:pt x="7844536" y="10443718"/>
                  </a:lnTo>
                  <a:lnTo>
                    <a:pt x="7844536" y="10426827"/>
                  </a:lnTo>
                  <a:lnTo>
                    <a:pt x="7895336" y="10426827"/>
                  </a:lnTo>
                  <a:close/>
                  <a:moveTo>
                    <a:pt x="7776845" y="10426827"/>
                  </a:moveTo>
                  <a:lnTo>
                    <a:pt x="7726045" y="10426827"/>
                  </a:lnTo>
                  <a:lnTo>
                    <a:pt x="7726045" y="10409936"/>
                  </a:lnTo>
                  <a:lnTo>
                    <a:pt x="7776845" y="10409936"/>
                  </a:lnTo>
                  <a:close/>
                  <a:moveTo>
                    <a:pt x="7658354" y="10409936"/>
                  </a:moveTo>
                  <a:lnTo>
                    <a:pt x="7607554" y="10409936"/>
                  </a:lnTo>
                  <a:lnTo>
                    <a:pt x="7607554" y="10393045"/>
                  </a:lnTo>
                  <a:lnTo>
                    <a:pt x="7658354" y="10393045"/>
                  </a:lnTo>
                  <a:close/>
                  <a:moveTo>
                    <a:pt x="7539863" y="10393045"/>
                  </a:moveTo>
                  <a:lnTo>
                    <a:pt x="7489063" y="10393045"/>
                  </a:lnTo>
                  <a:lnTo>
                    <a:pt x="7489063" y="10376154"/>
                  </a:lnTo>
                  <a:lnTo>
                    <a:pt x="7539863" y="10376154"/>
                  </a:lnTo>
                  <a:close/>
                  <a:moveTo>
                    <a:pt x="7421372" y="10376154"/>
                  </a:moveTo>
                  <a:lnTo>
                    <a:pt x="7370572" y="10376154"/>
                  </a:lnTo>
                  <a:lnTo>
                    <a:pt x="7370572" y="10359263"/>
                  </a:lnTo>
                  <a:lnTo>
                    <a:pt x="7421372" y="10359263"/>
                  </a:lnTo>
                  <a:close/>
                  <a:moveTo>
                    <a:pt x="7302881" y="10359263"/>
                  </a:moveTo>
                  <a:lnTo>
                    <a:pt x="7252081" y="10359263"/>
                  </a:lnTo>
                  <a:lnTo>
                    <a:pt x="7252081" y="10342372"/>
                  </a:lnTo>
                  <a:lnTo>
                    <a:pt x="7302881" y="10342372"/>
                  </a:lnTo>
                  <a:close/>
                  <a:moveTo>
                    <a:pt x="7184390" y="10342372"/>
                  </a:moveTo>
                  <a:lnTo>
                    <a:pt x="7133590" y="10342372"/>
                  </a:lnTo>
                  <a:lnTo>
                    <a:pt x="7133590" y="10325481"/>
                  </a:lnTo>
                  <a:lnTo>
                    <a:pt x="7184390" y="10325481"/>
                  </a:lnTo>
                  <a:close/>
                  <a:moveTo>
                    <a:pt x="7065899" y="10325481"/>
                  </a:moveTo>
                  <a:lnTo>
                    <a:pt x="7015099" y="10325481"/>
                  </a:lnTo>
                  <a:lnTo>
                    <a:pt x="7015099" y="10308590"/>
                  </a:lnTo>
                  <a:lnTo>
                    <a:pt x="7065899" y="10308590"/>
                  </a:lnTo>
                  <a:close/>
                  <a:moveTo>
                    <a:pt x="6947408" y="10308590"/>
                  </a:moveTo>
                  <a:lnTo>
                    <a:pt x="6896608" y="10308590"/>
                  </a:lnTo>
                  <a:lnTo>
                    <a:pt x="6896608" y="10291699"/>
                  </a:lnTo>
                  <a:lnTo>
                    <a:pt x="6947408" y="10291699"/>
                  </a:lnTo>
                  <a:close/>
                  <a:moveTo>
                    <a:pt x="6828917" y="10291699"/>
                  </a:moveTo>
                  <a:lnTo>
                    <a:pt x="6778117" y="10291699"/>
                  </a:lnTo>
                  <a:lnTo>
                    <a:pt x="6778117" y="10274808"/>
                  </a:lnTo>
                  <a:lnTo>
                    <a:pt x="6828917" y="10274808"/>
                  </a:lnTo>
                  <a:close/>
                  <a:moveTo>
                    <a:pt x="6710426" y="10274808"/>
                  </a:moveTo>
                  <a:lnTo>
                    <a:pt x="6659626" y="10274808"/>
                  </a:lnTo>
                  <a:lnTo>
                    <a:pt x="6659626" y="10257917"/>
                  </a:lnTo>
                  <a:lnTo>
                    <a:pt x="6710426" y="10257917"/>
                  </a:lnTo>
                  <a:close/>
                  <a:moveTo>
                    <a:pt x="6591935" y="10257917"/>
                  </a:moveTo>
                  <a:lnTo>
                    <a:pt x="6541135" y="10257917"/>
                  </a:lnTo>
                  <a:lnTo>
                    <a:pt x="6541135" y="10241026"/>
                  </a:lnTo>
                  <a:lnTo>
                    <a:pt x="6591935" y="10241026"/>
                  </a:lnTo>
                  <a:close/>
                  <a:moveTo>
                    <a:pt x="6473444" y="10241026"/>
                  </a:moveTo>
                  <a:lnTo>
                    <a:pt x="6422644" y="10241026"/>
                  </a:lnTo>
                  <a:lnTo>
                    <a:pt x="6422644" y="10224135"/>
                  </a:lnTo>
                  <a:lnTo>
                    <a:pt x="6473444" y="10224135"/>
                  </a:lnTo>
                  <a:close/>
                  <a:moveTo>
                    <a:pt x="6354953" y="10224135"/>
                  </a:moveTo>
                  <a:lnTo>
                    <a:pt x="6304153" y="10224135"/>
                  </a:lnTo>
                  <a:lnTo>
                    <a:pt x="6304153" y="10207244"/>
                  </a:lnTo>
                  <a:lnTo>
                    <a:pt x="6354953" y="10207244"/>
                  </a:lnTo>
                  <a:close/>
                  <a:moveTo>
                    <a:pt x="6236462" y="10207244"/>
                  </a:moveTo>
                  <a:lnTo>
                    <a:pt x="6185662" y="10207244"/>
                  </a:lnTo>
                  <a:lnTo>
                    <a:pt x="6185662" y="10190353"/>
                  </a:lnTo>
                  <a:lnTo>
                    <a:pt x="6236462" y="10190353"/>
                  </a:lnTo>
                  <a:close/>
                  <a:moveTo>
                    <a:pt x="6117971" y="10190353"/>
                  </a:moveTo>
                  <a:lnTo>
                    <a:pt x="6067171" y="10190353"/>
                  </a:lnTo>
                  <a:lnTo>
                    <a:pt x="6067171" y="10173462"/>
                  </a:lnTo>
                  <a:lnTo>
                    <a:pt x="6117971" y="10173462"/>
                  </a:lnTo>
                  <a:close/>
                  <a:moveTo>
                    <a:pt x="5999480" y="10173462"/>
                  </a:moveTo>
                  <a:lnTo>
                    <a:pt x="5948680" y="10173462"/>
                  </a:lnTo>
                  <a:lnTo>
                    <a:pt x="5948680" y="10156571"/>
                  </a:lnTo>
                  <a:lnTo>
                    <a:pt x="5999480" y="10156571"/>
                  </a:lnTo>
                  <a:close/>
                  <a:moveTo>
                    <a:pt x="5880989" y="10156571"/>
                  </a:moveTo>
                  <a:lnTo>
                    <a:pt x="5830189" y="10156571"/>
                  </a:lnTo>
                  <a:lnTo>
                    <a:pt x="5830189" y="10139680"/>
                  </a:lnTo>
                  <a:lnTo>
                    <a:pt x="5880989" y="10139680"/>
                  </a:lnTo>
                  <a:close/>
                  <a:moveTo>
                    <a:pt x="5762498" y="10139680"/>
                  </a:moveTo>
                  <a:lnTo>
                    <a:pt x="5711698" y="10139680"/>
                  </a:lnTo>
                  <a:lnTo>
                    <a:pt x="5711698" y="10122789"/>
                  </a:lnTo>
                  <a:lnTo>
                    <a:pt x="5762498" y="10122789"/>
                  </a:lnTo>
                  <a:close/>
                  <a:moveTo>
                    <a:pt x="5644007" y="10122789"/>
                  </a:moveTo>
                  <a:lnTo>
                    <a:pt x="5593207" y="10122789"/>
                  </a:lnTo>
                  <a:lnTo>
                    <a:pt x="5593207" y="10105898"/>
                  </a:lnTo>
                  <a:lnTo>
                    <a:pt x="5644007" y="10105898"/>
                  </a:lnTo>
                  <a:close/>
                  <a:moveTo>
                    <a:pt x="5525516" y="10105898"/>
                  </a:moveTo>
                  <a:lnTo>
                    <a:pt x="5474716" y="10105898"/>
                  </a:lnTo>
                  <a:lnTo>
                    <a:pt x="5474716" y="10089007"/>
                  </a:lnTo>
                  <a:lnTo>
                    <a:pt x="5525516" y="10089007"/>
                  </a:lnTo>
                  <a:close/>
                  <a:moveTo>
                    <a:pt x="5407025" y="10089007"/>
                  </a:moveTo>
                  <a:lnTo>
                    <a:pt x="5356225" y="10089007"/>
                  </a:lnTo>
                  <a:lnTo>
                    <a:pt x="5356225" y="10072116"/>
                  </a:lnTo>
                  <a:lnTo>
                    <a:pt x="5407025" y="10072116"/>
                  </a:lnTo>
                  <a:close/>
                  <a:moveTo>
                    <a:pt x="5288534" y="10072116"/>
                  </a:moveTo>
                  <a:lnTo>
                    <a:pt x="5237734" y="10072116"/>
                  </a:lnTo>
                  <a:lnTo>
                    <a:pt x="5237734" y="10055225"/>
                  </a:lnTo>
                  <a:lnTo>
                    <a:pt x="5288534" y="10055225"/>
                  </a:lnTo>
                  <a:close/>
                  <a:moveTo>
                    <a:pt x="5170043" y="10055225"/>
                  </a:moveTo>
                  <a:lnTo>
                    <a:pt x="5119243" y="10055225"/>
                  </a:lnTo>
                  <a:lnTo>
                    <a:pt x="5119243" y="10038334"/>
                  </a:lnTo>
                  <a:lnTo>
                    <a:pt x="5170043" y="10038334"/>
                  </a:lnTo>
                  <a:close/>
                  <a:moveTo>
                    <a:pt x="5051552" y="10038334"/>
                  </a:moveTo>
                  <a:lnTo>
                    <a:pt x="5000752" y="10038334"/>
                  </a:lnTo>
                  <a:lnTo>
                    <a:pt x="5000752" y="10021443"/>
                  </a:lnTo>
                  <a:lnTo>
                    <a:pt x="5051552" y="10021443"/>
                  </a:lnTo>
                  <a:close/>
                  <a:moveTo>
                    <a:pt x="4933061" y="10021443"/>
                  </a:moveTo>
                  <a:lnTo>
                    <a:pt x="4882261" y="10021443"/>
                  </a:lnTo>
                  <a:lnTo>
                    <a:pt x="4882261" y="10004552"/>
                  </a:lnTo>
                  <a:lnTo>
                    <a:pt x="4933061" y="10004552"/>
                  </a:lnTo>
                  <a:close/>
                  <a:moveTo>
                    <a:pt x="4814570" y="10004552"/>
                  </a:moveTo>
                  <a:lnTo>
                    <a:pt x="4763770" y="10004552"/>
                  </a:lnTo>
                  <a:lnTo>
                    <a:pt x="4763770" y="9987661"/>
                  </a:lnTo>
                  <a:lnTo>
                    <a:pt x="4814570" y="9987661"/>
                  </a:lnTo>
                  <a:close/>
                  <a:moveTo>
                    <a:pt x="4696079" y="9987661"/>
                  </a:moveTo>
                  <a:lnTo>
                    <a:pt x="4645279" y="9987661"/>
                  </a:lnTo>
                  <a:lnTo>
                    <a:pt x="4645279" y="9970770"/>
                  </a:lnTo>
                  <a:lnTo>
                    <a:pt x="4696079" y="9970770"/>
                  </a:lnTo>
                  <a:close/>
                  <a:moveTo>
                    <a:pt x="4577588" y="9970770"/>
                  </a:moveTo>
                  <a:lnTo>
                    <a:pt x="4526788" y="9970770"/>
                  </a:lnTo>
                  <a:lnTo>
                    <a:pt x="4526788" y="9953879"/>
                  </a:lnTo>
                  <a:lnTo>
                    <a:pt x="4577588" y="9953879"/>
                  </a:lnTo>
                  <a:close/>
                  <a:moveTo>
                    <a:pt x="4459097" y="9953879"/>
                  </a:moveTo>
                  <a:lnTo>
                    <a:pt x="4408297" y="9953879"/>
                  </a:lnTo>
                  <a:lnTo>
                    <a:pt x="4408297" y="9936988"/>
                  </a:lnTo>
                  <a:lnTo>
                    <a:pt x="4459097" y="9936988"/>
                  </a:lnTo>
                  <a:close/>
                  <a:moveTo>
                    <a:pt x="4340606" y="9936988"/>
                  </a:moveTo>
                  <a:lnTo>
                    <a:pt x="4289806" y="9936988"/>
                  </a:lnTo>
                  <a:lnTo>
                    <a:pt x="4289806" y="9920097"/>
                  </a:lnTo>
                  <a:lnTo>
                    <a:pt x="4340606" y="9920097"/>
                  </a:lnTo>
                  <a:close/>
                  <a:moveTo>
                    <a:pt x="4222115" y="9920097"/>
                  </a:moveTo>
                  <a:lnTo>
                    <a:pt x="4171315" y="9920097"/>
                  </a:lnTo>
                  <a:lnTo>
                    <a:pt x="4171315" y="9903206"/>
                  </a:lnTo>
                  <a:lnTo>
                    <a:pt x="4222115" y="9903206"/>
                  </a:lnTo>
                  <a:close/>
                  <a:moveTo>
                    <a:pt x="4103624" y="9903206"/>
                  </a:moveTo>
                  <a:lnTo>
                    <a:pt x="4052824" y="9903206"/>
                  </a:lnTo>
                  <a:lnTo>
                    <a:pt x="4052824" y="9886315"/>
                  </a:lnTo>
                  <a:lnTo>
                    <a:pt x="4103624" y="9886315"/>
                  </a:lnTo>
                  <a:close/>
                  <a:moveTo>
                    <a:pt x="3985133" y="9886315"/>
                  </a:moveTo>
                  <a:lnTo>
                    <a:pt x="3934333" y="9886315"/>
                  </a:lnTo>
                  <a:lnTo>
                    <a:pt x="3934333" y="9869424"/>
                  </a:lnTo>
                  <a:lnTo>
                    <a:pt x="3985133" y="9869424"/>
                  </a:lnTo>
                  <a:close/>
                  <a:moveTo>
                    <a:pt x="3866642" y="9869424"/>
                  </a:moveTo>
                  <a:lnTo>
                    <a:pt x="3815842" y="9869424"/>
                  </a:lnTo>
                  <a:lnTo>
                    <a:pt x="3815842" y="9852533"/>
                  </a:lnTo>
                  <a:lnTo>
                    <a:pt x="3866642" y="9852533"/>
                  </a:lnTo>
                  <a:close/>
                  <a:moveTo>
                    <a:pt x="3748151" y="9852533"/>
                  </a:moveTo>
                  <a:lnTo>
                    <a:pt x="3697351" y="9852533"/>
                  </a:lnTo>
                  <a:lnTo>
                    <a:pt x="3697351" y="9835642"/>
                  </a:lnTo>
                  <a:lnTo>
                    <a:pt x="3748151" y="9835642"/>
                  </a:lnTo>
                  <a:close/>
                  <a:moveTo>
                    <a:pt x="3629660" y="9835642"/>
                  </a:moveTo>
                  <a:lnTo>
                    <a:pt x="3578860" y="9835642"/>
                  </a:lnTo>
                  <a:lnTo>
                    <a:pt x="3578860" y="9818751"/>
                  </a:lnTo>
                  <a:lnTo>
                    <a:pt x="3629660" y="9818751"/>
                  </a:lnTo>
                  <a:close/>
                  <a:moveTo>
                    <a:pt x="3511169" y="9818751"/>
                  </a:moveTo>
                  <a:lnTo>
                    <a:pt x="3460369" y="9818751"/>
                  </a:lnTo>
                  <a:lnTo>
                    <a:pt x="3460369" y="9801860"/>
                  </a:lnTo>
                  <a:lnTo>
                    <a:pt x="3511169" y="9801860"/>
                  </a:lnTo>
                  <a:close/>
                  <a:moveTo>
                    <a:pt x="3392678" y="9801860"/>
                  </a:moveTo>
                  <a:lnTo>
                    <a:pt x="3341878" y="9801860"/>
                  </a:lnTo>
                  <a:lnTo>
                    <a:pt x="3341878" y="9784969"/>
                  </a:lnTo>
                  <a:lnTo>
                    <a:pt x="3392678" y="9784969"/>
                  </a:lnTo>
                  <a:close/>
                  <a:moveTo>
                    <a:pt x="3274187" y="9784969"/>
                  </a:moveTo>
                  <a:lnTo>
                    <a:pt x="3223387" y="9784969"/>
                  </a:lnTo>
                  <a:lnTo>
                    <a:pt x="3223387" y="9768078"/>
                  </a:lnTo>
                  <a:lnTo>
                    <a:pt x="3274187" y="9768078"/>
                  </a:lnTo>
                  <a:close/>
                  <a:moveTo>
                    <a:pt x="3155696" y="9768078"/>
                  </a:moveTo>
                  <a:lnTo>
                    <a:pt x="3104896" y="9768078"/>
                  </a:lnTo>
                  <a:lnTo>
                    <a:pt x="3104896" y="9751187"/>
                  </a:lnTo>
                  <a:lnTo>
                    <a:pt x="3155696" y="9751187"/>
                  </a:lnTo>
                  <a:close/>
                  <a:moveTo>
                    <a:pt x="3037205" y="9751187"/>
                  </a:moveTo>
                  <a:lnTo>
                    <a:pt x="2986405" y="9751187"/>
                  </a:lnTo>
                  <a:lnTo>
                    <a:pt x="2986405" y="9734296"/>
                  </a:lnTo>
                  <a:lnTo>
                    <a:pt x="3037205" y="9734296"/>
                  </a:lnTo>
                  <a:close/>
                  <a:moveTo>
                    <a:pt x="2918714" y="9734296"/>
                  </a:moveTo>
                  <a:lnTo>
                    <a:pt x="2867914" y="9734296"/>
                  </a:lnTo>
                  <a:lnTo>
                    <a:pt x="2867914" y="9717405"/>
                  </a:lnTo>
                  <a:lnTo>
                    <a:pt x="2918714" y="9717405"/>
                  </a:lnTo>
                  <a:close/>
                  <a:moveTo>
                    <a:pt x="2800223" y="9717405"/>
                  </a:moveTo>
                  <a:lnTo>
                    <a:pt x="2749423" y="9717405"/>
                  </a:lnTo>
                  <a:lnTo>
                    <a:pt x="2749423" y="9700514"/>
                  </a:lnTo>
                  <a:lnTo>
                    <a:pt x="2800223" y="9700514"/>
                  </a:lnTo>
                  <a:close/>
                  <a:moveTo>
                    <a:pt x="2681732" y="9700514"/>
                  </a:moveTo>
                  <a:lnTo>
                    <a:pt x="2630932" y="9700514"/>
                  </a:lnTo>
                  <a:lnTo>
                    <a:pt x="2630932" y="9683623"/>
                  </a:lnTo>
                  <a:lnTo>
                    <a:pt x="2681732" y="9683623"/>
                  </a:lnTo>
                  <a:close/>
                  <a:moveTo>
                    <a:pt x="2563241" y="9683623"/>
                  </a:moveTo>
                  <a:lnTo>
                    <a:pt x="2512441" y="9683623"/>
                  </a:lnTo>
                  <a:lnTo>
                    <a:pt x="2512441" y="9666732"/>
                  </a:lnTo>
                  <a:lnTo>
                    <a:pt x="2563241" y="9666732"/>
                  </a:lnTo>
                  <a:close/>
                  <a:moveTo>
                    <a:pt x="2444750" y="9666732"/>
                  </a:moveTo>
                  <a:lnTo>
                    <a:pt x="2393950" y="9666732"/>
                  </a:lnTo>
                  <a:lnTo>
                    <a:pt x="2393950" y="9649841"/>
                  </a:lnTo>
                  <a:lnTo>
                    <a:pt x="2444750" y="9649841"/>
                  </a:lnTo>
                  <a:close/>
                  <a:moveTo>
                    <a:pt x="2326259" y="9649841"/>
                  </a:moveTo>
                  <a:lnTo>
                    <a:pt x="2275459" y="9649841"/>
                  </a:lnTo>
                  <a:lnTo>
                    <a:pt x="2275459" y="9632950"/>
                  </a:lnTo>
                  <a:lnTo>
                    <a:pt x="2326259" y="9632950"/>
                  </a:lnTo>
                  <a:close/>
                  <a:moveTo>
                    <a:pt x="2207768" y="9632950"/>
                  </a:moveTo>
                  <a:lnTo>
                    <a:pt x="2156968" y="9632950"/>
                  </a:lnTo>
                  <a:lnTo>
                    <a:pt x="2156968" y="9616059"/>
                  </a:lnTo>
                  <a:lnTo>
                    <a:pt x="2207768" y="9616059"/>
                  </a:lnTo>
                  <a:close/>
                  <a:moveTo>
                    <a:pt x="2089277" y="9616059"/>
                  </a:moveTo>
                  <a:lnTo>
                    <a:pt x="2038477" y="9616059"/>
                  </a:lnTo>
                  <a:lnTo>
                    <a:pt x="2038477" y="9599168"/>
                  </a:lnTo>
                  <a:lnTo>
                    <a:pt x="2089277" y="9599168"/>
                  </a:lnTo>
                  <a:close/>
                  <a:moveTo>
                    <a:pt x="1970786" y="9599168"/>
                  </a:moveTo>
                  <a:lnTo>
                    <a:pt x="1919986" y="9599168"/>
                  </a:lnTo>
                  <a:lnTo>
                    <a:pt x="1919986" y="9582277"/>
                  </a:lnTo>
                  <a:lnTo>
                    <a:pt x="1970786" y="9582277"/>
                  </a:lnTo>
                  <a:close/>
                  <a:moveTo>
                    <a:pt x="1852295" y="9582277"/>
                  </a:moveTo>
                  <a:lnTo>
                    <a:pt x="1801495" y="9582277"/>
                  </a:lnTo>
                  <a:lnTo>
                    <a:pt x="1801495" y="9565386"/>
                  </a:lnTo>
                  <a:lnTo>
                    <a:pt x="1852295" y="9565386"/>
                  </a:lnTo>
                  <a:close/>
                  <a:moveTo>
                    <a:pt x="1733804" y="9565386"/>
                  </a:moveTo>
                  <a:lnTo>
                    <a:pt x="1683004" y="9565386"/>
                  </a:lnTo>
                  <a:lnTo>
                    <a:pt x="1683004" y="9548495"/>
                  </a:lnTo>
                  <a:lnTo>
                    <a:pt x="1733804" y="9548495"/>
                  </a:lnTo>
                  <a:close/>
                  <a:moveTo>
                    <a:pt x="1615313" y="9548495"/>
                  </a:moveTo>
                  <a:lnTo>
                    <a:pt x="1564513" y="9548495"/>
                  </a:lnTo>
                  <a:lnTo>
                    <a:pt x="1564513" y="9531604"/>
                  </a:lnTo>
                  <a:lnTo>
                    <a:pt x="1615313" y="9531604"/>
                  </a:lnTo>
                  <a:close/>
                  <a:moveTo>
                    <a:pt x="1496822" y="9531604"/>
                  </a:moveTo>
                  <a:lnTo>
                    <a:pt x="1446022" y="9531604"/>
                  </a:lnTo>
                  <a:lnTo>
                    <a:pt x="1446022" y="9514713"/>
                  </a:lnTo>
                  <a:lnTo>
                    <a:pt x="1496822" y="9514713"/>
                  </a:lnTo>
                  <a:close/>
                  <a:moveTo>
                    <a:pt x="1378331" y="9514713"/>
                  </a:moveTo>
                  <a:lnTo>
                    <a:pt x="1327531" y="9514713"/>
                  </a:lnTo>
                  <a:lnTo>
                    <a:pt x="1327531" y="9497822"/>
                  </a:lnTo>
                  <a:lnTo>
                    <a:pt x="1378331" y="9497822"/>
                  </a:lnTo>
                  <a:close/>
                  <a:moveTo>
                    <a:pt x="1259840" y="9497822"/>
                  </a:moveTo>
                  <a:lnTo>
                    <a:pt x="1209040" y="9497822"/>
                  </a:lnTo>
                  <a:lnTo>
                    <a:pt x="1209040" y="9480931"/>
                  </a:lnTo>
                  <a:lnTo>
                    <a:pt x="1259840" y="9480931"/>
                  </a:lnTo>
                  <a:close/>
                  <a:moveTo>
                    <a:pt x="1141349" y="9480931"/>
                  </a:moveTo>
                  <a:lnTo>
                    <a:pt x="1090549" y="9480931"/>
                  </a:lnTo>
                  <a:lnTo>
                    <a:pt x="1090549" y="9464040"/>
                  </a:lnTo>
                  <a:lnTo>
                    <a:pt x="1141349" y="9464040"/>
                  </a:lnTo>
                  <a:close/>
                  <a:moveTo>
                    <a:pt x="1022858" y="9464040"/>
                  </a:moveTo>
                  <a:lnTo>
                    <a:pt x="972058" y="9464040"/>
                  </a:lnTo>
                  <a:lnTo>
                    <a:pt x="972058" y="9447149"/>
                  </a:lnTo>
                  <a:lnTo>
                    <a:pt x="1022858" y="9447149"/>
                  </a:lnTo>
                  <a:close/>
                  <a:moveTo>
                    <a:pt x="904367" y="9447149"/>
                  </a:moveTo>
                  <a:lnTo>
                    <a:pt x="853567" y="9447149"/>
                  </a:lnTo>
                  <a:lnTo>
                    <a:pt x="853567" y="9430258"/>
                  </a:lnTo>
                  <a:lnTo>
                    <a:pt x="904367" y="9430258"/>
                  </a:lnTo>
                  <a:close/>
                  <a:moveTo>
                    <a:pt x="785876" y="9430258"/>
                  </a:moveTo>
                  <a:lnTo>
                    <a:pt x="735076" y="9430258"/>
                  </a:lnTo>
                  <a:lnTo>
                    <a:pt x="735076" y="9413367"/>
                  </a:lnTo>
                  <a:lnTo>
                    <a:pt x="785876" y="9413367"/>
                  </a:lnTo>
                  <a:close/>
                  <a:moveTo>
                    <a:pt x="667385" y="9413367"/>
                  </a:moveTo>
                  <a:lnTo>
                    <a:pt x="616585" y="9413367"/>
                  </a:lnTo>
                  <a:lnTo>
                    <a:pt x="616585" y="9396476"/>
                  </a:lnTo>
                  <a:lnTo>
                    <a:pt x="667385" y="9396476"/>
                  </a:lnTo>
                  <a:close/>
                  <a:moveTo>
                    <a:pt x="548894" y="9396476"/>
                  </a:moveTo>
                  <a:lnTo>
                    <a:pt x="498094" y="9396476"/>
                  </a:lnTo>
                  <a:lnTo>
                    <a:pt x="498094" y="9379585"/>
                  </a:lnTo>
                  <a:lnTo>
                    <a:pt x="548894" y="9379585"/>
                  </a:lnTo>
                  <a:close/>
                  <a:moveTo>
                    <a:pt x="430403" y="9379585"/>
                  </a:moveTo>
                  <a:lnTo>
                    <a:pt x="379603" y="9379585"/>
                  </a:lnTo>
                  <a:lnTo>
                    <a:pt x="379603" y="9362694"/>
                  </a:lnTo>
                  <a:lnTo>
                    <a:pt x="430403" y="9362694"/>
                  </a:lnTo>
                  <a:close/>
                  <a:moveTo>
                    <a:pt x="311912" y="9362694"/>
                  </a:moveTo>
                  <a:lnTo>
                    <a:pt x="261112" y="9362694"/>
                  </a:lnTo>
                  <a:lnTo>
                    <a:pt x="261112" y="9345803"/>
                  </a:lnTo>
                  <a:lnTo>
                    <a:pt x="311912" y="9345803"/>
                  </a:lnTo>
                  <a:close/>
                  <a:moveTo>
                    <a:pt x="193421" y="9345803"/>
                  </a:moveTo>
                  <a:lnTo>
                    <a:pt x="142621" y="9345803"/>
                  </a:lnTo>
                  <a:lnTo>
                    <a:pt x="142621" y="9328912"/>
                  </a:lnTo>
                  <a:lnTo>
                    <a:pt x="193421" y="9328912"/>
                  </a:lnTo>
                  <a:close/>
                  <a:moveTo>
                    <a:pt x="74930" y="9328912"/>
                  </a:moveTo>
                  <a:lnTo>
                    <a:pt x="24130" y="9328912"/>
                  </a:lnTo>
                  <a:lnTo>
                    <a:pt x="24130" y="9312021"/>
                  </a:lnTo>
                  <a:lnTo>
                    <a:pt x="74930" y="9312021"/>
                  </a:lnTo>
                  <a:close/>
                  <a:moveTo>
                    <a:pt x="0" y="10650093"/>
                  </a:moveTo>
                  <a:lnTo>
                    <a:pt x="0" y="10599293"/>
                  </a:lnTo>
                  <a:lnTo>
                    <a:pt x="16891" y="10599293"/>
                  </a:lnTo>
                  <a:lnTo>
                    <a:pt x="16891" y="10650093"/>
                  </a:lnTo>
                  <a:close/>
                  <a:moveTo>
                    <a:pt x="16891" y="10531602"/>
                  </a:moveTo>
                  <a:lnTo>
                    <a:pt x="16891" y="10480802"/>
                  </a:lnTo>
                  <a:lnTo>
                    <a:pt x="16891" y="10531602"/>
                  </a:lnTo>
                  <a:close/>
                  <a:moveTo>
                    <a:pt x="16891" y="10413112"/>
                  </a:moveTo>
                  <a:lnTo>
                    <a:pt x="16891" y="10362312"/>
                  </a:lnTo>
                  <a:lnTo>
                    <a:pt x="16891" y="10413112"/>
                  </a:lnTo>
                  <a:close/>
                  <a:moveTo>
                    <a:pt x="16891" y="10294620"/>
                  </a:moveTo>
                  <a:lnTo>
                    <a:pt x="16891" y="10243820"/>
                  </a:lnTo>
                  <a:lnTo>
                    <a:pt x="16891" y="10294620"/>
                  </a:lnTo>
                  <a:close/>
                  <a:moveTo>
                    <a:pt x="16891" y="10176129"/>
                  </a:moveTo>
                  <a:lnTo>
                    <a:pt x="16891" y="10125329"/>
                  </a:lnTo>
                  <a:lnTo>
                    <a:pt x="16891" y="10176129"/>
                  </a:lnTo>
                  <a:close/>
                  <a:moveTo>
                    <a:pt x="16891" y="10057638"/>
                  </a:moveTo>
                  <a:lnTo>
                    <a:pt x="16891" y="10006838"/>
                  </a:lnTo>
                  <a:lnTo>
                    <a:pt x="16891" y="10057638"/>
                  </a:lnTo>
                  <a:close/>
                  <a:moveTo>
                    <a:pt x="16891" y="9939148"/>
                  </a:moveTo>
                  <a:lnTo>
                    <a:pt x="16891" y="9888348"/>
                  </a:lnTo>
                  <a:lnTo>
                    <a:pt x="16891" y="9939148"/>
                  </a:lnTo>
                  <a:close/>
                  <a:moveTo>
                    <a:pt x="16891" y="9820656"/>
                  </a:moveTo>
                  <a:lnTo>
                    <a:pt x="16891" y="9769856"/>
                  </a:lnTo>
                  <a:lnTo>
                    <a:pt x="16891" y="9820656"/>
                  </a:lnTo>
                  <a:close/>
                  <a:moveTo>
                    <a:pt x="16891" y="9702165"/>
                  </a:moveTo>
                  <a:lnTo>
                    <a:pt x="16891" y="9651365"/>
                  </a:lnTo>
                  <a:lnTo>
                    <a:pt x="16891" y="9702165"/>
                  </a:lnTo>
                  <a:close/>
                  <a:moveTo>
                    <a:pt x="16891" y="9583675"/>
                  </a:moveTo>
                  <a:lnTo>
                    <a:pt x="16891" y="9532875"/>
                  </a:lnTo>
                  <a:lnTo>
                    <a:pt x="16891" y="9583675"/>
                  </a:lnTo>
                  <a:close/>
                  <a:moveTo>
                    <a:pt x="16891" y="9465183"/>
                  </a:moveTo>
                  <a:lnTo>
                    <a:pt x="16891" y="9414383"/>
                  </a:lnTo>
                  <a:lnTo>
                    <a:pt x="16891" y="9465183"/>
                  </a:lnTo>
                  <a:close/>
                  <a:moveTo>
                    <a:pt x="16891" y="9346692"/>
                  </a:moveTo>
                  <a:lnTo>
                    <a:pt x="16891" y="9295892"/>
                  </a:lnTo>
                  <a:lnTo>
                    <a:pt x="16891" y="9346692"/>
                  </a:lnTo>
                  <a:close/>
                  <a:moveTo>
                    <a:pt x="16891" y="9228201"/>
                  </a:moveTo>
                  <a:lnTo>
                    <a:pt x="16891" y="9177401"/>
                  </a:lnTo>
                  <a:lnTo>
                    <a:pt x="16891" y="9228201"/>
                  </a:lnTo>
                  <a:close/>
                  <a:moveTo>
                    <a:pt x="16891" y="9109711"/>
                  </a:moveTo>
                  <a:lnTo>
                    <a:pt x="16891" y="9058911"/>
                  </a:lnTo>
                  <a:lnTo>
                    <a:pt x="16891" y="9109711"/>
                  </a:lnTo>
                  <a:close/>
                  <a:moveTo>
                    <a:pt x="16891" y="8991219"/>
                  </a:moveTo>
                  <a:lnTo>
                    <a:pt x="16891" y="8940419"/>
                  </a:lnTo>
                  <a:lnTo>
                    <a:pt x="16891" y="8991219"/>
                  </a:lnTo>
                  <a:close/>
                  <a:moveTo>
                    <a:pt x="16891" y="8872728"/>
                  </a:moveTo>
                  <a:lnTo>
                    <a:pt x="16891" y="8821928"/>
                  </a:lnTo>
                  <a:lnTo>
                    <a:pt x="16891" y="8872728"/>
                  </a:lnTo>
                  <a:close/>
                  <a:moveTo>
                    <a:pt x="16891" y="8754238"/>
                  </a:moveTo>
                  <a:lnTo>
                    <a:pt x="16891" y="8703438"/>
                  </a:lnTo>
                  <a:lnTo>
                    <a:pt x="16891" y="8754238"/>
                  </a:lnTo>
                  <a:close/>
                  <a:moveTo>
                    <a:pt x="16891" y="8635747"/>
                  </a:moveTo>
                  <a:lnTo>
                    <a:pt x="16891" y="8584947"/>
                  </a:lnTo>
                  <a:lnTo>
                    <a:pt x="16891" y="8635747"/>
                  </a:lnTo>
                  <a:close/>
                  <a:moveTo>
                    <a:pt x="16891" y="8517255"/>
                  </a:moveTo>
                  <a:lnTo>
                    <a:pt x="16891" y="8466455"/>
                  </a:lnTo>
                  <a:lnTo>
                    <a:pt x="16891" y="8517255"/>
                  </a:lnTo>
                  <a:close/>
                  <a:moveTo>
                    <a:pt x="16891" y="8398764"/>
                  </a:moveTo>
                  <a:lnTo>
                    <a:pt x="16891" y="8347964"/>
                  </a:lnTo>
                  <a:lnTo>
                    <a:pt x="16891" y="8398764"/>
                  </a:lnTo>
                  <a:close/>
                  <a:moveTo>
                    <a:pt x="16891" y="8280274"/>
                  </a:moveTo>
                  <a:lnTo>
                    <a:pt x="16891" y="8229474"/>
                  </a:lnTo>
                  <a:lnTo>
                    <a:pt x="16891" y="8280274"/>
                  </a:lnTo>
                  <a:close/>
                  <a:moveTo>
                    <a:pt x="16891" y="8161782"/>
                  </a:moveTo>
                  <a:lnTo>
                    <a:pt x="16891" y="8110982"/>
                  </a:lnTo>
                  <a:lnTo>
                    <a:pt x="16891" y="8161782"/>
                  </a:lnTo>
                  <a:close/>
                  <a:moveTo>
                    <a:pt x="16891" y="8043291"/>
                  </a:moveTo>
                  <a:lnTo>
                    <a:pt x="16891" y="7992491"/>
                  </a:lnTo>
                  <a:lnTo>
                    <a:pt x="16891" y="8043291"/>
                  </a:lnTo>
                  <a:close/>
                  <a:moveTo>
                    <a:pt x="16891" y="7924800"/>
                  </a:moveTo>
                  <a:lnTo>
                    <a:pt x="16891" y="7874000"/>
                  </a:lnTo>
                  <a:lnTo>
                    <a:pt x="16891" y="7924800"/>
                  </a:lnTo>
                  <a:close/>
                  <a:moveTo>
                    <a:pt x="16891" y="7806310"/>
                  </a:moveTo>
                  <a:lnTo>
                    <a:pt x="16891" y="7755510"/>
                  </a:lnTo>
                  <a:lnTo>
                    <a:pt x="16891" y="7806310"/>
                  </a:lnTo>
                  <a:close/>
                  <a:moveTo>
                    <a:pt x="16891" y="7687818"/>
                  </a:moveTo>
                  <a:lnTo>
                    <a:pt x="16891" y="7637018"/>
                  </a:lnTo>
                  <a:lnTo>
                    <a:pt x="16891" y="7687818"/>
                  </a:lnTo>
                  <a:close/>
                  <a:moveTo>
                    <a:pt x="16891" y="7569327"/>
                  </a:moveTo>
                  <a:lnTo>
                    <a:pt x="16891" y="7518527"/>
                  </a:lnTo>
                  <a:lnTo>
                    <a:pt x="16891" y="7569327"/>
                  </a:lnTo>
                  <a:close/>
                  <a:moveTo>
                    <a:pt x="16891" y="7450837"/>
                  </a:moveTo>
                  <a:lnTo>
                    <a:pt x="16891" y="7400037"/>
                  </a:lnTo>
                  <a:lnTo>
                    <a:pt x="16891" y="7450837"/>
                  </a:lnTo>
                  <a:close/>
                  <a:moveTo>
                    <a:pt x="16891" y="7332345"/>
                  </a:moveTo>
                  <a:lnTo>
                    <a:pt x="16891" y="7281545"/>
                  </a:lnTo>
                  <a:lnTo>
                    <a:pt x="16891" y="7332345"/>
                  </a:lnTo>
                  <a:close/>
                  <a:moveTo>
                    <a:pt x="16891" y="7213854"/>
                  </a:moveTo>
                  <a:lnTo>
                    <a:pt x="16891" y="7163054"/>
                  </a:lnTo>
                  <a:lnTo>
                    <a:pt x="16891" y="7213854"/>
                  </a:lnTo>
                  <a:close/>
                  <a:moveTo>
                    <a:pt x="16891" y="7095363"/>
                  </a:moveTo>
                  <a:lnTo>
                    <a:pt x="16891" y="7044563"/>
                  </a:lnTo>
                  <a:lnTo>
                    <a:pt x="16891" y="7095363"/>
                  </a:lnTo>
                  <a:close/>
                  <a:moveTo>
                    <a:pt x="16891" y="6976873"/>
                  </a:moveTo>
                  <a:lnTo>
                    <a:pt x="16891" y="6926073"/>
                  </a:lnTo>
                  <a:lnTo>
                    <a:pt x="16891" y="6976873"/>
                  </a:lnTo>
                  <a:close/>
                  <a:moveTo>
                    <a:pt x="16891" y="6858381"/>
                  </a:moveTo>
                  <a:lnTo>
                    <a:pt x="16891" y="6807581"/>
                  </a:lnTo>
                  <a:lnTo>
                    <a:pt x="16891" y="6858381"/>
                  </a:lnTo>
                  <a:close/>
                  <a:moveTo>
                    <a:pt x="16891" y="6739890"/>
                  </a:moveTo>
                  <a:lnTo>
                    <a:pt x="16891" y="6689090"/>
                  </a:lnTo>
                  <a:lnTo>
                    <a:pt x="16891" y="6739890"/>
                  </a:lnTo>
                  <a:close/>
                  <a:moveTo>
                    <a:pt x="16891" y="6621400"/>
                  </a:moveTo>
                  <a:lnTo>
                    <a:pt x="16891" y="6570600"/>
                  </a:lnTo>
                  <a:lnTo>
                    <a:pt x="16891" y="6621400"/>
                  </a:lnTo>
                  <a:close/>
                  <a:moveTo>
                    <a:pt x="16891" y="6502908"/>
                  </a:moveTo>
                  <a:lnTo>
                    <a:pt x="16891" y="6452108"/>
                  </a:lnTo>
                  <a:lnTo>
                    <a:pt x="16891" y="6502908"/>
                  </a:lnTo>
                  <a:close/>
                  <a:moveTo>
                    <a:pt x="16891" y="6384417"/>
                  </a:moveTo>
                  <a:lnTo>
                    <a:pt x="16891" y="6333617"/>
                  </a:lnTo>
                  <a:lnTo>
                    <a:pt x="16891" y="6384417"/>
                  </a:lnTo>
                  <a:close/>
                  <a:moveTo>
                    <a:pt x="16891" y="6265926"/>
                  </a:moveTo>
                  <a:lnTo>
                    <a:pt x="16891" y="6215126"/>
                  </a:lnTo>
                  <a:lnTo>
                    <a:pt x="16891" y="6265926"/>
                  </a:lnTo>
                  <a:close/>
                  <a:moveTo>
                    <a:pt x="16891" y="6147435"/>
                  </a:moveTo>
                  <a:lnTo>
                    <a:pt x="16891" y="6096635"/>
                  </a:lnTo>
                  <a:lnTo>
                    <a:pt x="16891" y="6147435"/>
                  </a:lnTo>
                  <a:close/>
                  <a:moveTo>
                    <a:pt x="16891" y="6028944"/>
                  </a:moveTo>
                  <a:lnTo>
                    <a:pt x="16891" y="5978144"/>
                  </a:lnTo>
                  <a:lnTo>
                    <a:pt x="16891" y="6028944"/>
                  </a:lnTo>
                  <a:close/>
                  <a:moveTo>
                    <a:pt x="16891" y="5910454"/>
                  </a:moveTo>
                  <a:lnTo>
                    <a:pt x="16891" y="5859654"/>
                  </a:lnTo>
                  <a:lnTo>
                    <a:pt x="16891" y="5910454"/>
                  </a:lnTo>
                  <a:close/>
                  <a:moveTo>
                    <a:pt x="16891" y="5791962"/>
                  </a:moveTo>
                  <a:lnTo>
                    <a:pt x="16891" y="5741162"/>
                  </a:lnTo>
                  <a:lnTo>
                    <a:pt x="16891" y="5791962"/>
                  </a:lnTo>
                  <a:close/>
                  <a:moveTo>
                    <a:pt x="16891" y="5673472"/>
                  </a:moveTo>
                  <a:lnTo>
                    <a:pt x="16891" y="5622672"/>
                  </a:lnTo>
                  <a:lnTo>
                    <a:pt x="16891" y="5673472"/>
                  </a:lnTo>
                  <a:close/>
                  <a:moveTo>
                    <a:pt x="16891" y="5554980"/>
                  </a:moveTo>
                  <a:lnTo>
                    <a:pt x="16891" y="5504180"/>
                  </a:lnTo>
                  <a:lnTo>
                    <a:pt x="16891" y="5554980"/>
                  </a:lnTo>
                  <a:close/>
                  <a:moveTo>
                    <a:pt x="16891" y="5436489"/>
                  </a:moveTo>
                  <a:lnTo>
                    <a:pt x="16891" y="5385689"/>
                  </a:lnTo>
                  <a:lnTo>
                    <a:pt x="16891" y="5436489"/>
                  </a:lnTo>
                  <a:close/>
                  <a:moveTo>
                    <a:pt x="16891" y="5317998"/>
                  </a:moveTo>
                  <a:lnTo>
                    <a:pt x="16891" y="5267198"/>
                  </a:lnTo>
                  <a:lnTo>
                    <a:pt x="16891" y="5317998"/>
                  </a:lnTo>
                  <a:close/>
                  <a:moveTo>
                    <a:pt x="16891" y="5199507"/>
                  </a:moveTo>
                  <a:lnTo>
                    <a:pt x="16891" y="5148707"/>
                  </a:lnTo>
                  <a:lnTo>
                    <a:pt x="16891" y="5199507"/>
                  </a:lnTo>
                  <a:close/>
                  <a:moveTo>
                    <a:pt x="16891" y="5081016"/>
                  </a:moveTo>
                  <a:lnTo>
                    <a:pt x="16891" y="5030216"/>
                  </a:lnTo>
                  <a:lnTo>
                    <a:pt x="16891" y="5081016"/>
                  </a:lnTo>
                  <a:close/>
                  <a:moveTo>
                    <a:pt x="16891" y="4962525"/>
                  </a:moveTo>
                  <a:lnTo>
                    <a:pt x="16891" y="4911725"/>
                  </a:lnTo>
                  <a:lnTo>
                    <a:pt x="16891" y="4962525"/>
                  </a:lnTo>
                  <a:close/>
                  <a:moveTo>
                    <a:pt x="16891" y="4844035"/>
                  </a:moveTo>
                  <a:lnTo>
                    <a:pt x="16891" y="4793235"/>
                  </a:lnTo>
                  <a:lnTo>
                    <a:pt x="16891" y="4844035"/>
                  </a:lnTo>
                  <a:close/>
                  <a:moveTo>
                    <a:pt x="16891" y="4725543"/>
                  </a:moveTo>
                  <a:lnTo>
                    <a:pt x="16891" y="4674743"/>
                  </a:lnTo>
                  <a:lnTo>
                    <a:pt x="16891" y="4725543"/>
                  </a:lnTo>
                  <a:close/>
                  <a:moveTo>
                    <a:pt x="16891" y="4607053"/>
                  </a:moveTo>
                  <a:lnTo>
                    <a:pt x="16891" y="4556253"/>
                  </a:lnTo>
                  <a:lnTo>
                    <a:pt x="16891" y="4607053"/>
                  </a:lnTo>
                  <a:close/>
                  <a:moveTo>
                    <a:pt x="16891" y="4488561"/>
                  </a:moveTo>
                  <a:lnTo>
                    <a:pt x="16891" y="4437761"/>
                  </a:lnTo>
                  <a:lnTo>
                    <a:pt x="16891" y="4488561"/>
                  </a:lnTo>
                  <a:close/>
                  <a:moveTo>
                    <a:pt x="16891" y="4370070"/>
                  </a:moveTo>
                  <a:lnTo>
                    <a:pt x="16891" y="4319270"/>
                  </a:lnTo>
                  <a:lnTo>
                    <a:pt x="16891" y="4370070"/>
                  </a:lnTo>
                  <a:close/>
                  <a:moveTo>
                    <a:pt x="16891" y="4251579"/>
                  </a:moveTo>
                  <a:lnTo>
                    <a:pt x="16891" y="4200779"/>
                  </a:lnTo>
                  <a:lnTo>
                    <a:pt x="16891" y="4251579"/>
                  </a:lnTo>
                  <a:close/>
                  <a:moveTo>
                    <a:pt x="16891" y="4133088"/>
                  </a:moveTo>
                  <a:lnTo>
                    <a:pt x="16891" y="4082288"/>
                  </a:lnTo>
                  <a:lnTo>
                    <a:pt x="16891" y="4133088"/>
                  </a:lnTo>
                  <a:close/>
                  <a:moveTo>
                    <a:pt x="16891" y="4014598"/>
                  </a:moveTo>
                  <a:lnTo>
                    <a:pt x="16891" y="3963798"/>
                  </a:lnTo>
                  <a:lnTo>
                    <a:pt x="16891" y="4014598"/>
                  </a:lnTo>
                  <a:close/>
                  <a:moveTo>
                    <a:pt x="16891" y="3896106"/>
                  </a:moveTo>
                  <a:lnTo>
                    <a:pt x="16891" y="3845306"/>
                  </a:lnTo>
                  <a:lnTo>
                    <a:pt x="16891" y="3896106"/>
                  </a:lnTo>
                  <a:close/>
                  <a:moveTo>
                    <a:pt x="16891" y="3777616"/>
                  </a:moveTo>
                  <a:lnTo>
                    <a:pt x="16891" y="3726816"/>
                  </a:lnTo>
                  <a:lnTo>
                    <a:pt x="16891" y="3777616"/>
                  </a:lnTo>
                  <a:close/>
                  <a:moveTo>
                    <a:pt x="16891" y="3659124"/>
                  </a:moveTo>
                  <a:lnTo>
                    <a:pt x="16891" y="3608324"/>
                  </a:lnTo>
                  <a:lnTo>
                    <a:pt x="16891" y="3659124"/>
                  </a:lnTo>
                  <a:close/>
                  <a:moveTo>
                    <a:pt x="16891" y="3540633"/>
                  </a:moveTo>
                  <a:lnTo>
                    <a:pt x="16891" y="3489833"/>
                  </a:lnTo>
                  <a:lnTo>
                    <a:pt x="16891" y="3540633"/>
                  </a:lnTo>
                  <a:close/>
                  <a:moveTo>
                    <a:pt x="16891" y="3422142"/>
                  </a:moveTo>
                  <a:lnTo>
                    <a:pt x="16891" y="3371342"/>
                  </a:lnTo>
                  <a:lnTo>
                    <a:pt x="16891" y="3422142"/>
                  </a:lnTo>
                  <a:close/>
                  <a:moveTo>
                    <a:pt x="16891" y="3303651"/>
                  </a:moveTo>
                  <a:lnTo>
                    <a:pt x="16891" y="3252851"/>
                  </a:lnTo>
                  <a:lnTo>
                    <a:pt x="16891" y="3303651"/>
                  </a:lnTo>
                  <a:close/>
                  <a:moveTo>
                    <a:pt x="16891" y="3185160"/>
                  </a:moveTo>
                  <a:lnTo>
                    <a:pt x="16891" y="3134360"/>
                  </a:lnTo>
                  <a:lnTo>
                    <a:pt x="16891" y="3185160"/>
                  </a:lnTo>
                  <a:close/>
                  <a:moveTo>
                    <a:pt x="16891" y="3066669"/>
                  </a:moveTo>
                  <a:lnTo>
                    <a:pt x="16891" y="3015869"/>
                  </a:lnTo>
                  <a:lnTo>
                    <a:pt x="16891" y="3066669"/>
                  </a:lnTo>
                  <a:close/>
                  <a:moveTo>
                    <a:pt x="16891" y="2948178"/>
                  </a:moveTo>
                  <a:lnTo>
                    <a:pt x="16891" y="2897378"/>
                  </a:lnTo>
                  <a:lnTo>
                    <a:pt x="16891" y="2948178"/>
                  </a:lnTo>
                  <a:close/>
                  <a:moveTo>
                    <a:pt x="16891" y="2829687"/>
                  </a:moveTo>
                  <a:lnTo>
                    <a:pt x="16891" y="2778887"/>
                  </a:lnTo>
                  <a:lnTo>
                    <a:pt x="16891" y="2829687"/>
                  </a:lnTo>
                  <a:close/>
                  <a:moveTo>
                    <a:pt x="16891" y="2711196"/>
                  </a:moveTo>
                  <a:lnTo>
                    <a:pt x="16891" y="2660396"/>
                  </a:lnTo>
                  <a:lnTo>
                    <a:pt x="16891" y="2711196"/>
                  </a:lnTo>
                  <a:close/>
                  <a:moveTo>
                    <a:pt x="16891" y="2592706"/>
                  </a:moveTo>
                  <a:lnTo>
                    <a:pt x="16891" y="2541906"/>
                  </a:lnTo>
                  <a:lnTo>
                    <a:pt x="16891" y="2592706"/>
                  </a:lnTo>
                  <a:close/>
                  <a:moveTo>
                    <a:pt x="16891" y="2474214"/>
                  </a:moveTo>
                  <a:lnTo>
                    <a:pt x="16891" y="2423414"/>
                  </a:lnTo>
                  <a:lnTo>
                    <a:pt x="16891" y="2474214"/>
                  </a:lnTo>
                  <a:close/>
                  <a:moveTo>
                    <a:pt x="16891" y="2355723"/>
                  </a:moveTo>
                  <a:lnTo>
                    <a:pt x="16891" y="2304923"/>
                  </a:lnTo>
                  <a:lnTo>
                    <a:pt x="16891" y="2355723"/>
                  </a:lnTo>
                  <a:close/>
                  <a:moveTo>
                    <a:pt x="16891" y="2237232"/>
                  </a:moveTo>
                  <a:lnTo>
                    <a:pt x="16891" y="2186432"/>
                  </a:lnTo>
                  <a:lnTo>
                    <a:pt x="16891" y="2237232"/>
                  </a:lnTo>
                  <a:close/>
                  <a:moveTo>
                    <a:pt x="16891" y="2118741"/>
                  </a:moveTo>
                  <a:lnTo>
                    <a:pt x="16891" y="2067941"/>
                  </a:lnTo>
                  <a:lnTo>
                    <a:pt x="16891" y="2118741"/>
                  </a:lnTo>
                  <a:close/>
                  <a:moveTo>
                    <a:pt x="16891" y="2000250"/>
                  </a:moveTo>
                  <a:lnTo>
                    <a:pt x="16891" y="1949450"/>
                  </a:lnTo>
                  <a:lnTo>
                    <a:pt x="16891" y="2000250"/>
                  </a:lnTo>
                  <a:close/>
                  <a:moveTo>
                    <a:pt x="16891" y="1881759"/>
                  </a:moveTo>
                  <a:lnTo>
                    <a:pt x="16891" y="1830959"/>
                  </a:lnTo>
                  <a:lnTo>
                    <a:pt x="16891" y="1881759"/>
                  </a:lnTo>
                  <a:close/>
                  <a:moveTo>
                    <a:pt x="16891" y="1763268"/>
                  </a:moveTo>
                  <a:lnTo>
                    <a:pt x="16891" y="1712468"/>
                  </a:lnTo>
                  <a:lnTo>
                    <a:pt x="16891" y="1763268"/>
                  </a:lnTo>
                  <a:close/>
                  <a:moveTo>
                    <a:pt x="16891" y="1644778"/>
                  </a:moveTo>
                  <a:lnTo>
                    <a:pt x="16891" y="1593977"/>
                  </a:lnTo>
                  <a:lnTo>
                    <a:pt x="16891" y="1644778"/>
                  </a:lnTo>
                  <a:close/>
                  <a:moveTo>
                    <a:pt x="16891" y="1526286"/>
                  </a:moveTo>
                  <a:lnTo>
                    <a:pt x="16891" y="1475486"/>
                  </a:lnTo>
                  <a:lnTo>
                    <a:pt x="16891" y="1526286"/>
                  </a:lnTo>
                  <a:close/>
                  <a:moveTo>
                    <a:pt x="16891" y="1407795"/>
                  </a:moveTo>
                  <a:lnTo>
                    <a:pt x="16891" y="1356995"/>
                  </a:lnTo>
                  <a:lnTo>
                    <a:pt x="16891" y="1407795"/>
                  </a:lnTo>
                  <a:close/>
                  <a:moveTo>
                    <a:pt x="16891" y="1289304"/>
                  </a:moveTo>
                  <a:lnTo>
                    <a:pt x="16891" y="1238504"/>
                  </a:lnTo>
                  <a:lnTo>
                    <a:pt x="16891" y="1289304"/>
                  </a:lnTo>
                  <a:close/>
                  <a:moveTo>
                    <a:pt x="16891" y="1170813"/>
                  </a:moveTo>
                  <a:lnTo>
                    <a:pt x="16891" y="1120013"/>
                  </a:lnTo>
                  <a:lnTo>
                    <a:pt x="16891" y="1170813"/>
                  </a:lnTo>
                  <a:close/>
                  <a:moveTo>
                    <a:pt x="16891" y="1052322"/>
                  </a:moveTo>
                  <a:lnTo>
                    <a:pt x="16891" y="1001522"/>
                  </a:lnTo>
                  <a:lnTo>
                    <a:pt x="16891" y="1052322"/>
                  </a:lnTo>
                  <a:close/>
                  <a:moveTo>
                    <a:pt x="16891" y="933831"/>
                  </a:moveTo>
                  <a:lnTo>
                    <a:pt x="16891" y="883031"/>
                  </a:lnTo>
                  <a:lnTo>
                    <a:pt x="16891" y="933831"/>
                  </a:lnTo>
                  <a:close/>
                  <a:moveTo>
                    <a:pt x="16891" y="815340"/>
                  </a:moveTo>
                  <a:lnTo>
                    <a:pt x="16891" y="764540"/>
                  </a:lnTo>
                  <a:lnTo>
                    <a:pt x="16891" y="815340"/>
                  </a:lnTo>
                  <a:close/>
                  <a:moveTo>
                    <a:pt x="16891" y="696849"/>
                  </a:moveTo>
                  <a:lnTo>
                    <a:pt x="16891" y="646049"/>
                  </a:lnTo>
                  <a:lnTo>
                    <a:pt x="16891" y="696849"/>
                  </a:lnTo>
                  <a:close/>
                  <a:moveTo>
                    <a:pt x="16891" y="578358"/>
                  </a:moveTo>
                  <a:lnTo>
                    <a:pt x="16891" y="527558"/>
                  </a:lnTo>
                  <a:lnTo>
                    <a:pt x="16891" y="578358"/>
                  </a:lnTo>
                  <a:close/>
                  <a:moveTo>
                    <a:pt x="16891" y="459867"/>
                  </a:moveTo>
                  <a:lnTo>
                    <a:pt x="16891" y="409067"/>
                  </a:lnTo>
                  <a:lnTo>
                    <a:pt x="16891" y="459867"/>
                  </a:lnTo>
                  <a:close/>
                  <a:moveTo>
                    <a:pt x="16891" y="341376"/>
                  </a:moveTo>
                  <a:lnTo>
                    <a:pt x="16891" y="290576"/>
                  </a:lnTo>
                  <a:lnTo>
                    <a:pt x="16891" y="341376"/>
                  </a:lnTo>
                  <a:close/>
                  <a:moveTo>
                    <a:pt x="16891" y="222885"/>
                  </a:moveTo>
                  <a:lnTo>
                    <a:pt x="16891" y="172085"/>
                  </a:lnTo>
                  <a:lnTo>
                    <a:pt x="16891" y="222885"/>
                  </a:lnTo>
                  <a:close/>
                  <a:moveTo>
                    <a:pt x="0" y="100584"/>
                  </a:moveTo>
                  <a:lnTo>
                    <a:pt x="0" y="49784"/>
                  </a:lnTo>
                  <a:lnTo>
                    <a:pt x="16891" y="49784"/>
                  </a:lnTo>
                  <a:lnTo>
                    <a:pt x="16891" y="100584"/>
                  </a:lnTo>
                  <a:close/>
                  <a:moveTo>
                    <a:pt x="8509" y="0"/>
                  </a:moveTo>
                  <a:lnTo>
                    <a:pt x="59309" y="0"/>
                  </a:lnTo>
                  <a:lnTo>
                    <a:pt x="59309" y="16891"/>
                  </a:lnTo>
                  <a:lnTo>
                    <a:pt x="8509" y="16891"/>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10" name="Group 17"/>
          <p:cNvGrpSpPr/>
          <p:nvPr/>
        </p:nvGrpSpPr>
        <p:grpSpPr>
          <a:xfrm>
            <a:off x="731520" y="1701720"/>
            <a:ext cx="9326520" cy="858240"/>
            <a:chOff x="731520" y="1701720"/>
            <a:chExt cx="9326520" cy="858240"/>
          </a:xfrm>
        </p:grpSpPr>
        <p:sp>
          <p:nvSpPr>
            <p:cNvPr id="1011" name="Freeform 18"/>
            <p:cNvSpPr/>
            <p:nvPr/>
          </p:nvSpPr>
          <p:spPr>
            <a:xfrm>
              <a:off x="731520" y="1737360"/>
              <a:ext cx="9326520" cy="822600"/>
            </a:xfrm>
            <a:custGeom>
              <a:avLst/>
              <a:gdLst>
                <a:gd name="textAreaLeft" fmla="*/ 0 w 9326520"/>
                <a:gd name="textAreaRight" fmla="*/ 9326880 w 9326520"/>
                <a:gd name="textAreaTop" fmla="*/ 0 h 822600"/>
                <a:gd name="textAreaBottom" fmla="*/ 822960 h 822600"/>
              </a:gdLst>
              <a:ahLst/>
              <a:rect l="textAreaLeft" t="textAreaTop" r="textAreaRight" b="textAreaBottom"/>
              <a:pathLst>
                <a:path w="12435840" h="1097280">
                  <a:moveTo>
                    <a:pt x="0" y="0"/>
                  </a:moveTo>
                  <a:lnTo>
                    <a:pt x="12435840" y="0"/>
                  </a:lnTo>
                  <a:lnTo>
                    <a:pt x="12435840" y="1097280"/>
                  </a:lnTo>
                  <a:lnTo>
                    <a:pt x="0" y="109728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12" name="TextBox 19"/>
            <p:cNvSpPr/>
            <p:nvPr/>
          </p:nvSpPr>
          <p:spPr>
            <a:xfrm>
              <a:off x="731520" y="1701720"/>
              <a:ext cx="9326520" cy="8582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0" i="1" lang="en-US" sz="2200" spc="-1" strike="noStrike">
                  <a:solidFill>
                    <a:srgbClr val="ffffff"/>
                  </a:solidFill>
                  <a:latin typeface="Calibri (MS) Italics"/>
                  <a:ea typeface="Calibri (MS) Italics"/>
                </a:rPr>
                <a:t>Of all the commodities in the WFP dataset, why did we choose rice as our focus?</a:t>
              </a:r>
              <a:endParaRPr b="0" lang="en-US" sz="2200" spc="-1" strike="noStrike">
                <a:solidFill>
                  <a:srgbClr val="ffffff"/>
                </a:solidFill>
                <a:latin typeface="Arial"/>
              </a:endParaRPr>
            </a:p>
          </p:txBody>
        </p:sp>
      </p:grpSp>
      <p:grpSp>
        <p:nvGrpSpPr>
          <p:cNvPr id="1013" name="Group 20"/>
          <p:cNvGrpSpPr/>
          <p:nvPr/>
        </p:nvGrpSpPr>
        <p:grpSpPr>
          <a:xfrm>
            <a:off x="725040" y="2700360"/>
            <a:ext cx="9339120" cy="2023920"/>
            <a:chOff x="725040" y="2700360"/>
            <a:chExt cx="9339120" cy="2023920"/>
          </a:xfrm>
        </p:grpSpPr>
        <p:sp>
          <p:nvSpPr>
            <p:cNvPr id="1014" name="Freeform 21"/>
            <p:cNvSpPr/>
            <p:nvPr/>
          </p:nvSpPr>
          <p:spPr>
            <a:xfrm>
              <a:off x="731520" y="2706480"/>
              <a:ext cx="9326520" cy="2011320"/>
            </a:xfrm>
            <a:custGeom>
              <a:avLst/>
              <a:gdLst>
                <a:gd name="textAreaLeft" fmla="*/ 0 w 9326520"/>
                <a:gd name="textAreaRight" fmla="*/ 9326880 w 9326520"/>
                <a:gd name="textAreaTop" fmla="*/ 0 h 2011320"/>
                <a:gd name="textAreaBottom" fmla="*/ 2011680 h 2011320"/>
              </a:gdLst>
              <a:ahLst/>
              <a:rect l="textAreaLeft" t="textAreaTop" r="textAreaRight" b="textAreaBottom"/>
              <a:pathLst>
                <a:path w="12435840" h="2682240">
                  <a:moveTo>
                    <a:pt x="0" y="0"/>
                  </a:moveTo>
                  <a:lnTo>
                    <a:pt x="12435840" y="0"/>
                  </a:lnTo>
                  <a:lnTo>
                    <a:pt x="12435840" y="2682240"/>
                  </a:lnTo>
                  <a:lnTo>
                    <a:pt x="0" y="268224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5" name="Freeform 22"/>
            <p:cNvSpPr/>
            <p:nvPr/>
          </p:nvSpPr>
          <p:spPr>
            <a:xfrm>
              <a:off x="725040" y="2700360"/>
              <a:ext cx="9339120" cy="2023920"/>
            </a:xfrm>
            <a:custGeom>
              <a:avLst/>
              <a:gdLst>
                <a:gd name="textAreaLeft" fmla="*/ 0 w 9339120"/>
                <a:gd name="textAreaRight" fmla="*/ 9339480 w 9339120"/>
                <a:gd name="textAreaTop" fmla="*/ 0 h 2023920"/>
                <a:gd name="textAreaBottom" fmla="*/ 2024280 h 2023920"/>
              </a:gdLst>
              <a:ahLst/>
              <a:rect l="textAreaLeft" t="textAreaTop" r="textAreaRight" b="textAreaBottom"/>
              <a:pathLst>
                <a:path w="12452858" h="2699258">
                  <a:moveTo>
                    <a:pt x="8509" y="0"/>
                  </a:moveTo>
                  <a:lnTo>
                    <a:pt x="12444349" y="0"/>
                  </a:lnTo>
                  <a:cubicBezTo>
                    <a:pt x="12449048" y="0"/>
                    <a:pt x="12452858" y="3810"/>
                    <a:pt x="12452858" y="8509"/>
                  </a:cubicBezTo>
                  <a:lnTo>
                    <a:pt x="12452858" y="2690749"/>
                  </a:lnTo>
                  <a:cubicBezTo>
                    <a:pt x="12452858" y="2695448"/>
                    <a:pt x="12449048" y="2699258"/>
                    <a:pt x="12444349" y="2699258"/>
                  </a:cubicBezTo>
                  <a:lnTo>
                    <a:pt x="8509" y="2699258"/>
                  </a:lnTo>
                  <a:cubicBezTo>
                    <a:pt x="3810" y="2699258"/>
                    <a:pt x="0" y="2695448"/>
                    <a:pt x="0" y="2690749"/>
                  </a:cubicBezTo>
                  <a:lnTo>
                    <a:pt x="0" y="8509"/>
                  </a:lnTo>
                  <a:cubicBezTo>
                    <a:pt x="0" y="3810"/>
                    <a:pt x="3810" y="0"/>
                    <a:pt x="8509" y="0"/>
                  </a:cubicBezTo>
                  <a:moveTo>
                    <a:pt x="8509" y="16891"/>
                  </a:moveTo>
                  <a:lnTo>
                    <a:pt x="8509" y="8509"/>
                  </a:lnTo>
                  <a:lnTo>
                    <a:pt x="17018" y="8509"/>
                  </a:lnTo>
                  <a:lnTo>
                    <a:pt x="17018" y="2690749"/>
                  </a:lnTo>
                  <a:lnTo>
                    <a:pt x="8509" y="2690749"/>
                  </a:lnTo>
                  <a:lnTo>
                    <a:pt x="8509" y="2682240"/>
                  </a:lnTo>
                  <a:lnTo>
                    <a:pt x="12444349" y="2682240"/>
                  </a:lnTo>
                  <a:lnTo>
                    <a:pt x="12444349" y="2690749"/>
                  </a:lnTo>
                  <a:lnTo>
                    <a:pt x="12435840" y="2690749"/>
                  </a:lnTo>
                  <a:lnTo>
                    <a:pt x="12435840" y="8509"/>
                  </a:lnTo>
                  <a:lnTo>
                    <a:pt x="12444349" y="8509"/>
                  </a:lnTo>
                  <a:lnTo>
                    <a:pt x="12444349"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016" name="Group 23"/>
          <p:cNvGrpSpPr/>
          <p:nvPr/>
        </p:nvGrpSpPr>
        <p:grpSpPr>
          <a:xfrm>
            <a:off x="718920" y="2693880"/>
            <a:ext cx="9351720" cy="116280"/>
            <a:chOff x="718920" y="2693880"/>
            <a:chExt cx="9351720" cy="116280"/>
          </a:xfrm>
        </p:grpSpPr>
        <p:sp>
          <p:nvSpPr>
            <p:cNvPr id="1017" name="Freeform 24"/>
            <p:cNvSpPr/>
            <p:nvPr/>
          </p:nvSpPr>
          <p:spPr>
            <a:xfrm>
              <a:off x="731520" y="2706480"/>
              <a:ext cx="9326520" cy="91080"/>
            </a:xfrm>
            <a:custGeom>
              <a:avLst/>
              <a:gdLst>
                <a:gd name="textAreaLeft" fmla="*/ 0 w 9326520"/>
                <a:gd name="textAreaRight" fmla="*/ 9326880 w 9326520"/>
                <a:gd name="textAreaTop" fmla="*/ 0 h 91080"/>
                <a:gd name="textAreaBottom" fmla="*/ 91440 h 91080"/>
              </a:gdLst>
              <a:ahLst/>
              <a:rect l="textAreaLeft" t="textAreaTop" r="textAreaRight" b="textAreaBottom"/>
              <a:pathLst>
                <a:path w="12435840" h="121920">
                  <a:moveTo>
                    <a:pt x="0" y="0"/>
                  </a:moveTo>
                  <a:lnTo>
                    <a:pt x="12435840" y="0"/>
                  </a:lnTo>
                  <a:lnTo>
                    <a:pt x="1243584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18" name="Freeform 25"/>
            <p:cNvSpPr/>
            <p:nvPr/>
          </p:nvSpPr>
          <p:spPr>
            <a:xfrm>
              <a:off x="718920" y="2693880"/>
              <a:ext cx="9351720" cy="116280"/>
            </a:xfrm>
            <a:custGeom>
              <a:avLst/>
              <a:gdLst>
                <a:gd name="textAreaLeft" fmla="*/ 0 w 9351720"/>
                <a:gd name="textAreaRight" fmla="*/ 9352080 w 9351720"/>
                <a:gd name="textAreaTop" fmla="*/ 0 h 116280"/>
                <a:gd name="textAreaBottom" fmla="*/ 116640 h 116280"/>
              </a:gdLst>
              <a:ahLst/>
              <a:rect l="textAreaLeft" t="textAreaTop" r="textAreaRight" b="textAreaBottom"/>
              <a:pathLst>
                <a:path w="12469622" h="155704">
                  <a:moveTo>
                    <a:pt x="16891" y="0"/>
                  </a:moveTo>
                  <a:lnTo>
                    <a:pt x="12452731" y="0"/>
                  </a:lnTo>
                  <a:cubicBezTo>
                    <a:pt x="12462129" y="0"/>
                    <a:pt x="12469622" y="7620"/>
                    <a:pt x="12469622" y="16891"/>
                  </a:cubicBezTo>
                  <a:lnTo>
                    <a:pt x="12469622" y="138811"/>
                  </a:lnTo>
                  <a:cubicBezTo>
                    <a:pt x="12469622" y="148209"/>
                    <a:pt x="12462002" y="155702"/>
                    <a:pt x="1245273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2452731" y="121920"/>
                  </a:lnTo>
                  <a:lnTo>
                    <a:pt x="12452731" y="138811"/>
                  </a:lnTo>
                  <a:lnTo>
                    <a:pt x="12435840" y="138811"/>
                  </a:lnTo>
                  <a:lnTo>
                    <a:pt x="12435840" y="16891"/>
                  </a:lnTo>
                  <a:lnTo>
                    <a:pt x="12452731" y="16891"/>
                  </a:lnTo>
                  <a:lnTo>
                    <a:pt x="124527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19" name="Group 26"/>
          <p:cNvGrpSpPr/>
          <p:nvPr/>
        </p:nvGrpSpPr>
        <p:grpSpPr>
          <a:xfrm>
            <a:off x="1005840" y="2845800"/>
            <a:ext cx="8777880" cy="738360"/>
            <a:chOff x="1005840" y="2845800"/>
            <a:chExt cx="8777880" cy="738360"/>
          </a:xfrm>
        </p:grpSpPr>
        <p:sp>
          <p:nvSpPr>
            <p:cNvPr id="1020" name="Freeform 27"/>
            <p:cNvSpPr/>
            <p:nvPr/>
          </p:nvSpPr>
          <p:spPr>
            <a:xfrm>
              <a:off x="1005840" y="2853000"/>
              <a:ext cx="8777880" cy="731160"/>
            </a:xfrm>
            <a:custGeom>
              <a:avLst/>
              <a:gdLst>
                <a:gd name="textAreaLeft" fmla="*/ 0 w 8777880"/>
                <a:gd name="textAreaRight" fmla="*/ 8778240 w 8777880"/>
                <a:gd name="textAreaTop" fmla="*/ 0 h 731160"/>
                <a:gd name="textAreaBottom" fmla="*/ 731520 h 731160"/>
              </a:gdLst>
              <a:ahLst/>
              <a:rect l="textAreaLeft" t="textAreaTop" r="textAreaRight" b="textAreaBottom"/>
              <a:pathLst>
                <a:path w="11704320" h="975360">
                  <a:moveTo>
                    <a:pt x="0" y="0"/>
                  </a:moveTo>
                  <a:lnTo>
                    <a:pt x="11704320" y="0"/>
                  </a:lnTo>
                  <a:lnTo>
                    <a:pt x="11704320" y="975360"/>
                  </a:lnTo>
                  <a:lnTo>
                    <a:pt x="0" y="97536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21" name="TextBox 28"/>
            <p:cNvSpPr/>
            <p:nvPr/>
          </p:nvSpPr>
          <p:spPr>
            <a:xfrm>
              <a:off x="1005840" y="2845800"/>
              <a:ext cx="8777880" cy="73836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A cultural staple, not just a commodity</a:t>
              </a:r>
              <a:endParaRPr b="0" lang="en-US" sz="2400" spc="-1" strike="noStrike">
                <a:solidFill>
                  <a:srgbClr val="ffffff"/>
                </a:solidFill>
                <a:latin typeface="Arial"/>
              </a:endParaRPr>
            </a:p>
          </p:txBody>
        </p:sp>
      </p:grpSp>
      <p:grpSp>
        <p:nvGrpSpPr>
          <p:cNvPr id="1022" name="Group 29"/>
          <p:cNvGrpSpPr/>
          <p:nvPr/>
        </p:nvGrpSpPr>
        <p:grpSpPr>
          <a:xfrm>
            <a:off x="1005840" y="3586320"/>
            <a:ext cx="8777880" cy="985320"/>
            <a:chOff x="1005840" y="3586320"/>
            <a:chExt cx="8777880" cy="985320"/>
          </a:xfrm>
        </p:grpSpPr>
        <p:sp>
          <p:nvSpPr>
            <p:cNvPr id="1023" name="Freeform 30"/>
            <p:cNvSpPr/>
            <p:nvPr/>
          </p:nvSpPr>
          <p:spPr>
            <a:xfrm>
              <a:off x="1005840" y="3657600"/>
              <a:ext cx="8777880" cy="914040"/>
            </a:xfrm>
            <a:custGeom>
              <a:avLst/>
              <a:gdLst>
                <a:gd name="textAreaLeft" fmla="*/ 0 w 8777880"/>
                <a:gd name="textAreaRight" fmla="*/ 8778240 w 8777880"/>
                <a:gd name="textAreaTop" fmla="*/ 0 h 914040"/>
                <a:gd name="textAreaBottom" fmla="*/ 914400 h 914040"/>
              </a:gdLst>
              <a:ahLst/>
              <a:rect l="textAreaLeft" t="textAreaTop" r="textAreaRight" b="textAreaBottom"/>
              <a:pathLst>
                <a:path w="11704320" h="1219200">
                  <a:moveTo>
                    <a:pt x="0" y="0"/>
                  </a:moveTo>
                  <a:lnTo>
                    <a:pt x="11704320" y="0"/>
                  </a:lnTo>
                  <a:lnTo>
                    <a:pt x="11704320" y="1219200"/>
                  </a:lnTo>
                  <a:lnTo>
                    <a:pt x="0" y="1219200"/>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24" name="TextBox 31"/>
            <p:cNvSpPr/>
            <p:nvPr/>
          </p:nvSpPr>
          <p:spPr>
            <a:xfrm>
              <a:off x="1005840" y="3586320"/>
              <a:ext cx="8777880" cy="98532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ffffff"/>
                  </a:solidFill>
                  <a:latin typeface="Calibri (MS)"/>
                  <a:ea typeface="Calibri (MS)"/>
                </a:rPr>
                <a:t>Rice is waakye. Rice is jollof. Rice is Thursday lunch. It is consumed daily by millions of Ghanaian households. A price change is felt immediately and personally.</a:t>
              </a:r>
              <a:endParaRPr b="0" lang="en-US" sz="1900" spc="-1" strike="noStrike">
                <a:solidFill>
                  <a:srgbClr val="ffffff"/>
                </a:solidFill>
                <a:latin typeface="Arial"/>
              </a:endParaRPr>
            </a:p>
          </p:txBody>
        </p:sp>
      </p:grpSp>
      <p:grpSp>
        <p:nvGrpSpPr>
          <p:cNvPr id="1025" name="Group 32"/>
          <p:cNvGrpSpPr/>
          <p:nvPr/>
        </p:nvGrpSpPr>
        <p:grpSpPr>
          <a:xfrm>
            <a:off x="725040" y="4894920"/>
            <a:ext cx="9339120" cy="2023920"/>
            <a:chOff x="725040" y="4894920"/>
            <a:chExt cx="9339120" cy="2023920"/>
          </a:xfrm>
        </p:grpSpPr>
        <p:sp>
          <p:nvSpPr>
            <p:cNvPr id="1026" name="Freeform 33"/>
            <p:cNvSpPr/>
            <p:nvPr/>
          </p:nvSpPr>
          <p:spPr>
            <a:xfrm>
              <a:off x="731520" y="4901040"/>
              <a:ext cx="9326520" cy="2011320"/>
            </a:xfrm>
            <a:custGeom>
              <a:avLst/>
              <a:gdLst>
                <a:gd name="textAreaLeft" fmla="*/ 0 w 9326520"/>
                <a:gd name="textAreaRight" fmla="*/ 9326880 w 9326520"/>
                <a:gd name="textAreaTop" fmla="*/ 0 h 2011320"/>
                <a:gd name="textAreaBottom" fmla="*/ 2011680 h 2011320"/>
              </a:gdLst>
              <a:ahLst/>
              <a:rect l="textAreaLeft" t="textAreaTop" r="textAreaRight" b="textAreaBottom"/>
              <a:pathLst>
                <a:path w="12435840" h="2682240">
                  <a:moveTo>
                    <a:pt x="0" y="0"/>
                  </a:moveTo>
                  <a:lnTo>
                    <a:pt x="12435840" y="0"/>
                  </a:lnTo>
                  <a:lnTo>
                    <a:pt x="12435840" y="2682240"/>
                  </a:lnTo>
                  <a:lnTo>
                    <a:pt x="0" y="268224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7" name="Freeform 34"/>
            <p:cNvSpPr/>
            <p:nvPr/>
          </p:nvSpPr>
          <p:spPr>
            <a:xfrm>
              <a:off x="725040" y="4894920"/>
              <a:ext cx="9339120" cy="2023920"/>
            </a:xfrm>
            <a:custGeom>
              <a:avLst/>
              <a:gdLst>
                <a:gd name="textAreaLeft" fmla="*/ 0 w 9339120"/>
                <a:gd name="textAreaRight" fmla="*/ 9339480 w 9339120"/>
                <a:gd name="textAreaTop" fmla="*/ 0 h 2023920"/>
                <a:gd name="textAreaBottom" fmla="*/ 2024280 h 2023920"/>
              </a:gdLst>
              <a:ahLst/>
              <a:rect l="textAreaLeft" t="textAreaTop" r="textAreaRight" b="textAreaBottom"/>
              <a:pathLst>
                <a:path w="12452858" h="2699258">
                  <a:moveTo>
                    <a:pt x="8509" y="0"/>
                  </a:moveTo>
                  <a:lnTo>
                    <a:pt x="12444349" y="0"/>
                  </a:lnTo>
                  <a:cubicBezTo>
                    <a:pt x="12449048" y="0"/>
                    <a:pt x="12452858" y="3810"/>
                    <a:pt x="12452858" y="8509"/>
                  </a:cubicBezTo>
                  <a:lnTo>
                    <a:pt x="12452858" y="2690749"/>
                  </a:lnTo>
                  <a:cubicBezTo>
                    <a:pt x="12452858" y="2695448"/>
                    <a:pt x="12449048" y="2699258"/>
                    <a:pt x="12444349" y="2699258"/>
                  </a:cubicBezTo>
                  <a:lnTo>
                    <a:pt x="8509" y="2699258"/>
                  </a:lnTo>
                  <a:cubicBezTo>
                    <a:pt x="3810" y="2699258"/>
                    <a:pt x="0" y="2695448"/>
                    <a:pt x="0" y="2690749"/>
                  </a:cubicBezTo>
                  <a:lnTo>
                    <a:pt x="0" y="8509"/>
                  </a:lnTo>
                  <a:cubicBezTo>
                    <a:pt x="0" y="3810"/>
                    <a:pt x="3810" y="0"/>
                    <a:pt x="8509" y="0"/>
                  </a:cubicBezTo>
                  <a:moveTo>
                    <a:pt x="8509" y="16891"/>
                  </a:moveTo>
                  <a:lnTo>
                    <a:pt x="8509" y="8509"/>
                  </a:lnTo>
                  <a:lnTo>
                    <a:pt x="17018" y="8509"/>
                  </a:lnTo>
                  <a:lnTo>
                    <a:pt x="17018" y="2690749"/>
                  </a:lnTo>
                  <a:lnTo>
                    <a:pt x="8509" y="2690749"/>
                  </a:lnTo>
                  <a:lnTo>
                    <a:pt x="8509" y="2682240"/>
                  </a:lnTo>
                  <a:lnTo>
                    <a:pt x="12444349" y="2682240"/>
                  </a:lnTo>
                  <a:lnTo>
                    <a:pt x="12444349" y="2690749"/>
                  </a:lnTo>
                  <a:lnTo>
                    <a:pt x="12435840" y="2690749"/>
                  </a:lnTo>
                  <a:lnTo>
                    <a:pt x="12435840" y="8509"/>
                  </a:lnTo>
                  <a:lnTo>
                    <a:pt x="12444349" y="8509"/>
                  </a:lnTo>
                  <a:lnTo>
                    <a:pt x="12444349"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028" name="Group 35"/>
          <p:cNvGrpSpPr/>
          <p:nvPr/>
        </p:nvGrpSpPr>
        <p:grpSpPr>
          <a:xfrm>
            <a:off x="718920" y="4888440"/>
            <a:ext cx="9351720" cy="116280"/>
            <a:chOff x="718920" y="4888440"/>
            <a:chExt cx="9351720" cy="116280"/>
          </a:xfrm>
        </p:grpSpPr>
        <p:sp>
          <p:nvSpPr>
            <p:cNvPr id="1029" name="Freeform 36"/>
            <p:cNvSpPr/>
            <p:nvPr/>
          </p:nvSpPr>
          <p:spPr>
            <a:xfrm>
              <a:off x="731520" y="4901040"/>
              <a:ext cx="9326520" cy="91080"/>
            </a:xfrm>
            <a:custGeom>
              <a:avLst/>
              <a:gdLst>
                <a:gd name="textAreaLeft" fmla="*/ 0 w 9326520"/>
                <a:gd name="textAreaRight" fmla="*/ 9326880 w 9326520"/>
                <a:gd name="textAreaTop" fmla="*/ 0 h 91080"/>
                <a:gd name="textAreaBottom" fmla="*/ 91440 h 91080"/>
              </a:gdLst>
              <a:ahLst/>
              <a:rect l="textAreaLeft" t="textAreaTop" r="textAreaRight" b="textAreaBottom"/>
              <a:pathLst>
                <a:path w="12435840" h="121920">
                  <a:moveTo>
                    <a:pt x="0" y="0"/>
                  </a:moveTo>
                  <a:lnTo>
                    <a:pt x="12435840" y="0"/>
                  </a:lnTo>
                  <a:lnTo>
                    <a:pt x="12435840"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30" name="Freeform 37"/>
            <p:cNvSpPr/>
            <p:nvPr/>
          </p:nvSpPr>
          <p:spPr>
            <a:xfrm>
              <a:off x="718920" y="4888440"/>
              <a:ext cx="9351720" cy="116280"/>
            </a:xfrm>
            <a:custGeom>
              <a:avLst/>
              <a:gdLst>
                <a:gd name="textAreaLeft" fmla="*/ 0 w 9351720"/>
                <a:gd name="textAreaRight" fmla="*/ 9352080 w 9351720"/>
                <a:gd name="textAreaTop" fmla="*/ 0 h 116280"/>
                <a:gd name="textAreaBottom" fmla="*/ 116640 h 116280"/>
              </a:gdLst>
              <a:ahLst/>
              <a:rect l="textAreaLeft" t="textAreaTop" r="textAreaRight" b="textAreaBottom"/>
              <a:pathLst>
                <a:path w="12469622" h="155704">
                  <a:moveTo>
                    <a:pt x="16891" y="0"/>
                  </a:moveTo>
                  <a:lnTo>
                    <a:pt x="12452731" y="0"/>
                  </a:lnTo>
                  <a:cubicBezTo>
                    <a:pt x="12462129" y="0"/>
                    <a:pt x="12469622" y="7620"/>
                    <a:pt x="12469622" y="16891"/>
                  </a:cubicBezTo>
                  <a:lnTo>
                    <a:pt x="12469622" y="138811"/>
                  </a:lnTo>
                  <a:cubicBezTo>
                    <a:pt x="12469622" y="148209"/>
                    <a:pt x="12462002" y="155702"/>
                    <a:pt x="1245273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2452731" y="121920"/>
                  </a:lnTo>
                  <a:lnTo>
                    <a:pt x="12452731" y="138811"/>
                  </a:lnTo>
                  <a:lnTo>
                    <a:pt x="12435840" y="138811"/>
                  </a:lnTo>
                  <a:lnTo>
                    <a:pt x="12435840" y="16891"/>
                  </a:lnTo>
                  <a:lnTo>
                    <a:pt x="12452731" y="16891"/>
                  </a:lnTo>
                  <a:lnTo>
                    <a:pt x="1245273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031" name="Group 38"/>
          <p:cNvGrpSpPr/>
          <p:nvPr/>
        </p:nvGrpSpPr>
        <p:grpSpPr>
          <a:xfrm>
            <a:off x="1005840" y="5040360"/>
            <a:ext cx="8777880" cy="738360"/>
            <a:chOff x="1005840" y="5040360"/>
            <a:chExt cx="8777880" cy="738360"/>
          </a:xfrm>
        </p:grpSpPr>
        <p:sp>
          <p:nvSpPr>
            <p:cNvPr id="1032" name="Freeform 39"/>
            <p:cNvSpPr/>
            <p:nvPr/>
          </p:nvSpPr>
          <p:spPr>
            <a:xfrm>
              <a:off x="1005840" y="5047560"/>
              <a:ext cx="8777880" cy="731160"/>
            </a:xfrm>
            <a:custGeom>
              <a:avLst/>
              <a:gdLst>
                <a:gd name="textAreaLeft" fmla="*/ 0 w 8777880"/>
                <a:gd name="textAreaRight" fmla="*/ 8778240 w 8777880"/>
                <a:gd name="textAreaTop" fmla="*/ 0 h 731160"/>
                <a:gd name="textAreaBottom" fmla="*/ 731520 h 731160"/>
              </a:gdLst>
              <a:ahLst/>
              <a:rect l="textAreaLeft" t="textAreaTop" r="textAreaRight" b="textAreaBottom"/>
              <a:pathLst>
                <a:path w="11704320" h="975360">
                  <a:moveTo>
                    <a:pt x="0" y="0"/>
                  </a:moveTo>
                  <a:lnTo>
                    <a:pt x="11704320" y="0"/>
                  </a:lnTo>
                  <a:lnTo>
                    <a:pt x="11704320" y="975360"/>
                  </a:lnTo>
                  <a:lnTo>
                    <a:pt x="0" y="975360"/>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3" name="TextBox 40"/>
            <p:cNvSpPr/>
            <p:nvPr/>
          </p:nvSpPr>
          <p:spPr>
            <a:xfrm>
              <a:off x="1005840" y="5040360"/>
              <a:ext cx="8777880" cy="73836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Ghana imports 65% of its rice</a:t>
              </a:r>
              <a:endParaRPr b="0" lang="en-US" sz="2400" spc="-1" strike="noStrike">
                <a:solidFill>
                  <a:srgbClr val="ffffff"/>
                </a:solidFill>
                <a:latin typeface="Arial"/>
              </a:endParaRPr>
            </a:p>
          </p:txBody>
        </p:sp>
      </p:grpSp>
      <p:grpSp>
        <p:nvGrpSpPr>
          <p:cNvPr id="1034" name="Group 41"/>
          <p:cNvGrpSpPr/>
          <p:nvPr/>
        </p:nvGrpSpPr>
        <p:grpSpPr>
          <a:xfrm>
            <a:off x="1005840" y="5780880"/>
            <a:ext cx="8777880" cy="985320"/>
            <a:chOff x="1005840" y="5780880"/>
            <a:chExt cx="8777880" cy="985320"/>
          </a:xfrm>
        </p:grpSpPr>
        <p:sp>
          <p:nvSpPr>
            <p:cNvPr id="1035" name="Freeform 42"/>
            <p:cNvSpPr/>
            <p:nvPr/>
          </p:nvSpPr>
          <p:spPr>
            <a:xfrm>
              <a:off x="1005840" y="5852160"/>
              <a:ext cx="8777880" cy="914040"/>
            </a:xfrm>
            <a:custGeom>
              <a:avLst/>
              <a:gdLst>
                <a:gd name="textAreaLeft" fmla="*/ 0 w 8777880"/>
                <a:gd name="textAreaRight" fmla="*/ 8778240 w 8777880"/>
                <a:gd name="textAreaTop" fmla="*/ 0 h 914040"/>
                <a:gd name="textAreaBottom" fmla="*/ 914400 h 914040"/>
              </a:gdLst>
              <a:ahLst/>
              <a:rect l="textAreaLeft" t="textAreaTop" r="textAreaRight" b="textAreaBottom"/>
              <a:pathLst>
                <a:path w="11704320" h="1219200">
                  <a:moveTo>
                    <a:pt x="0" y="0"/>
                  </a:moveTo>
                  <a:lnTo>
                    <a:pt x="11704320" y="0"/>
                  </a:lnTo>
                  <a:lnTo>
                    <a:pt x="11704320" y="1219200"/>
                  </a:lnTo>
                  <a:lnTo>
                    <a:pt x="0" y="1219200"/>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6" name="TextBox 43"/>
            <p:cNvSpPr/>
            <p:nvPr/>
          </p:nvSpPr>
          <p:spPr>
            <a:xfrm>
              <a:off x="1005840" y="5780880"/>
              <a:ext cx="8777880" cy="98532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ffffff"/>
                  </a:solidFill>
                  <a:latin typeface="Calibri (MS)"/>
                  <a:ea typeface="Calibri (MS)"/>
                </a:rPr>
                <a:t>This means Ghanaian rice prices are partly set in global commodity markets and affected by the USD/GHS exchange rate. A crisis in Southeast Asia can raise prices in Kumasi within months.</a:t>
              </a:r>
              <a:endParaRPr b="0" lang="en-US" sz="1900" spc="-1" strike="noStrike">
                <a:solidFill>
                  <a:srgbClr val="ffffff"/>
                </a:solidFill>
                <a:latin typeface="Arial"/>
              </a:endParaRPr>
            </a:p>
          </p:txBody>
        </p:sp>
      </p:grpSp>
      <p:grpSp>
        <p:nvGrpSpPr>
          <p:cNvPr id="1037" name="Group 44"/>
          <p:cNvGrpSpPr/>
          <p:nvPr/>
        </p:nvGrpSpPr>
        <p:grpSpPr>
          <a:xfrm>
            <a:off x="725040" y="7089480"/>
            <a:ext cx="9339120" cy="2023920"/>
            <a:chOff x="725040" y="7089480"/>
            <a:chExt cx="9339120" cy="2023920"/>
          </a:xfrm>
        </p:grpSpPr>
        <p:sp>
          <p:nvSpPr>
            <p:cNvPr id="1038" name="Freeform 45"/>
            <p:cNvSpPr/>
            <p:nvPr/>
          </p:nvSpPr>
          <p:spPr>
            <a:xfrm>
              <a:off x="731520" y="7095600"/>
              <a:ext cx="9326520" cy="2011320"/>
            </a:xfrm>
            <a:custGeom>
              <a:avLst/>
              <a:gdLst>
                <a:gd name="textAreaLeft" fmla="*/ 0 w 9326520"/>
                <a:gd name="textAreaRight" fmla="*/ 9326880 w 9326520"/>
                <a:gd name="textAreaTop" fmla="*/ 0 h 2011320"/>
                <a:gd name="textAreaBottom" fmla="*/ 2011680 h 2011320"/>
              </a:gdLst>
              <a:ahLst/>
              <a:rect l="textAreaLeft" t="textAreaTop" r="textAreaRight" b="textAreaBottom"/>
              <a:pathLst>
                <a:path w="12435840" h="2682240">
                  <a:moveTo>
                    <a:pt x="0" y="0"/>
                  </a:moveTo>
                  <a:lnTo>
                    <a:pt x="12435840" y="0"/>
                  </a:lnTo>
                  <a:lnTo>
                    <a:pt x="12435840" y="2682240"/>
                  </a:lnTo>
                  <a:lnTo>
                    <a:pt x="0" y="268224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39" name="Freeform 46"/>
            <p:cNvSpPr/>
            <p:nvPr/>
          </p:nvSpPr>
          <p:spPr>
            <a:xfrm>
              <a:off x="725040" y="7089480"/>
              <a:ext cx="9339120" cy="2023920"/>
            </a:xfrm>
            <a:custGeom>
              <a:avLst/>
              <a:gdLst>
                <a:gd name="textAreaLeft" fmla="*/ 0 w 9339120"/>
                <a:gd name="textAreaRight" fmla="*/ 9339480 w 9339120"/>
                <a:gd name="textAreaTop" fmla="*/ 0 h 2023920"/>
                <a:gd name="textAreaBottom" fmla="*/ 2024280 h 2023920"/>
              </a:gdLst>
              <a:ahLst/>
              <a:rect l="textAreaLeft" t="textAreaTop" r="textAreaRight" b="textAreaBottom"/>
              <a:pathLst>
                <a:path w="12452858" h="2699258">
                  <a:moveTo>
                    <a:pt x="8509" y="0"/>
                  </a:moveTo>
                  <a:lnTo>
                    <a:pt x="12444349" y="0"/>
                  </a:lnTo>
                  <a:cubicBezTo>
                    <a:pt x="12449048" y="0"/>
                    <a:pt x="12452858" y="3810"/>
                    <a:pt x="12452858" y="8509"/>
                  </a:cubicBezTo>
                  <a:lnTo>
                    <a:pt x="12452858" y="2690749"/>
                  </a:lnTo>
                  <a:cubicBezTo>
                    <a:pt x="12452858" y="2695448"/>
                    <a:pt x="12449048" y="2699258"/>
                    <a:pt x="12444349" y="2699258"/>
                  </a:cubicBezTo>
                  <a:lnTo>
                    <a:pt x="8509" y="2699258"/>
                  </a:lnTo>
                  <a:cubicBezTo>
                    <a:pt x="3810" y="2699258"/>
                    <a:pt x="0" y="2695448"/>
                    <a:pt x="0" y="2690749"/>
                  </a:cubicBezTo>
                  <a:lnTo>
                    <a:pt x="0" y="8509"/>
                  </a:lnTo>
                  <a:cubicBezTo>
                    <a:pt x="0" y="3810"/>
                    <a:pt x="3810" y="0"/>
                    <a:pt x="8509" y="0"/>
                  </a:cubicBezTo>
                  <a:moveTo>
                    <a:pt x="8509" y="16891"/>
                  </a:moveTo>
                  <a:lnTo>
                    <a:pt x="8509" y="8509"/>
                  </a:lnTo>
                  <a:lnTo>
                    <a:pt x="17018" y="8509"/>
                  </a:lnTo>
                  <a:lnTo>
                    <a:pt x="17018" y="2690749"/>
                  </a:lnTo>
                  <a:lnTo>
                    <a:pt x="8509" y="2690749"/>
                  </a:lnTo>
                  <a:lnTo>
                    <a:pt x="8509" y="2682240"/>
                  </a:lnTo>
                  <a:lnTo>
                    <a:pt x="12444349" y="2682240"/>
                  </a:lnTo>
                  <a:lnTo>
                    <a:pt x="12444349" y="2690749"/>
                  </a:lnTo>
                  <a:lnTo>
                    <a:pt x="12435840" y="2690749"/>
                  </a:lnTo>
                  <a:lnTo>
                    <a:pt x="12435840" y="8509"/>
                  </a:lnTo>
                  <a:lnTo>
                    <a:pt x="12444349" y="8509"/>
                  </a:lnTo>
                  <a:lnTo>
                    <a:pt x="12444349"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040" name="Group 47"/>
          <p:cNvGrpSpPr/>
          <p:nvPr/>
        </p:nvGrpSpPr>
        <p:grpSpPr>
          <a:xfrm>
            <a:off x="718920" y="7083000"/>
            <a:ext cx="9351720" cy="116280"/>
            <a:chOff x="718920" y="7083000"/>
            <a:chExt cx="9351720" cy="116280"/>
          </a:xfrm>
        </p:grpSpPr>
        <p:sp>
          <p:nvSpPr>
            <p:cNvPr id="1041" name="Freeform 48"/>
            <p:cNvSpPr/>
            <p:nvPr/>
          </p:nvSpPr>
          <p:spPr>
            <a:xfrm>
              <a:off x="731520" y="7095600"/>
              <a:ext cx="9326520" cy="91080"/>
            </a:xfrm>
            <a:custGeom>
              <a:avLst/>
              <a:gdLst>
                <a:gd name="textAreaLeft" fmla="*/ 0 w 9326520"/>
                <a:gd name="textAreaRight" fmla="*/ 9326880 w 9326520"/>
                <a:gd name="textAreaTop" fmla="*/ 0 h 91080"/>
                <a:gd name="textAreaBottom" fmla="*/ 91440 h 91080"/>
              </a:gdLst>
              <a:ahLst/>
              <a:rect l="textAreaLeft" t="textAreaTop" r="textAreaRight" b="textAreaBottom"/>
              <a:pathLst>
                <a:path w="12435840" h="121920">
                  <a:moveTo>
                    <a:pt x="0" y="0"/>
                  </a:moveTo>
                  <a:lnTo>
                    <a:pt x="12435840" y="0"/>
                  </a:lnTo>
                  <a:lnTo>
                    <a:pt x="1243584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2" name="Freeform 49"/>
            <p:cNvSpPr/>
            <p:nvPr/>
          </p:nvSpPr>
          <p:spPr>
            <a:xfrm>
              <a:off x="718920" y="7083000"/>
              <a:ext cx="9351720" cy="116280"/>
            </a:xfrm>
            <a:custGeom>
              <a:avLst/>
              <a:gdLst>
                <a:gd name="textAreaLeft" fmla="*/ 0 w 9351720"/>
                <a:gd name="textAreaRight" fmla="*/ 9352080 w 9351720"/>
                <a:gd name="textAreaTop" fmla="*/ 0 h 116280"/>
                <a:gd name="textAreaBottom" fmla="*/ 116640 h 116280"/>
              </a:gdLst>
              <a:ahLst/>
              <a:rect l="textAreaLeft" t="textAreaTop" r="textAreaRight" b="textAreaBottom"/>
              <a:pathLst>
                <a:path w="12469622" h="155704">
                  <a:moveTo>
                    <a:pt x="16891" y="0"/>
                  </a:moveTo>
                  <a:lnTo>
                    <a:pt x="12452731" y="0"/>
                  </a:lnTo>
                  <a:cubicBezTo>
                    <a:pt x="12462129" y="0"/>
                    <a:pt x="12469622" y="7620"/>
                    <a:pt x="12469622" y="16891"/>
                  </a:cubicBezTo>
                  <a:lnTo>
                    <a:pt x="12469622" y="138811"/>
                  </a:lnTo>
                  <a:cubicBezTo>
                    <a:pt x="12469622" y="148209"/>
                    <a:pt x="12462002" y="155702"/>
                    <a:pt x="1245273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2452731" y="121920"/>
                  </a:lnTo>
                  <a:lnTo>
                    <a:pt x="12452731" y="138811"/>
                  </a:lnTo>
                  <a:lnTo>
                    <a:pt x="12435840" y="138811"/>
                  </a:lnTo>
                  <a:lnTo>
                    <a:pt x="12435840" y="16891"/>
                  </a:lnTo>
                  <a:lnTo>
                    <a:pt x="12452731" y="16891"/>
                  </a:lnTo>
                  <a:lnTo>
                    <a:pt x="1245273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43" name="Group 50"/>
          <p:cNvGrpSpPr/>
          <p:nvPr/>
        </p:nvGrpSpPr>
        <p:grpSpPr>
          <a:xfrm>
            <a:off x="1005840" y="7234920"/>
            <a:ext cx="8777880" cy="738360"/>
            <a:chOff x="1005840" y="7234920"/>
            <a:chExt cx="8777880" cy="738360"/>
          </a:xfrm>
        </p:grpSpPr>
        <p:sp>
          <p:nvSpPr>
            <p:cNvPr id="1044" name="Freeform 51"/>
            <p:cNvSpPr/>
            <p:nvPr/>
          </p:nvSpPr>
          <p:spPr>
            <a:xfrm>
              <a:off x="1005840" y="7242120"/>
              <a:ext cx="8777880" cy="731160"/>
            </a:xfrm>
            <a:custGeom>
              <a:avLst/>
              <a:gdLst>
                <a:gd name="textAreaLeft" fmla="*/ 0 w 8777880"/>
                <a:gd name="textAreaRight" fmla="*/ 8778240 w 8777880"/>
                <a:gd name="textAreaTop" fmla="*/ 0 h 731160"/>
                <a:gd name="textAreaBottom" fmla="*/ 731520 h 731160"/>
              </a:gdLst>
              <a:ahLst/>
              <a:rect l="textAreaLeft" t="textAreaTop" r="textAreaRight" b="textAreaBottom"/>
              <a:pathLst>
                <a:path w="11704320" h="975360">
                  <a:moveTo>
                    <a:pt x="0" y="0"/>
                  </a:moveTo>
                  <a:lnTo>
                    <a:pt x="11704320" y="0"/>
                  </a:lnTo>
                  <a:lnTo>
                    <a:pt x="11704320" y="975360"/>
                  </a:lnTo>
                  <a:lnTo>
                    <a:pt x="0" y="975360"/>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5" name="TextBox 52"/>
            <p:cNvSpPr/>
            <p:nvPr/>
          </p:nvSpPr>
          <p:spPr>
            <a:xfrm>
              <a:off x="1005840" y="7234920"/>
              <a:ext cx="8777880" cy="73836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A clean signal for food security</a:t>
              </a:r>
              <a:endParaRPr b="0" lang="en-US" sz="2400" spc="-1" strike="noStrike">
                <a:solidFill>
                  <a:srgbClr val="ffffff"/>
                </a:solidFill>
                <a:latin typeface="Arial"/>
              </a:endParaRPr>
            </a:p>
          </p:txBody>
        </p:sp>
      </p:grpSp>
      <p:grpSp>
        <p:nvGrpSpPr>
          <p:cNvPr id="1046" name="Group 53"/>
          <p:cNvGrpSpPr/>
          <p:nvPr/>
        </p:nvGrpSpPr>
        <p:grpSpPr>
          <a:xfrm>
            <a:off x="1005840" y="7975440"/>
            <a:ext cx="8777880" cy="985320"/>
            <a:chOff x="1005840" y="7975440"/>
            <a:chExt cx="8777880" cy="985320"/>
          </a:xfrm>
        </p:grpSpPr>
        <p:sp>
          <p:nvSpPr>
            <p:cNvPr id="1047" name="Freeform 54"/>
            <p:cNvSpPr/>
            <p:nvPr/>
          </p:nvSpPr>
          <p:spPr>
            <a:xfrm>
              <a:off x="1005840" y="8046720"/>
              <a:ext cx="8777880" cy="914040"/>
            </a:xfrm>
            <a:custGeom>
              <a:avLst/>
              <a:gdLst>
                <a:gd name="textAreaLeft" fmla="*/ 0 w 8777880"/>
                <a:gd name="textAreaRight" fmla="*/ 8778240 w 8777880"/>
                <a:gd name="textAreaTop" fmla="*/ 0 h 914040"/>
                <a:gd name="textAreaBottom" fmla="*/ 914400 h 914040"/>
              </a:gdLst>
              <a:ahLst/>
              <a:rect l="textAreaLeft" t="textAreaTop" r="textAreaRight" b="textAreaBottom"/>
              <a:pathLst>
                <a:path w="11704320" h="1219200">
                  <a:moveTo>
                    <a:pt x="0" y="0"/>
                  </a:moveTo>
                  <a:lnTo>
                    <a:pt x="11704320" y="0"/>
                  </a:lnTo>
                  <a:lnTo>
                    <a:pt x="11704320" y="1219200"/>
                  </a:lnTo>
                  <a:lnTo>
                    <a:pt x="0" y="1219200"/>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8" name="TextBox 55"/>
            <p:cNvSpPr/>
            <p:nvPr/>
          </p:nvSpPr>
          <p:spPr>
            <a:xfrm>
              <a:off x="1005840" y="7975440"/>
              <a:ext cx="8777880" cy="985320"/>
            </a:xfrm>
            <a:prstGeom prst="rect">
              <a:avLst/>
            </a:prstGeom>
            <a:noFill/>
            <a:ln w="0">
              <a:noFill/>
            </a:ln>
          </p:spPr>
          <p:style>
            <a:lnRef idx="0"/>
            <a:fillRef idx="0"/>
            <a:effectRef idx="0"/>
            <a:fontRef idx="minor"/>
          </p:style>
          <p:txBody>
            <a:bodyPr lIns="0" rIns="0" tIns="0" bIns="0" anchor="ctr">
              <a:noAutofit/>
            </a:bodyPr>
            <a:p>
              <a:pPr defTabSz="914400">
                <a:lnSpc>
                  <a:spcPts val="2849"/>
                </a:lnSpc>
              </a:pPr>
              <a:r>
                <a:rPr b="0" lang="en-US" sz="1900" spc="-1" strike="noStrike">
                  <a:solidFill>
                    <a:srgbClr val="ffffff"/>
                  </a:solidFill>
                  <a:latin typeface="Calibri (MS)"/>
                  <a:ea typeface="Calibri (MS)"/>
                </a:rPr>
                <a:t>Because rice is consumed consistently across seasons and regions, its price is a reliable indicator of overall food affordability. Policymakers use it as a proxy for household food stress.</a:t>
              </a:r>
              <a:endParaRPr b="0" lang="en-US" sz="19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1049" name="Group 2"/>
          <p:cNvGrpSpPr/>
          <p:nvPr/>
        </p:nvGrpSpPr>
        <p:grpSpPr>
          <a:xfrm>
            <a:off x="-12600" y="-12600"/>
            <a:ext cx="281160" cy="10311840"/>
            <a:chOff x="-12600" y="-12600"/>
            <a:chExt cx="281160" cy="10311840"/>
          </a:xfrm>
        </p:grpSpPr>
        <p:sp>
          <p:nvSpPr>
            <p:cNvPr id="1050"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1"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52" name="Group 5"/>
          <p:cNvGrpSpPr/>
          <p:nvPr/>
        </p:nvGrpSpPr>
        <p:grpSpPr>
          <a:xfrm>
            <a:off x="10607040" y="-1470240"/>
            <a:ext cx="8229240" cy="12808440"/>
            <a:chOff x="10607040" y="-1470240"/>
            <a:chExt cx="8229240" cy="12808440"/>
          </a:xfrm>
        </p:grpSpPr>
        <p:sp>
          <p:nvSpPr>
            <p:cNvPr id="1053" name="Freeform 6"/>
            <p:cNvSpPr/>
            <p:nvPr/>
          </p:nvSpPr>
          <p:spPr>
            <a:xfrm>
              <a:off x="10607040" y="-1463040"/>
              <a:ext cx="8229240" cy="12801240"/>
            </a:xfrm>
            <a:custGeom>
              <a:avLst/>
              <a:gdLst>
                <a:gd name="textAreaLeft" fmla="*/ 0 w 8229240"/>
                <a:gd name="textAreaRight" fmla="*/ 8229600 w 8229240"/>
                <a:gd name="textAreaTop" fmla="*/ 0 h 12801240"/>
                <a:gd name="textAreaBottom" fmla="*/ 12801600 h 12801240"/>
              </a:gdLst>
              <a:ahLst/>
              <a:rect l="textAreaLeft" t="textAreaTop" r="textAreaRight" b="textAreaBottom"/>
              <a:pathLst>
                <a:path w="10972800" h="17068800">
                  <a:moveTo>
                    <a:pt x="0" y="0"/>
                  </a:moveTo>
                  <a:lnTo>
                    <a:pt x="10972800" y="0"/>
                  </a:lnTo>
                  <a:lnTo>
                    <a:pt x="10972800" y="17068800"/>
                  </a:lnTo>
                  <a:lnTo>
                    <a:pt x="0" y="17068800"/>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4" name="TextBox 7"/>
            <p:cNvSpPr/>
            <p:nvPr/>
          </p:nvSpPr>
          <p:spPr>
            <a:xfrm>
              <a:off x="10607040" y="-1470240"/>
              <a:ext cx="8229240" cy="12808440"/>
            </a:xfrm>
            <a:prstGeom prst="rect">
              <a:avLst/>
            </a:prstGeom>
            <a:noFill/>
            <a:ln w="0">
              <a:noFill/>
            </a:ln>
          </p:spPr>
          <p:style>
            <a:lnRef idx="0"/>
            <a:fillRef idx="0"/>
            <a:effectRef idx="0"/>
            <a:fontRef idx="minor"/>
          </p:style>
          <p:txBody>
            <a:bodyPr lIns="0" rIns="0" tIns="0" bIns="0" anchor="ctr">
              <a:noAutofit/>
            </a:bodyPr>
            <a:p>
              <a:pPr defTabSz="914400">
                <a:lnSpc>
                  <a:spcPts val="47999"/>
                </a:lnSpc>
              </a:pPr>
              <a:r>
                <a:rPr b="1" lang="en-US" sz="40000" spc="-1" strike="noStrike">
                  <a:solidFill>
                    <a:srgbClr val="ffffff"/>
                  </a:solidFill>
                  <a:latin typeface="Trebuchet MS Bold"/>
                  <a:ea typeface="Trebuchet MS Bold"/>
                </a:rPr>
                <a:t>05</a:t>
              </a:r>
              <a:endParaRPr b="0" lang="en-US" sz="40000" spc="-1" strike="noStrike">
                <a:solidFill>
                  <a:srgbClr val="ffffff"/>
                </a:solidFill>
                <a:latin typeface="Arial"/>
              </a:endParaRPr>
            </a:p>
          </p:txBody>
        </p:sp>
      </p:grpSp>
      <p:grpSp>
        <p:nvGrpSpPr>
          <p:cNvPr id="1055" name="Group 8"/>
          <p:cNvGrpSpPr/>
          <p:nvPr/>
        </p:nvGrpSpPr>
        <p:grpSpPr>
          <a:xfrm>
            <a:off x="1645920" y="2088720"/>
            <a:ext cx="9143640" cy="708840"/>
            <a:chOff x="1645920" y="2088720"/>
            <a:chExt cx="9143640" cy="708840"/>
          </a:xfrm>
        </p:grpSpPr>
        <p:sp>
          <p:nvSpPr>
            <p:cNvPr id="1056" name="Freeform 9"/>
            <p:cNvSpPr/>
            <p:nvPr/>
          </p:nvSpPr>
          <p:spPr>
            <a:xfrm>
              <a:off x="1645920" y="2103120"/>
              <a:ext cx="9143640" cy="694440"/>
            </a:xfrm>
            <a:custGeom>
              <a:avLst/>
              <a:gdLst>
                <a:gd name="textAreaLeft" fmla="*/ 0 w 9143640"/>
                <a:gd name="textAreaRight" fmla="*/ 9144000 w 9143640"/>
                <a:gd name="textAreaTop" fmla="*/ 0 h 694440"/>
                <a:gd name="textAreaBottom" fmla="*/ 694800 h 694440"/>
              </a:gdLst>
              <a:ahLst/>
              <a:rect l="textAreaLeft" t="textAreaTop" r="textAreaRight" b="textAreaBottom"/>
              <a:pathLst>
                <a:path w="12192000" h="926592">
                  <a:moveTo>
                    <a:pt x="0" y="0"/>
                  </a:moveTo>
                  <a:lnTo>
                    <a:pt x="12192000" y="0"/>
                  </a:lnTo>
                  <a:lnTo>
                    <a:pt x="12192000" y="926592"/>
                  </a:lnTo>
                  <a:lnTo>
                    <a:pt x="0" y="926592"/>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7" name="TextBox 10"/>
            <p:cNvSpPr/>
            <p:nvPr/>
          </p:nvSpPr>
          <p:spPr>
            <a:xfrm>
              <a:off x="1645920" y="2088720"/>
              <a:ext cx="914364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797" strike="noStrike">
                  <a:solidFill>
                    <a:srgbClr val="f4a261"/>
                  </a:solidFill>
                  <a:latin typeface="Trebuchet MS Bold"/>
                  <a:ea typeface="Trebuchet MS Bold"/>
                </a:rPr>
                <a:t>SECTION 05</a:t>
              </a:r>
              <a:endParaRPr b="0" lang="en-US" sz="2200" spc="-1" strike="noStrike">
                <a:solidFill>
                  <a:srgbClr val="ffffff"/>
                </a:solidFill>
                <a:latin typeface="Arial"/>
              </a:endParaRPr>
            </a:p>
          </p:txBody>
        </p:sp>
      </p:grpSp>
      <p:grpSp>
        <p:nvGrpSpPr>
          <p:cNvPr id="1058" name="Group 11"/>
          <p:cNvGrpSpPr/>
          <p:nvPr/>
        </p:nvGrpSpPr>
        <p:grpSpPr>
          <a:xfrm>
            <a:off x="1645920" y="2911680"/>
            <a:ext cx="15727320" cy="2482920"/>
            <a:chOff x="1645920" y="2911680"/>
            <a:chExt cx="15727320" cy="2482920"/>
          </a:xfrm>
        </p:grpSpPr>
        <p:sp>
          <p:nvSpPr>
            <p:cNvPr id="1059" name="Freeform 12"/>
            <p:cNvSpPr/>
            <p:nvPr/>
          </p:nvSpPr>
          <p:spPr>
            <a:xfrm>
              <a:off x="1645920" y="2926080"/>
              <a:ext cx="15727320" cy="2468520"/>
            </a:xfrm>
            <a:custGeom>
              <a:avLst/>
              <a:gdLst>
                <a:gd name="textAreaLeft" fmla="*/ 0 w 15727320"/>
                <a:gd name="textAreaRight" fmla="*/ 15727680 w 15727320"/>
                <a:gd name="textAreaTop" fmla="*/ 0 h 2468520"/>
                <a:gd name="textAreaBottom" fmla="*/ 2468880 h 2468520"/>
              </a:gdLst>
              <a:ahLst/>
              <a:rect l="textAreaLeft" t="textAreaTop" r="textAreaRight" b="textAreaBottom"/>
              <a:pathLst>
                <a:path w="20970239" h="3291840">
                  <a:moveTo>
                    <a:pt x="0" y="0"/>
                  </a:moveTo>
                  <a:lnTo>
                    <a:pt x="20970239" y="0"/>
                  </a:lnTo>
                  <a:lnTo>
                    <a:pt x="20970239" y="3291840"/>
                  </a:lnTo>
                  <a:lnTo>
                    <a:pt x="0" y="329184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0" name="TextBox 13"/>
            <p:cNvSpPr/>
            <p:nvPr/>
          </p:nvSpPr>
          <p:spPr>
            <a:xfrm>
              <a:off x="1645920" y="2911680"/>
              <a:ext cx="15727320" cy="2482920"/>
            </a:xfrm>
            <a:prstGeom prst="rect">
              <a:avLst/>
            </a:prstGeom>
            <a:noFill/>
            <a:ln w="0">
              <a:noFill/>
            </a:ln>
          </p:spPr>
          <p:style>
            <a:lnRef idx="0"/>
            <a:fillRef idx="0"/>
            <a:effectRef idx="0"/>
            <a:fontRef idx="minor"/>
          </p:style>
          <p:txBody>
            <a:bodyPr lIns="0" rIns="0" tIns="0" bIns="0" anchor="ctr">
              <a:noAutofit/>
            </a:bodyPr>
            <a:p>
              <a:pPr defTabSz="914400">
                <a:lnSpc>
                  <a:spcPts val="8640"/>
                </a:lnSpc>
              </a:pPr>
              <a:r>
                <a:rPr b="1" lang="en-US" sz="7200" spc="-1" strike="noStrike">
                  <a:solidFill>
                    <a:srgbClr val="ffffff"/>
                  </a:solidFill>
                  <a:latin typeface="Trebuchet MS Bold"/>
                  <a:ea typeface="Trebuchet MS Bold"/>
                </a:rPr>
                <a:t>Let's Build It</a:t>
              </a:r>
              <a:endParaRPr b="0" lang="en-US" sz="7200" spc="-1" strike="noStrike">
                <a:solidFill>
                  <a:srgbClr val="ffffff"/>
                </a:solidFill>
                <a:latin typeface="Arial"/>
              </a:endParaRPr>
            </a:p>
          </p:txBody>
        </p:sp>
      </p:grpSp>
      <p:grpSp>
        <p:nvGrpSpPr>
          <p:cNvPr id="1061" name="Group 14"/>
          <p:cNvGrpSpPr/>
          <p:nvPr/>
        </p:nvGrpSpPr>
        <p:grpSpPr>
          <a:xfrm>
            <a:off x="1645920" y="5527800"/>
            <a:ext cx="13715640" cy="1112040"/>
            <a:chOff x="1645920" y="5527800"/>
            <a:chExt cx="13715640" cy="1112040"/>
          </a:xfrm>
        </p:grpSpPr>
        <p:sp>
          <p:nvSpPr>
            <p:cNvPr id="1062" name="Freeform 15"/>
            <p:cNvSpPr/>
            <p:nvPr/>
          </p:nvSpPr>
          <p:spPr>
            <a:xfrm>
              <a:off x="1645920" y="5577840"/>
              <a:ext cx="13715640" cy="1062000"/>
            </a:xfrm>
            <a:custGeom>
              <a:avLst/>
              <a:gdLst>
                <a:gd name="textAreaLeft" fmla="*/ 0 w 13715640"/>
                <a:gd name="textAreaRight" fmla="*/ 13716000 w 13715640"/>
                <a:gd name="textAreaTop" fmla="*/ 0 h 1062000"/>
                <a:gd name="textAreaBottom" fmla="*/ 1062360 h 1062000"/>
              </a:gdLst>
              <a:ahLst/>
              <a:rect l="textAreaLeft" t="textAreaTop" r="textAreaRight" b="textAreaBottom"/>
              <a:pathLst>
                <a:path w="18288000" h="1416397">
                  <a:moveTo>
                    <a:pt x="0" y="0"/>
                  </a:moveTo>
                  <a:lnTo>
                    <a:pt x="18288000" y="0"/>
                  </a:lnTo>
                  <a:lnTo>
                    <a:pt x="18288000" y="1416397"/>
                  </a:lnTo>
                  <a:lnTo>
                    <a:pt x="0" y="1416397"/>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3" name="TextBox 16"/>
            <p:cNvSpPr/>
            <p:nvPr/>
          </p:nvSpPr>
          <p:spPr>
            <a:xfrm>
              <a:off x="1645920" y="5527800"/>
              <a:ext cx="13715640" cy="1112040"/>
            </a:xfrm>
            <a:prstGeom prst="rect">
              <a:avLst/>
            </a:prstGeom>
            <a:noFill/>
            <a:ln w="0">
              <a:noFill/>
            </a:ln>
          </p:spPr>
          <p:style>
            <a:lnRef idx="0"/>
            <a:fillRef idx="0"/>
            <a:effectRef idx="0"/>
            <a:fontRef idx="minor"/>
          </p:style>
          <p:txBody>
            <a:bodyPr lIns="0" rIns="0" tIns="0" bIns="0" anchor="ctr">
              <a:noAutofit/>
            </a:bodyPr>
            <a:p>
              <a:pPr defTabSz="914400">
                <a:lnSpc>
                  <a:spcPts val="3600"/>
                </a:lnSpc>
              </a:pPr>
              <a:r>
                <a:rPr b="0" i="1" lang="en-US" sz="3000" spc="-1" strike="noStrike">
                  <a:solidFill>
                    <a:srgbClr val="ffffff"/>
                  </a:solidFill>
                  <a:latin typeface="Calibri (MS) Italics"/>
                  <a:ea typeface="Calibri (MS) Italics"/>
                </a:rPr>
                <a:t>Notebook walkthrough. Each concept introduced </a:t>
              </a:r>
              <a:endParaRPr b="0" lang="en-US" sz="3000" spc="-1" strike="noStrike">
                <a:solidFill>
                  <a:srgbClr val="ffffff"/>
                </a:solidFill>
                <a:latin typeface="Arial"/>
              </a:endParaRPr>
            </a:p>
            <a:p>
              <a:pPr defTabSz="914400">
                <a:lnSpc>
                  <a:spcPts val="3600"/>
                </a:lnSpc>
              </a:pPr>
              <a:r>
                <a:rPr b="0" i="1" lang="en-US" sz="3000" spc="-1" strike="noStrike">
                  <a:solidFill>
                    <a:srgbClr val="ffffff"/>
                  </a:solidFill>
                  <a:latin typeface="Calibri (MS) Italics"/>
                  <a:ea typeface="Calibri (MS) Italics"/>
                </a:rPr>
                <a:t>before its code cell.</a:t>
              </a:r>
              <a:endParaRPr b="0" lang="en-US" sz="30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1064" name="Group 2"/>
          <p:cNvGrpSpPr/>
          <p:nvPr/>
        </p:nvGrpSpPr>
        <p:grpSpPr>
          <a:xfrm>
            <a:off x="-12600" y="-12600"/>
            <a:ext cx="18312840" cy="1524600"/>
            <a:chOff x="-12600" y="-12600"/>
            <a:chExt cx="18312840" cy="1524600"/>
          </a:xfrm>
        </p:grpSpPr>
        <p:sp>
          <p:nvSpPr>
            <p:cNvPr id="1065"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6"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067" name="Group 5"/>
          <p:cNvGrpSpPr/>
          <p:nvPr/>
        </p:nvGrpSpPr>
        <p:grpSpPr>
          <a:xfrm>
            <a:off x="-12600" y="-12600"/>
            <a:ext cx="281160" cy="1524600"/>
            <a:chOff x="-12600" y="-12600"/>
            <a:chExt cx="281160" cy="1524600"/>
          </a:xfrm>
        </p:grpSpPr>
        <p:sp>
          <p:nvSpPr>
            <p:cNvPr id="1068"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9"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70" name="Group 8"/>
          <p:cNvGrpSpPr/>
          <p:nvPr/>
        </p:nvGrpSpPr>
        <p:grpSpPr>
          <a:xfrm>
            <a:off x="640080" y="-14400"/>
            <a:ext cx="17007480" cy="1513800"/>
            <a:chOff x="640080" y="-14400"/>
            <a:chExt cx="17007480" cy="1513800"/>
          </a:xfrm>
        </p:grpSpPr>
        <p:sp>
          <p:nvSpPr>
            <p:cNvPr id="1071"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2"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Step 3: Giving Our Data a Sense of Place</a:t>
              </a:r>
              <a:endParaRPr b="0" lang="en-US" sz="4000" spc="-1" strike="noStrike">
                <a:solidFill>
                  <a:srgbClr val="000000"/>
                </a:solidFill>
                <a:latin typeface="Arial"/>
              </a:endParaRPr>
            </a:p>
          </p:txBody>
        </p:sp>
      </p:grpSp>
      <p:grpSp>
        <p:nvGrpSpPr>
          <p:cNvPr id="1073" name="Group 11"/>
          <p:cNvGrpSpPr/>
          <p:nvPr/>
        </p:nvGrpSpPr>
        <p:grpSpPr>
          <a:xfrm>
            <a:off x="548640" y="1573560"/>
            <a:ext cx="17190360" cy="583920"/>
            <a:chOff x="548640" y="1573560"/>
            <a:chExt cx="17190360" cy="583920"/>
          </a:xfrm>
        </p:grpSpPr>
        <p:sp>
          <p:nvSpPr>
            <p:cNvPr id="1074" name="Freeform 12"/>
            <p:cNvSpPr/>
            <p:nvPr/>
          </p:nvSpPr>
          <p:spPr>
            <a:xfrm>
              <a:off x="548640" y="1609200"/>
              <a:ext cx="17190360" cy="548280"/>
            </a:xfrm>
            <a:custGeom>
              <a:avLst/>
              <a:gdLst>
                <a:gd name="textAreaLeft" fmla="*/ 0 w 17190360"/>
                <a:gd name="textAreaRight" fmla="*/ 17190720 w 17190360"/>
                <a:gd name="textAreaTop" fmla="*/ 0 h 548280"/>
                <a:gd name="textAreaBottom" fmla="*/ 548640 h 548280"/>
              </a:gdLst>
              <a:ahLst/>
              <a:rect l="textAreaLeft" t="textAreaTop" r="textAreaRight" b="textAreaBottom"/>
              <a:pathLst>
                <a:path w="22920961" h="731520">
                  <a:moveTo>
                    <a:pt x="0" y="0"/>
                  </a:moveTo>
                  <a:lnTo>
                    <a:pt x="22920961" y="0"/>
                  </a:lnTo>
                  <a:lnTo>
                    <a:pt x="22920961" y="731520"/>
                  </a:lnTo>
                  <a:lnTo>
                    <a:pt x="0" y="73152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5" name="TextBox 13"/>
            <p:cNvSpPr/>
            <p:nvPr/>
          </p:nvSpPr>
          <p:spPr>
            <a:xfrm>
              <a:off x="548640" y="1573560"/>
              <a:ext cx="17190360" cy="58392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0" i="1" lang="en-US" sz="2200" spc="-1" strike="noStrike">
                  <a:solidFill>
                    <a:srgbClr val="64748b"/>
                  </a:solidFill>
                  <a:latin typeface="Calibri (MS) Italics"/>
                  <a:ea typeface="Calibri (MS) Italics"/>
                </a:rPr>
                <a:t>Latitude and longitude are just numbers. Python does not know they represent locations unless we tell it explicitly.</a:t>
              </a:r>
              <a:endParaRPr b="0" lang="en-US" sz="2200" spc="-1" strike="noStrike">
                <a:solidFill>
                  <a:srgbClr val="000000"/>
                </a:solidFill>
                <a:latin typeface="Arial"/>
              </a:endParaRPr>
            </a:p>
          </p:txBody>
        </p:sp>
      </p:grpSp>
      <p:grpSp>
        <p:nvGrpSpPr>
          <p:cNvPr id="1076" name="Group 14"/>
          <p:cNvGrpSpPr/>
          <p:nvPr/>
        </p:nvGrpSpPr>
        <p:grpSpPr>
          <a:xfrm>
            <a:off x="542160" y="2297880"/>
            <a:ext cx="8150400" cy="7236000"/>
            <a:chOff x="542160" y="2297880"/>
            <a:chExt cx="8150400" cy="7236000"/>
          </a:xfrm>
        </p:grpSpPr>
        <p:sp>
          <p:nvSpPr>
            <p:cNvPr id="1077" name="Freeform 15"/>
            <p:cNvSpPr/>
            <p:nvPr/>
          </p:nvSpPr>
          <p:spPr>
            <a:xfrm>
              <a:off x="548640" y="2304360"/>
              <a:ext cx="8137800" cy="7223400"/>
            </a:xfrm>
            <a:custGeom>
              <a:avLst/>
              <a:gdLst>
                <a:gd name="textAreaLeft" fmla="*/ 0 w 8137800"/>
                <a:gd name="textAreaRight" fmla="*/ 8138160 w 8137800"/>
                <a:gd name="textAreaTop" fmla="*/ 0 h 7223400"/>
                <a:gd name="textAreaBottom" fmla="*/ 7223760 h 7223400"/>
              </a:gdLst>
              <a:ahLst/>
              <a:rect l="textAreaLeft" t="textAreaTop" r="textAreaRight" b="textAreaBottom"/>
              <a:pathLst>
                <a:path w="10850880" h="9631680">
                  <a:moveTo>
                    <a:pt x="0" y="0"/>
                  </a:moveTo>
                  <a:lnTo>
                    <a:pt x="10850880" y="0"/>
                  </a:lnTo>
                  <a:lnTo>
                    <a:pt x="10850880" y="9631680"/>
                  </a:lnTo>
                  <a:lnTo>
                    <a:pt x="0" y="9631680"/>
                  </a:lnTo>
                  <a:close/>
                </a:path>
              </a:pathLst>
            </a:custGeom>
            <a:solidFill>
              <a:srgbClr val="fde8e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8" name="Freeform 16"/>
            <p:cNvSpPr/>
            <p:nvPr/>
          </p:nvSpPr>
          <p:spPr>
            <a:xfrm>
              <a:off x="542160" y="2297880"/>
              <a:ext cx="8150400" cy="7236000"/>
            </a:xfrm>
            <a:custGeom>
              <a:avLst/>
              <a:gdLst>
                <a:gd name="textAreaLeft" fmla="*/ 0 w 8150400"/>
                <a:gd name="textAreaRight" fmla="*/ 8150760 w 8150400"/>
                <a:gd name="textAreaTop" fmla="*/ 0 h 7236000"/>
                <a:gd name="textAreaBottom" fmla="*/ 7236360 h 7236000"/>
              </a:gdLst>
              <a:ahLst/>
              <a:rect l="textAreaLeft" t="textAreaTop" r="textAreaRight" b="textAreaBottom"/>
              <a:pathLst>
                <a:path w="10867899" h="9648699">
                  <a:moveTo>
                    <a:pt x="8509" y="0"/>
                  </a:moveTo>
                  <a:lnTo>
                    <a:pt x="10859389" y="0"/>
                  </a:lnTo>
                  <a:cubicBezTo>
                    <a:pt x="10864088" y="0"/>
                    <a:pt x="10867899" y="3810"/>
                    <a:pt x="10867899" y="8509"/>
                  </a:cubicBezTo>
                  <a:lnTo>
                    <a:pt x="10867899" y="9640189"/>
                  </a:lnTo>
                  <a:cubicBezTo>
                    <a:pt x="10867899" y="9644888"/>
                    <a:pt x="10864088" y="9648699"/>
                    <a:pt x="10859389"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10859389" y="9631680"/>
                  </a:lnTo>
                  <a:lnTo>
                    <a:pt x="10859389" y="9640189"/>
                  </a:lnTo>
                  <a:lnTo>
                    <a:pt x="10850880" y="9640189"/>
                  </a:lnTo>
                  <a:lnTo>
                    <a:pt x="10850880" y="8509"/>
                  </a:lnTo>
                  <a:lnTo>
                    <a:pt x="10859389" y="8509"/>
                  </a:lnTo>
                  <a:lnTo>
                    <a:pt x="1085938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79" name="Group 17"/>
          <p:cNvGrpSpPr/>
          <p:nvPr/>
        </p:nvGrpSpPr>
        <p:grpSpPr>
          <a:xfrm>
            <a:off x="536040" y="2291760"/>
            <a:ext cx="8163000" cy="829800"/>
            <a:chOff x="536040" y="2291760"/>
            <a:chExt cx="8163000" cy="829800"/>
          </a:xfrm>
        </p:grpSpPr>
        <p:sp>
          <p:nvSpPr>
            <p:cNvPr id="1080" name="Freeform 18"/>
            <p:cNvSpPr/>
            <p:nvPr/>
          </p:nvSpPr>
          <p:spPr>
            <a:xfrm>
              <a:off x="548640" y="2304360"/>
              <a:ext cx="8137800" cy="804240"/>
            </a:xfrm>
            <a:custGeom>
              <a:avLst/>
              <a:gdLst>
                <a:gd name="textAreaLeft" fmla="*/ 0 w 8137800"/>
                <a:gd name="textAreaRight" fmla="*/ 8138160 w 8137800"/>
                <a:gd name="textAreaTop" fmla="*/ 0 h 804240"/>
                <a:gd name="textAreaBottom" fmla="*/ 804600 h 804240"/>
              </a:gdLst>
              <a:ahLst/>
              <a:rect l="textAreaLeft" t="textAreaTop" r="textAreaRight" b="textAreaBottom"/>
              <a:pathLst>
                <a:path w="10850881" h="1072896">
                  <a:moveTo>
                    <a:pt x="0" y="0"/>
                  </a:moveTo>
                  <a:lnTo>
                    <a:pt x="10850881" y="0"/>
                  </a:lnTo>
                  <a:lnTo>
                    <a:pt x="10850881" y="1072896"/>
                  </a:lnTo>
                  <a:lnTo>
                    <a:pt x="0" y="1072896"/>
                  </a:lnTo>
                  <a:close/>
                </a:path>
              </a:pathLst>
            </a:cu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1" name="Freeform 19"/>
            <p:cNvSpPr/>
            <p:nvPr/>
          </p:nvSpPr>
          <p:spPr>
            <a:xfrm>
              <a:off x="536040" y="2291760"/>
              <a:ext cx="8163000" cy="829800"/>
            </a:xfrm>
            <a:custGeom>
              <a:avLst/>
              <a:gdLst>
                <a:gd name="textAreaLeft" fmla="*/ 0 w 8163000"/>
                <a:gd name="textAreaRight" fmla="*/ 8163360 w 8163000"/>
                <a:gd name="textAreaTop" fmla="*/ 0 h 829800"/>
                <a:gd name="textAreaBottom" fmla="*/ 830160 h 829800"/>
              </a:gdLst>
              <a:ahLst/>
              <a:rect l="textAreaLeft" t="textAreaTop" r="textAreaRight" b="textAreaBottom"/>
              <a:pathLst>
                <a:path w="10884662" h="1106680">
                  <a:moveTo>
                    <a:pt x="16891" y="0"/>
                  </a:moveTo>
                  <a:lnTo>
                    <a:pt x="10867772" y="0"/>
                  </a:lnTo>
                  <a:cubicBezTo>
                    <a:pt x="10877169" y="0"/>
                    <a:pt x="10884662" y="7620"/>
                    <a:pt x="10884662" y="16891"/>
                  </a:cubicBezTo>
                  <a:lnTo>
                    <a:pt x="10884662" y="1089787"/>
                  </a:lnTo>
                  <a:cubicBezTo>
                    <a:pt x="10884662" y="1099185"/>
                    <a:pt x="10877042" y="1106678"/>
                    <a:pt x="10867772"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10867772" y="1072896"/>
                  </a:lnTo>
                  <a:lnTo>
                    <a:pt x="10867772" y="1089787"/>
                  </a:lnTo>
                  <a:lnTo>
                    <a:pt x="10850880" y="1089787"/>
                  </a:lnTo>
                  <a:lnTo>
                    <a:pt x="10850880" y="16891"/>
                  </a:lnTo>
                  <a:lnTo>
                    <a:pt x="10867772" y="16891"/>
                  </a:lnTo>
                  <a:lnTo>
                    <a:pt x="10867772" y="33909"/>
                  </a:lnTo>
                  <a:lnTo>
                    <a:pt x="16891" y="33909"/>
                  </a:lnTo>
                  <a:close/>
                </a:path>
              </a:pathLst>
            </a:cu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082" name="Group 20"/>
          <p:cNvGrpSpPr/>
          <p:nvPr/>
        </p:nvGrpSpPr>
        <p:grpSpPr>
          <a:xfrm>
            <a:off x="768240" y="2297160"/>
            <a:ext cx="7698960" cy="811440"/>
            <a:chOff x="768240" y="2297160"/>
            <a:chExt cx="7698960" cy="811440"/>
          </a:xfrm>
        </p:grpSpPr>
        <p:sp>
          <p:nvSpPr>
            <p:cNvPr id="1083" name="Freeform 21"/>
            <p:cNvSpPr/>
            <p:nvPr/>
          </p:nvSpPr>
          <p:spPr>
            <a:xfrm>
              <a:off x="768240" y="2304360"/>
              <a:ext cx="7698960" cy="804240"/>
            </a:xfrm>
            <a:custGeom>
              <a:avLst/>
              <a:gdLst>
                <a:gd name="textAreaLeft" fmla="*/ 0 w 7698960"/>
                <a:gd name="textAreaRight" fmla="*/ 7699320 w 7698960"/>
                <a:gd name="textAreaTop" fmla="*/ 0 h 804240"/>
                <a:gd name="textAreaBottom" fmla="*/ 804600 h 804240"/>
              </a:gdLst>
              <a:ahLst/>
              <a:rect l="textAreaLeft" t="textAreaTop" r="textAreaRight" b="textAreaBottom"/>
              <a:pathLst>
                <a:path w="10265664" h="1072896">
                  <a:moveTo>
                    <a:pt x="0" y="0"/>
                  </a:moveTo>
                  <a:lnTo>
                    <a:pt x="10265664" y="0"/>
                  </a:lnTo>
                  <a:lnTo>
                    <a:pt x="10265664" y="1072896"/>
                  </a:lnTo>
                  <a:lnTo>
                    <a:pt x="0" y="1072896"/>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4" name="TextBox 22"/>
            <p:cNvSpPr/>
            <p:nvPr/>
          </p:nvSpPr>
          <p:spPr>
            <a:xfrm>
              <a:off x="768240" y="2297160"/>
              <a:ext cx="7698960" cy="81144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Regular DataFrame (before)</a:t>
              </a:r>
              <a:endParaRPr b="0" lang="en-US" sz="2400" spc="-1" strike="noStrike">
                <a:solidFill>
                  <a:srgbClr val="000000"/>
                </a:solidFill>
                <a:latin typeface="Arial"/>
              </a:endParaRPr>
            </a:p>
          </p:txBody>
        </p:sp>
      </p:grpSp>
      <p:grpSp>
        <p:nvGrpSpPr>
          <p:cNvPr id="1085" name="Group 23"/>
          <p:cNvGrpSpPr/>
          <p:nvPr/>
        </p:nvGrpSpPr>
        <p:grpSpPr>
          <a:xfrm>
            <a:off x="725040" y="3249000"/>
            <a:ext cx="7784640" cy="2938320"/>
            <a:chOff x="725040" y="3249000"/>
            <a:chExt cx="7784640" cy="2938320"/>
          </a:xfrm>
        </p:grpSpPr>
        <p:sp>
          <p:nvSpPr>
            <p:cNvPr id="1086" name="Freeform 24"/>
            <p:cNvSpPr/>
            <p:nvPr/>
          </p:nvSpPr>
          <p:spPr>
            <a:xfrm>
              <a:off x="731520" y="3255120"/>
              <a:ext cx="7772040" cy="2925720"/>
            </a:xfrm>
            <a:custGeom>
              <a:avLst/>
              <a:gdLst>
                <a:gd name="textAreaLeft" fmla="*/ 0 w 7772040"/>
                <a:gd name="textAreaRight" fmla="*/ 7772400 w 7772040"/>
                <a:gd name="textAreaTop" fmla="*/ 0 h 2925720"/>
                <a:gd name="textAreaBottom" fmla="*/ 2926080 h 2925720"/>
              </a:gdLst>
              <a:ahLst/>
              <a:rect l="textAreaLeft" t="textAreaTop" r="textAreaRight" b="textAreaBottom"/>
              <a:pathLst>
                <a:path w="10363200" h="3901440">
                  <a:moveTo>
                    <a:pt x="0" y="0"/>
                  </a:moveTo>
                  <a:lnTo>
                    <a:pt x="10363200" y="0"/>
                  </a:lnTo>
                  <a:lnTo>
                    <a:pt x="10363200" y="3901440"/>
                  </a:lnTo>
                  <a:lnTo>
                    <a:pt x="0" y="3901440"/>
                  </a:lnTo>
                  <a:close/>
                </a:path>
              </a:pathLst>
            </a:custGeom>
            <a:solidFill>
              <a:srgbClr val="f5e6e6"/>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7" name="Freeform 25"/>
            <p:cNvSpPr/>
            <p:nvPr/>
          </p:nvSpPr>
          <p:spPr>
            <a:xfrm>
              <a:off x="725040" y="3249000"/>
              <a:ext cx="7784640" cy="2938320"/>
            </a:xfrm>
            <a:custGeom>
              <a:avLst/>
              <a:gdLst>
                <a:gd name="textAreaLeft" fmla="*/ 0 w 7784640"/>
                <a:gd name="textAreaRight" fmla="*/ 7785000 w 7784640"/>
                <a:gd name="textAreaTop" fmla="*/ 0 h 2938320"/>
                <a:gd name="textAreaBottom" fmla="*/ 2938680 h 2938320"/>
              </a:gdLst>
              <a:ahLst/>
              <a:rect l="textAreaLeft" t="textAreaTop" r="textAreaRight" b="textAreaBottom"/>
              <a:pathLst>
                <a:path w="10380218" h="3918458">
                  <a:moveTo>
                    <a:pt x="8509" y="0"/>
                  </a:moveTo>
                  <a:lnTo>
                    <a:pt x="10371709" y="0"/>
                  </a:lnTo>
                  <a:cubicBezTo>
                    <a:pt x="10376408" y="0"/>
                    <a:pt x="10380218" y="3810"/>
                    <a:pt x="10380218" y="8509"/>
                  </a:cubicBezTo>
                  <a:lnTo>
                    <a:pt x="10380218" y="3909949"/>
                  </a:lnTo>
                  <a:cubicBezTo>
                    <a:pt x="10380218" y="3914648"/>
                    <a:pt x="10376408" y="3918458"/>
                    <a:pt x="10371709" y="3918458"/>
                  </a:cubicBezTo>
                  <a:lnTo>
                    <a:pt x="8509" y="3918458"/>
                  </a:lnTo>
                  <a:cubicBezTo>
                    <a:pt x="3810" y="3918458"/>
                    <a:pt x="0" y="3914648"/>
                    <a:pt x="0" y="3909949"/>
                  </a:cubicBezTo>
                  <a:lnTo>
                    <a:pt x="0" y="8509"/>
                  </a:lnTo>
                  <a:cubicBezTo>
                    <a:pt x="0" y="3810"/>
                    <a:pt x="3810" y="0"/>
                    <a:pt x="8509" y="0"/>
                  </a:cubicBezTo>
                  <a:moveTo>
                    <a:pt x="8509" y="16891"/>
                  </a:moveTo>
                  <a:lnTo>
                    <a:pt x="8509" y="8509"/>
                  </a:lnTo>
                  <a:lnTo>
                    <a:pt x="17018" y="8509"/>
                  </a:lnTo>
                  <a:lnTo>
                    <a:pt x="17018" y="3909949"/>
                  </a:lnTo>
                  <a:lnTo>
                    <a:pt x="8509" y="3909949"/>
                  </a:lnTo>
                  <a:lnTo>
                    <a:pt x="8509" y="3901440"/>
                  </a:lnTo>
                  <a:lnTo>
                    <a:pt x="10371709" y="3901440"/>
                  </a:lnTo>
                  <a:lnTo>
                    <a:pt x="10371709" y="3909949"/>
                  </a:lnTo>
                  <a:lnTo>
                    <a:pt x="10363200" y="3909949"/>
                  </a:lnTo>
                  <a:lnTo>
                    <a:pt x="10363200" y="8509"/>
                  </a:lnTo>
                  <a:lnTo>
                    <a:pt x="10371709" y="8509"/>
                  </a:lnTo>
                  <a:lnTo>
                    <a:pt x="1037170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88" name="Group 26"/>
          <p:cNvGrpSpPr/>
          <p:nvPr/>
        </p:nvGrpSpPr>
        <p:grpSpPr>
          <a:xfrm>
            <a:off x="804600" y="3256920"/>
            <a:ext cx="7625880" cy="2814480"/>
            <a:chOff x="804600" y="3256920"/>
            <a:chExt cx="7625880" cy="2814480"/>
          </a:xfrm>
        </p:grpSpPr>
        <p:sp>
          <p:nvSpPr>
            <p:cNvPr id="1089" name="Freeform 27"/>
            <p:cNvSpPr/>
            <p:nvPr/>
          </p:nvSpPr>
          <p:spPr>
            <a:xfrm>
              <a:off x="804600" y="3328560"/>
              <a:ext cx="7625880" cy="2742840"/>
            </a:xfrm>
            <a:custGeom>
              <a:avLst/>
              <a:gdLst>
                <a:gd name="textAreaLeft" fmla="*/ 0 w 7625880"/>
                <a:gd name="textAreaRight" fmla="*/ 7626240 w 7625880"/>
                <a:gd name="textAreaTop" fmla="*/ 0 h 2742840"/>
                <a:gd name="textAreaBottom" fmla="*/ 2743200 h 2742840"/>
              </a:gdLst>
              <a:ahLst/>
              <a:rect l="textAreaLeft" t="textAreaTop" r="textAreaRight" b="textAreaBottom"/>
              <a:pathLst>
                <a:path w="10168128" h="3657600">
                  <a:moveTo>
                    <a:pt x="0" y="0"/>
                  </a:moveTo>
                  <a:lnTo>
                    <a:pt x="10168128" y="0"/>
                  </a:lnTo>
                  <a:lnTo>
                    <a:pt x="10168128" y="3657600"/>
                  </a:lnTo>
                  <a:lnTo>
                    <a:pt x="0" y="365760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0" name="TextBox 28"/>
            <p:cNvSpPr/>
            <p:nvPr/>
          </p:nvSpPr>
          <p:spPr>
            <a:xfrm>
              <a:off x="804600" y="3256920"/>
              <a:ext cx="7625880" cy="2814120"/>
            </a:xfrm>
            <a:prstGeom prst="rect">
              <a:avLst/>
            </a:prstGeom>
            <a:noFill/>
            <a:ln w="0">
              <a:noFill/>
            </a:ln>
          </p:spPr>
          <p:style>
            <a:lnRef idx="0"/>
            <a:fillRef idx="0"/>
            <a:effectRef idx="0"/>
            <a:fontRef idx="minor"/>
          </p:style>
          <p:txBody>
            <a:bodyPr lIns="0" rIns="0" tIns="0" bIns="0" anchor="ctr">
              <a:noAutofit/>
            </a:bodyPr>
            <a:p>
              <a:pPr defTabSz="914400">
                <a:lnSpc>
                  <a:spcPts val="3025"/>
                </a:lnSpc>
              </a:pPr>
              <a:r>
                <a:rPr b="0" lang="en-US" sz="1800" spc="-1" strike="noStrike">
                  <a:solidFill>
                    <a:srgbClr val="1a2332"/>
                  </a:solidFill>
                  <a:latin typeface="Courier New"/>
                  <a:ea typeface="Courier New"/>
                </a:rPr>
                <a:t>market         | lat   | lon   | price</a:t>
              </a:r>
              <a:endParaRPr b="0" lang="en-US" sz="1800" spc="-1" strike="noStrike">
                <a:solidFill>
                  <a:srgbClr val="000000"/>
                </a:solidFill>
                <a:latin typeface="Arial"/>
              </a:endParaRPr>
            </a:p>
            <a:p>
              <a:pPr defTabSz="914400">
                <a:lnSpc>
                  <a:spcPts val="3025"/>
                </a:lnSpc>
              </a:pPr>
              <a:r>
                <a:rPr b="0" lang="en-US" sz="1800" spc="-1" strike="noStrike">
                  <a:solidFill>
                    <a:srgbClr val="1a2332"/>
                  </a:solidFill>
                  <a:latin typeface="Courier New"/>
                  <a:ea typeface="Courier New"/>
                </a:rPr>
                <a:t>Accra Central  | 5.55  | -0.20 | 5.25</a:t>
              </a:r>
              <a:endParaRPr b="0" lang="en-US" sz="1800" spc="-1" strike="noStrike">
                <a:solidFill>
                  <a:srgbClr val="000000"/>
                </a:solidFill>
                <a:latin typeface="Arial"/>
              </a:endParaRPr>
            </a:p>
            <a:p>
              <a:pPr defTabSz="914400">
                <a:lnSpc>
                  <a:spcPts val="3025"/>
                </a:lnSpc>
              </a:pPr>
              <a:r>
                <a:rPr b="0" lang="en-US" sz="1800" spc="-1" strike="noStrike">
                  <a:solidFill>
                    <a:srgbClr val="1a2332"/>
                  </a:solidFill>
                  <a:latin typeface="Courier New"/>
                  <a:ea typeface="Courier New"/>
                </a:rPr>
                <a:t>Kumasi Market  | 6.69  | -1.62 | 4.80</a:t>
              </a:r>
              <a:endParaRPr b="0" lang="en-US" sz="1800" spc="-1" strike="noStrike">
                <a:solidFill>
                  <a:srgbClr val="000000"/>
                </a:solidFill>
                <a:latin typeface="Arial"/>
              </a:endParaRPr>
            </a:p>
            <a:p>
              <a:pPr defTabSz="914400">
                <a:lnSpc>
                  <a:spcPts val="3025"/>
                </a:lnSpc>
              </a:pPr>
              <a:r>
                <a:rPr b="0" lang="en-US" sz="1800" spc="-1" strike="noStrike">
                  <a:solidFill>
                    <a:srgbClr val="1a2332"/>
                  </a:solidFill>
                  <a:latin typeface="Courier New"/>
                  <a:ea typeface="Courier New"/>
                </a:rPr>
                <a:t>Tamale Market  | 9.40  | -0.85 | 6.40</a:t>
              </a:r>
              <a:endParaRPr b="0" lang="en-US" sz="1800" spc="-1" strike="noStrike">
                <a:solidFill>
                  <a:srgbClr val="000000"/>
                </a:solidFill>
                <a:latin typeface="Arial"/>
              </a:endParaRPr>
            </a:p>
          </p:txBody>
        </p:sp>
      </p:grpSp>
      <p:grpSp>
        <p:nvGrpSpPr>
          <p:cNvPr id="1091" name="Group 29"/>
          <p:cNvGrpSpPr/>
          <p:nvPr/>
        </p:nvGrpSpPr>
        <p:grpSpPr>
          <a:xfrm>
            <a:off x="768240" y="6262560"/>
            <a:ext cx="7698960" cy="540360"/>
            <a:chOff x="768240" y="6262560"/>
            <a:chExt cx="7698960" cy="540360"/>
          </a:xfrm>
        </p:grpSpPr>
        <p:sp>
          <p:nvSpPr>
            <p:cNvPr id="1092" name="Freeform 30"/>
            <p:cNvSpPr/>
            <p:nvPr/>
          </p:nvSpPr>
          <p:spPr>
            <a:xfrm>
              <a:off x="768240" y="6291000"/>
              <a:ext cx="7698960" cy="511560"/>
            </a:xfrm>
            <a:custGeom>
              <a:avLst/>
              <a:gdLst>
                <a:gd name="textAreaLeft" fmla="*/ 0 w 7698960"/>
                <a:gd name="textAreaRight" fmla="*/ 7699320 w 7698960"/>
                <a:gd name="textAreaTop" fmla="*/ 0 h 511560"/>
                <a:gd name="textAreaBottom" fmla="*/ 511920 h 511560"/>
              </a:gdLst>
              <a:ahLst/>
              <a:rect l="textAreaLeft" t="textAreaTop" r="textAreaRight" b="textAreaBottom"/>
              <a:pathLst>
                <a:path w="10265664" h="682752">
                  <a:moveTo>
                    <a:pt x="0" y="0"/>
                  </a:moveTo>
                  <a:lnTo>
                    <a:pt x="10265664" y="0"/>
                  </a:lnTo>
                  <a:lnTo>
                    <a:pt x="10265664" y="682752"/>
                  </a:lnTo>
                  <a:lnTo>
                    <a:pt x="0" y="682752"/>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3" name="TextBox 31"/>
            <p:cNvSpPr/>
            <p:nvPr/>
          </p:nvSpPr>
          <p:spPr>
            <a:xfrm>
              <a:off x="768240" y="6262560"/>
              <a:ext cx="769896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0" i="1" lang="en-US" sz="2000" spc="-1" strike="noStrike">
                  <a:solidFill>
                    <a:srgbClr val="c0392b"/>
                  </a:solidFill>
                  <a:latin typeface="Calibri (MS) Italics"/>
                  <a:ea typeface="Calibri (MS) Italics"/>
                </a:rPr>
                <a:t>Python sees:</a:t>
              </a:r>
              <a:endParaRPr b="0" lang="en-US" sz="2000" spc="-1" strike="noStrike">
                <a:solidFill>
                  <a:srgbClr val="000000"/>
                </a:solidFill>
                <a:latin typeface="Arial"/>
              </a:endParaRPr>
            </a:p>
          </p:txBody>
        </p:sp>
      </p:grpSp>
      <p:grpSp>
        <p:nvGrpSpPr>
          <p:cNvPr id="1094" name="Group 32"/>
          <p:cNvGrpSpPr/>
          <p:nvPr/>
        </p:nvGrpSpPr>
        <p:grpSpPr>
          <a:xfrm>
            <a:off x="768240" y="6760440"/>
            <a:ext cx="7698960" cy="737280"/>
            <a:chOff x="768240" y="6760440"/>
            <a:chExt cx="7698960" cy="737280"/>
          </a:xfrm>
        </p:grpSpPr>
        <p:sp>
          <p:nvSpPr>
            <p:cNvPr id="1095" name="Freeform 33"/>
            <p:cNvSpPr/>
            <p:nvPr/>
          </p:nvSpPr>
          <p:spPr>
            <a:xfrm>
              <a:off x="768240" y="6803280"/>
              <a:ext cx="7698960" cy="694440"/>
            </a:xfrm>
            <a:custGeom>
              <a:avLst/>
              <a:gdLst>
                <a:gd name="textAreaLeft" fmla="*/ 0 w 7698960"/>
                <a:gd name="textAreaRight" fmla="*/ 7699320 w 7698960"/>
                <a:gd name="textAreaTop" fmla="*/ 0 h 694440"/>
                <a:gd name="textAreaBottom" fmla="*/ 694800 h 694440"/>
              </a:gdLst>
              <a:ahLst/>
              <a:rect l="textAreaLeft" t="textAreaTop" r="textAreaRight" b="textAreaBottom"/>
              <a:pathLst>
                <a:path w="10265664" h="926592">
                  <a:moveTo>
                    <a:pt x="0" y="0"/>
                  </a:moveTo>
                  <a:lnTo>
                    <a:pt x="10265664" y="0"/>
                  </a:lnTo>
                  <a:lnTo>
                    <a:pt x="10265664" y="926592"/>
                  </a:lnTo>
                  <a:lnTo>
                    <a:pt x="0" y="926592"/>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6" name="TextBox 34"/>
            <p:cNvSpPr/>
            <p:nvPr/>
          </p:nvSpPr>
          <p:spPr>
            <a:xfrm>
              <a:off x="768240" y="6760440"/>
              <a:ext cx="7698960" cy="73728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000" spc="-1" strike="noStrike">
                  <a:solidFill>
                    <a:srgbClr val="c0392b"/>
                  </a:solidFill>
                  <a:latin typeface="Trebuchet MS Bold"/>
                  <a:ea typeface="Trebuchet MS Bold"/>
                </a:rPr>
                <a:t>"These are just numbers. I have no idea they are locations."</a:t>
              </a:r>
              <a:endParaRPr b="0" lang="en-US" sz="2000" spc="-1" strike="noStrike">
                <a:solidFill>
                  <a:srgbClr val="000000"/>
                </a:solidFill>
                <a:latin typeface="Arial"/>
              </a:endParaRPr>
            </a:p>
          </p:txBody>
        </p:sp>
      </p:grpSp>
      <p:grpSp>
        <p:nvGrpSpPr>
          <p:cNvPr id="1097" name="Group 35"/>
          <p:cNvGrpSpPr/>
          <p:nvPr/>
        </p:nvGrpSpPr>
        <p:grpSpPr>
          <a:xfrm>
            <a:off x="768240" y="7455960"/>
            <a:ext cx="7698960" cy="1084320"/>
            <a:chOff x="768240" y="7455960"/>
            <a:chExt cx="7698960" cy="1084320"/>
          </a:xfrm>
        </p:grpSpPr>
        <p:sp>
          <p:nvSpPr>
            <p:cNvPr id="1098" name="Freeform 36"/>
            <p:cNvSpPr/>
            <p:nvPr/>
          </p:nvSpPr>
          <p:spPr>
            <a:xfrm>
              <a:off x="768240" y="7534800"/>
              <a:ext cx="7698960" cy="1005480"/>
            </a:xfrm>
            <a:custGeom>
              <a:avLst/>
              <a:gdLst>
                <a:gd name="textAreaLeft" fmla="*/ 0 w 7698960"/>
                <a:gd name="textAreaRight" fmla="*/ 7699320 w 7698960"/>
                <a:gd name="textAreaTop" fmla="*/ 0 h 1005480"/>
                <a:gd name="textAreaBottom" fmla="*/ 1005840 h 1005480"/>
              </a:gdLst>
              <a:ahLst/>
              <a:rect l="textAreaLeft" t="textAreaTop" r="textAreaRight" b="textAreaBottom"/>
              <a:pathLst>
                <a:path w="10265664" h="1341120">
                  <a:moveTo>
                    <a:pt x="0" y="0"/>
                  </a:moveTo>
                  <a:lnTo>
                    <a:pt x="10265664" y="0"/>
                  </a:lnTo>
                  <a:lnTo>
                    <a:pt x="10265664" y="1341120"/>
                  </a:lnTo>
                  <a:lnTo>
                    <a:pt x="0" y="1341120"/>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9" name="TextBox 37"/>
            <p:cNvSpPr/>
            <p:nvPr/>
          </p:nvSpPr>
          <p:spPr>
            <a:xfrm>
              <a:off x="768240" y="7455960"/>
              <a:ext cx="7698960" cy="1083960"/>
            </a:xfrm>
            <a:prstGeom prst="rect">
              <a:avLst/>
            </a:prstGeom>
            <a:noFill/>
            <a:ln w="0">
              <a:noFill/>
            </a:ln>
          </p:spPr>
          <p:style>
            <a:lnRef idx="0"/>
            <a:fillRef idx="0"/>
            <a:effectRef idx="0"/>
            <a:fontRef idx="minor"/>
          </p:style>
          <p:txBody>
            <a:bodyPr lIns="0" rIns="0" tIns="0" bIns="0" anchor="ctr">
              <a:noAutofit/>
            </a:bodyPr>
            <a:p>
              <a:pPr defTabSz="914400">
                <a:lnSpc>
                  <a:spcPts val="2809"/>
                </a:lnSpc>
              </a:pPr>
              <a:r>
                <a:rPr b="0" lang="en-US" sz="1800" spc="-1" strike="noStrike">
                  <a:solidFill>
                    <a:srgbClr val="64748b"/>
                  </a:solidFill>
                  <a:latin typeface="Calibri (MS)"/>
                  <a:ea typeface="Calibri (MS)"/>
                </a:rPr>
                <a:t>Cannot draw a map. Cannot ask which region a point falls in. Cannot calculate distances.</a:t>
              </a:r>
              <a:endParaRPr b="0" lang="en-US" sz="1800" spc="-1" strike="noStrike">
                <a:solidFill>
                  <a:srgbClr val="000000"/>
                </a:solidFill>
                <a:latin typeface="Arial"/>
              </a:endParaRPr>
            </a:p>
          </p:txBody>
        </p:sp>
      </p:grpSp>
      <p:grpSp>
        <p:nvGrpSpPr>
          <p:cNvPr id="1100" name="Group 38"/>
          <p:cNvGrpSpPr/>
          <p:nvPr/>
        </p:nvGrpSpPr>
        <p:grpSpPr>
          <a:xfrm>
            <a:off x="8686800" y="4747680"/>
            <a:ext cx="914040" cy="1104120"/>
            <a:chOff x="8686800" y="4747680"/>
            <a:chExt cx="914040" cy="1104120"/>
          </a:xfrm>
        </p:grpSpPr>
        <p:sp>
          <p:nvSpPr>
            <p:cNvPr id="1101" name="Freeform 39"/>
            <p:cNvSpPr/>
            <p:nvPr/>
          </p:nvSpPr>
          <p:spPr>
            <a:xfrm>
              <a:off x="8686800" y="4754880"/>
              <a:ext cx="914040" cy="1096920"/>
            </a:xfrm>
            <a:custGeom>
              <a:avLst/>
              <a:gdLst>
                <a:gd name="textAreaLeft" fmla="*/ 0 w 914040"/>
                <a:gd name="textAreaRight" fmla="*/ 914400 w 914040"/>
                <a:gd name="textAreaTop" fmla="*/ 0 h 1096920"/>
                <a:gd name="textAreaBottom" fmla="*/ 1097280 h 1096920"/>
              </a:gdLst>
              <a:ahLst/>
              <a:rect l="textAreaLeft" t="textAreaTop" r="textAreaRight" b="textAreaBottom"/>
              <a:pathLst>
                <a:path w="1219200" h="1463040">
                  <a:moveTo>
                    <a:pt x="0" y="0"/>
                  </a:moveTo>
                  <a:lnTo>
                    <a:pt x="1219200" y="0"/>
                  </a:lnTo>
                  <a:lnTo>
                    <a:pt x="1219200" y="1463040"/>
                  </a:lnTo>
                  <a:lnTo>
                    <a:pt x="0" y="1463040"/>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2" name="TextBox 40"/>
            <p:cNvSpPr/>
            <p:nvPr/>
          </p:nvSpPr>
          <p:spPr>
            <a:xfrm>
              <a:off x="8686800" y="4747680"/>
              <a:ext cx="914040" cy="1104120"/>
            </a:xfrm>
            <a:prstGeom prst="rect">
              <a:avLst/>
            </a:prstGeom>
            <a:noFill/>
            <a:ln w="0">
              <a:noFill/>
            </a:ln>
          </p:spPr>
          <p:style>
            <a:lnRef idx="0"/>
            <a:fillRef idx="0"/>
            <a:effectRef idx="0"/>
            <a:fontRef idx="minor"/>
          </p:style>
          <p:txBody>
            <a:bodyPr lIns="0" rIns="0" tIns="0" bIns="0" anchor="ctr">
              <a:noAutofit/>
            </a:bodyPr>
            <a:p>
              <a:pPr algn="ctr" defTabSz="914400">
                <a:lnSpc>
                  <a:spcPts val="6718"/>
                </a:lnSpc>
              </a:pPr>
              <a:r>
                <a:rPr b="1" lang="en-US" sz="5600" spc="-1" strike="noStrike">
                  <a:solidFill>
                    <a:srgbClr val="f4a261"/>
                  </a:solidFill>
                  <a:latin typeface="Trebuchet MS Bold"/>
                  <a:ea typeface="Trebuchet MS Bold"/>
                </a:rPr>
                <a:t>→</a:t>
              </a:r>
              <a:endParaRPr b="0" lang="en-US" sz="5600" spc="-1" strike="noStrike">
                <a:solidFill>
                  <a:srgbClr val="000000"/>
                </a:solidFill>
                <a:latin typeface="Arial"/>
              </a:endParaRPr>
            </a:p>
          </p:txBody>
        </p:sp>
      </p:grpSp>
      <p:grpSp>
        <p:nvGrpSpPr>
          <p:cNvPr id="1103" name="Group 41"/>
          <p:cNvGrpSpPr/>
          <p:nvPr/>
        </p:nvGrpSpPr>
        <p:grpSpPr>
          <a:xfrm>
            <a:off x="9594720" y="2297880"/>
            <a:ext cx="8150400" cy="7236000"/>
            <a:chOff x="9594720" y="2297880"/>
            <a:chExt cx="8150400" cy="7236000"/>
          </a:xfrm>
        </p:grpSpPr>
        <p:sp>
          <p:nvSpPr>
            <p:cNvPr id="1104" name="Freeform 42"/>
            <p:cNvSpPr/>
            <p:nvPr/>
          </p:nvSpPr>
          <p:spPr>
            <a:xfrm>
              <a:off x="9601200" y="2304360"/>
              <a:ext cx="8137800" cy="7223400"/>
            </a:xfrm>
            <a:custGeom>
              <a:avLst/>
              <a:gdLst>
                <a:gd name="textAreaLeft" fmla="*/ 0 w 8137800"/>
                <a:gd name="textAreaRight" fmla="*/ 8138160 w 8137800"/>
                <a:gd name="textAreaTop" fmla="*/ 0 h 7223400"/>
                <a:gd name="textAreaBottom" fmla="*/ 7223760 h 7223400"/>
              </a:gdLst>
              <a:ahLst/>
              <a:rect l="textAreaLeft" t="textAreaTop" r="textAreaRight" b="textAreaBottom"/>
              <a:pathLst>
                <a:path w="10850880" h="9631680">
                  <a:moveTo>
                    <a:pt x="0" y="0"/>
                  </a:moveTo>
                  <a:lnTo>
                    <a:pt x="10850880" y="0"/>
                  </a:lnTo>
                  <a:lnTo>
                    <a:pt x="10850880" y="9631680"/>
                  </a:lnTo>
                  <a:lnTo>
                    <a:pt x="0" y="9631680"/>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5" name="Freeform 43"/>
            <p:cNvSpPr/>
            <p:nvPr/>
          </p:nvSpPr>
          <p:spPr>
            <a:xfrm>
              <a:off x="9594720" y="2297880"/>
              <a:ext cx="8150400" cy="7236000"/>
            </a:xfrm>
            <a:custGeom>
              <a:avLst/>
              <a:gdLst>
                <a:gd name="textAreaLeft" fmla="*/ 0 w 8150400"/>
                <a:gd name="textAreaRight" fmla="*/ 8150760 w 8150400"/>
                <a:gd name="textAreaTop" fmla="*/ 0 h 7236000"/>
                <a:gd name="textAreaBottom" fmla="*/ 7236360 h 7236000"/>
              </a:gdLst>
              <a:ahLst/>
              <a:rect l="textAreaLeft" t="textAreaTop" r="textAreaRight" b="textAreaBottom"/>
              <a:pathLst>
                <a:path w="10867899" h="9648699">
                  <a:moveTo>
                    <a:pt x="8509" y="0"/>
                  </a:moveTo>
                  <a:lnTo>
                    <a:pt x="10859389" y="0"/>
                  </a:lnTo>
                  <a:cubicBezTo>
                    <a:pt x="10864088" y="0"/>
                    <a:pt x="10867899" y="3810"/>
                    <a:pt x="10867899" y="8509"/>
                  </a:cubicBezTo>
                  <a:lnTo>
                    <a:pt x="10867899" y="9640189"/>
                  </a:lnTo>
                  <a:cubicBezTo>
                    <a:pt x="10867899" y="9644888"/>
                    <a:pt x="10864088" y="9648699"/>
                    <a:pt x="10859389" y="9648699"/>
                  </a:cubicBezTo>
                  <a:lnTo>
                    <a:pt x="8509" y="9648699"/>
                  </a:lnTo>
                  <a:cubicBezTo>
                    <a:pt x="3810" y="9648699"/>
                    <a:pt x="0" y="9644888"/>
                    <a:pt x="0" y="9640189"/>
                  </a:cubicBezTo>
                  <a:lnTo>
                    <a:pt x="0" y="8509"/>
                  </a:lnTo>
                  <a:cubicBezTo>
                    <a:pt x="0" y="3810"/>
                    <a:pt x="3810" y="0"/>
                    <a:pt x="8509" y="0"/>
                  </a:cubicBezTo>
                  <a:moveTo>
                    <a:pt x="8509" y="16891"/>
                  </a:moveTo>
                  <a:lnTo>
                    <a:pt x="8509" y="8509"/>
                  </a:lnTo>
                  <a:lnTo>
                    <a:pt x="17018" y="8509"/>
                  </a:lnTo>
                  <a:lnTo>
                    <a:pt x="17018" y="9640189"/>
                  </a:lnTo>
                  <a:lnTo>
                    <a:pt x="8509" y="9640189"/>
                  </a:lnTo>
                  <a:lnTo>
                    <a:pt x="8509" y="9631680"/>
                  </a:lnTo>
                  <a:lnTo>
                    <a:pt x="10859389" y="9631680"/>
                  </a:lnTo>
                  <a:lnTo>
                    <a:pt x="10859389" y="9640189"/>
                  </a:lnTo>
                  <a:lnTo>
                    <a:pt x="10850880" y="9640189"/>
                  </a:lnTo>
                  <a:lnTo>
                    <a:pt x="10850880" y="8509"/>
                  </a:lnTo>
                  <a:lnTo>
                    <a:pt x="10859389" y="8509"/>
                  </a:lnTo>
                  <a:lnTo>
                    <a:pt x="1085938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06" name="Group 44"/>
          <p:cNvGrpSpPr/>
          <p:nvPr/>
        </p:nvGrpSpPr>
        <p:grpSpPr>
          <a:xfrm>
            <a:off x="9588600" y="2291760"/>
            <a:ext cx="8163000" cy="829800"/>
            <a:chOff x="9588600" y="2291760"/>
            <a:chExt cx="8163000" cy="829800"/>
          </a:xfrm>
        </p:grpSpPr>
        <p:sp>
          <p:nvSpPr>
            <p:cNvPr id="1107" name="Freeform 45"/>
            <p:cNvSpPr/>
            <p:nvPr/>
          </p:nvSpPr>
          <p:spPr>
            <a:xfrm>
              <a:off x="9601200" y="2304360"/>
              <a:ext cx="8137800" cy="804240"/>
            </a:xfrm>
            <a:custGeom>
              <a:avLst/>
              <a:gdLst>
                <a:gd name="textAreaLeft" fmla="*/ 0 w 8137800"/>
                <a:gd name="textAreaRight" fmla="*/ 8138160 w 8137800"/>
                <a:gd name="textAreaTop" fmla="*/ 0 h 804240"/>
                <a:gd name="textAreaBottom" fmla="*/ 804600 h 804240"/>
              </a:gdLst>
              <a:ahLst/>
              <a:rect l="textAreaLeft" t="textAreaTop" r="textAreaRight" b="textAreaBottom"/>
              <a:pathLst>
                <a:path w="10850881" h="1072896">
                  <a:moveTo>
                    <a:pt x="0" y="0"/>
                  </a:moveTo>
                  <a:lnTo>
                    <a:pt x="10850881" y="0"/>
                  </a:lnTo>
                  <a:lnTo>
                    <a:pt x="10850881" y="1072896"/>
                  </a:lnTo>
                  <a:lnTo>
                    <a:pt x="0" y="1072896"/>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8" name="Freeform 46"/>
            <p:cNvSpPr/>
            <p:nvPr/>
          </p:nvSpPr>
          <p:spPr>
            <a:xfrm>
              <a:off x="9588600" y="2291760"/>
              <a:ext cx="8163000" cy="829800"/>
            </a:xfrm>
            <a:custGeom>
              <a:avLst/>
              <a:gdLst>
                <a:gd name="textAreaLeft" fmla="*/ 0 w 8163000"/>
                <a:gd name="textAreaRight" fmla="*/ 8163360 w 8163000"/>
                <a:gd name="textAreaTop" fmla="*/ 0 h 829800"/>
                <a:gd name="textAreaBottom" fmla="*/ 830160 h 829800"/>
              </a:gdLst>
              <a:ahLst/>
              <a:rect l="textAreaLeft" t="textAreaTop" r="textAreaRight" b="textAreaBottom"/>
              <a:pathLst>
                <a:path w="10884662" h="1106680">
                  <a:moveTo>
                    <a:pt x="16891" y="0"/>
                  </a:moveTo>
                  <a:lnTo>
                    <a:pt x="10867772" y="0"/>
                  </a:lnTo>
                  <a:cubicBezTo>
                    <a:pt x="10877169" y="0"/>
                    <a:pt x="10884662" y="7620"/>
                    <a:pt x="10884662" y="16891"/>
                  </a:cubicBezTo>
                  <a:lnTo>
                    <a:pt x="10884662" y="1089787"/>
                  </a:lnTo>
                  <a:cubicBezTo>
                    <a:pt x="10884662" y="1099185"/>
                    <a:pt x="10877042" y="1106678"/>
                    <a:pt x="10867772"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10867772" y="1072896"/>
                  </a:lnTo>
                  <a:lnTo>
                    <a:pt x="10867772" y="1089787"/>
                  </a:lnTo>
                  <a:lnTo>
                    <a:pt x="10850880" y="1089787"/>
                  </a:lnTo>
                  <a:lnTo>
                    <a:pt x="10850880" y="16891"/>
                  </a:lnTo>
                  <a:lnTo>
                    <a:pt x="10867772" y="16891"/>
                  </a:lnTo>
                  <a:lnTo>
                    <a:pt x="10867772"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09" name="Group 47"/>
          <p:cNvGrpSpPr/>
          <p:nvPr/>
        </p:nvGrpSpPr>
        <p:grpSpPr>
          <a:xfrm>
            <a:off x="9820800" y="2297160"/>
            <a:ext cx="7698960" cy="811440"/>
            <a:chOff x="9820800" y="2297160"/>
            <a:chExt cx="7698960" cy="811440"/>
          </a:xfrm>
        </p:grpSpPr>
        <p:sp>
          <p:nvSpPr>
            <p:cNvPr id="1110" name="Freeform 48"/>
            <p:cNvSpPr/>
            <p:nvPr/>
          </p:nvSpPr>
          <p:spPr>
            <a:xfrm>
              <a:off x="9820800" y="2304360"/>
              <a:ext cx="7698960" cy="804240"/>
            </a:xfrm>
            <a:custGeom>
              <a:avLst/>
              <a:gdLst>
                <a:gd name="textAreaLeft" fmla="*/ 0 w 7698960"/>
                <a:gd name="textAreaRight" fmla="*/ 7699320 w 7698960"/>
                <a:gd name="textAreaTop" fmla="*/ 0 h 804240"/>
                <a:gd name="textAreaBottom" fmla="*/ 804600 h 804240"/>
              </a:gdLst>
              <a:ahLst/>
              <a:rect l="textAreaLeft" t="textAreaTop" r="textAreaRight" b="textAreaBottom"/>
              <a:pathLst>
                <a:path w="10265664" h="1072896">
                  <a:moveTo>
                    <a:pt x="0" y="0"/>
                  </a:moveTo>
                  <a:lnTo>
                    <a:pt x="10265664" y="0"/>
                  </a:lnTo>
                  <a:lnTo>
                    <a:pt x="10265664" y="1072896"/>
                  </a:lnTo>
                  <a:lnTo>
                    <a:pt x="0" y="1072896"/>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1" name="TextBox 49"/>
            <p:cNvSpPr/>
            <p:nvPr/>
          </p:nvSpPr>
          <p:spPr>
            <a:xfrm>
              <a:off x="9820800" y="2297160"/>
              <a:ext cx="7698960" cy="81144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400" spc="-1" strike="noStrike">
                  <a:solidFill>
                    <a:srgbClr val="ffffff"/>
                  </a:solidFill>
                  <a:latin typeface="Trebuchet MS Bold"/>
                  <a:ea typeface="Trebuchet MS Bold"/>
                </a:rPr>
                <a:t>GeoDataFrame (after)</a:t>
              </a:r>
              <a:endParaRPr b="0" lang="en-US" sz="2400" spc="-1" strike="noStrike">
                <a:solidFill>
                  <a:srgbClr val="000000"/>
                </a:solidFill>
                <a:latin typeface="Arial"/>
              </a:endParaRPr>
            </a:p>
          </p:txBody>
        </p:sp>
      </p:grpSp>
      <p:grpSp>
        <p:nvGrpSpPr>
          <p:cNvPr id="1112" name="Group 50"/>
          <p:cNvGrpSpPr/>
          <p:nvPr/>
        </p:nvGrpSpPr>
        <p:grpSpPr>
          <a:xfrm>
            <a:off x="9777600" y="3249000"/>
            <a:ext cx="7784640" cy="2938320"/>
            <a:chOff x="9777600" y="3249000"/>
            <a:chExt cx="7784640" cy="2938320"/>
          </a:xfrm>
        </p:grpSpPr>
        <p:sp>
          <p:nvSpPr>
            <p:cNvPr id="1113" name="Freeform 51"/>
            <p:cNvSpPr/>
            <p:nvPr/>
          </p:nvSpPr>
          <p:spPr>
            <a:xfrm>
              <a:off x="9784080" y="3255120"/>
              <a:ext cx="7772040" cy="2925720"/>
            </a:xfrm>
            <a:custGeom>
              <a:avLst/>
              <a:gdLst>
                <a:gd name="textAreaLeft" fmla="*/ 0 w 7772040"/>
                <a:gd name="textAreaRight" fmla="*/ 7772400 w 7772040"/>
                <a:gd name="textAreaTop" fmla="*/ 0 h 2925720"/>
                <a:gd name="textAreaBottom" fmla="*/ 2926080 h 2925720"/>
              </a:gdLst>
              <a:ahLst/>
              <a:rect l="textAreaLeft" t="textAreaTop" r="textAreaRight" b="textAreaBottom"/>
              <a:pathLst>
                <a:path w="10363200" h="3901440">
                  <a:moveTo>
                    <a:pt x="0" y="0"/>
                  </a:moveTo>
                  <a:lnTo>
                    <a:pt x="10363200" y="0"/>
                  </a:lnTo>
                  <a:lnTo>
                    <a:pt x="10363200" y="3901440"/>
                  </a:lnTo>
                  <a:lnTo>
                    <a:pt x="0" y="3901440"/>
                  </a:lnTo>
                  <a:close/>
                </a:path>
              </a:pathLst>
            </a:custGeom>
            <a:solidFill>
              <a:srgbClr val="e0f0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4" name="Freeform 52"/>
            <p:cNvSpPr/>
            <p:nvPr/>
          </p:nvSpPr>
          <p:spPr>
            <a:xfrm>
              <a:off x="9777600" y="3249000"/>
              <a:ext cx="7784640" cy="2938320"/>
            </a:xfrm>
            <a:custGeom>
              <a:avLst/>
              <a:gdLst>
                <a:gd name="textAreaLeft" fmla="*/ 0 w 7784640"/>
                <a:gd name="textAreaRight" fmla="*/ 7785000 w 7784640"/>
                <a:gd name="textAreaTop" fmla="*/ 0 h 2938320"/>
                <a:gd name="textAreaBottom" fmla="*/ 2938680 h 2938320"/>
              </a:gdLst>
              <a:ahLst/>
              <a:rect l="textAreaLeft" t="textAreaTop" r="textAreaRight" b="textAreaBottom"/>
              <a:pathLst>
                <a:path w="10380218" h="3918458">
                  <a:moveTo>
                    <a:pt x="8509" y="0"/>
                  </a:moveTo>
                  <a:lnTo>
                    <a:pt x="10371709" y="0"/>
                  </a:lnTo>
                  <a:cubicBezTo>
                    <a:pt x="10376408" y="0"/>
                    <a:pt x="10380218" y="3810"/>
                    <a:pt x="10380218" y="8509"/>
                  </a:cubicBezTo>
                  <a:lnTo>
                    <a:pt x="10380218" y="3909949"/>
                  </a:lnTo>
                  <a:cubicBezTo>
                    <a:pt x="10380218" y="3914648"/>
                    <a:pt x="10376408" y="3918458"/>
                    <a:pt x="10371709" y="3918458"/>
                  </a:cubicBezTo>
                  <a:lnTo>
                    <a:pt x="8509" y="3918458"/>
                  </a:lnTo>
                  <a:cubicBezTo>
                    <a:pt x="3810" y="3918458"/>
                    <a:pt x="0" y="3914648"/>
                    <a:pt x="0" y="3909949"/>
                  </a:cubicBezTo>
                  <a:lnTo>
                    <a:pt x="0" y="8509"/>
                  </a:lnTo>
                  <a:cubicBezTo>
                    <a:pt x="0" y="3810"/>
                    <a:pt x="3810" y="0"/>
                    <a:pt x="8509" y="0"/>
                  </a:cubicBezTo>
                  <a:moveTo>
                    <a:pt x="8509" y="16891"/>
                  </a:moveTo>
                  <a:lnTo>
                    <a:pt x="8509" y="8509"/>
                  </a:lnTo>
                  <a:lnTo>
                    <a:pt x="17018" y="8509"/>
                  </a:lnTo>
                  <a:lnTo>
                    <a:pt x="17018" y="3909949"/>
                  </a:lnTo>
                  <a:lnTo>
                    <a:pt x="8509" y="3909949"/>
                  </a:lnTo>
                  <a:lnTo>
                    <a:pt x="8509" y="3901440"/>
                  </a:lnTo>
                  <a:lnTo>
                    <a:pt x="10371709" y="3901440"/>
                  </a:lnTo>
                  <a:lnTo>
                    <a:pt x="10371709" y="3909949"/>
                  </a:lnTo>
                  <a:lnTo>
                    <a:pt x="10363200" y="3909949"/>
                  </a:lnTo>
                  <a:lnTo>
                    <a:pt x="10363200" y="8509"/>
                  </a:lnTo>
                  <a:lnTo>
                    <a:pt x="10371709" y="8509"/>
                  </a:lnTo>
                  <a:lnTo>
                    <a:pt x="1037170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15" name="Group 53"/>
          <p:cNvGrpSpPr/>
          <p:nvPr/>
        </p:nvGrpSpPr>
        <p:grpSpPr>
          <a:xfrm>
            <a:off x="9857160" y="3256920"/>
            <a:ext cx="7625880" cy="2814480"/>
            <a:chOff x="9857160" y="3256920"/>
            <a:chExt cx="7625880" cy="2814480"/>
          </a:xfrm>
        </p:grpSpPr>
        <p:sp>
          <p:nvSpPr>
            <p:cNvPr id="1116" name="Freeform 54"/>
            <p:cNvSpPr/>
            <p:nvPr/>
          </p:nvSpPr>
          <p:spPr>
            <a:xfrm>
              <a:off x="9857160" y="3328560"/>
              <a:ext cx="7625880" cy="2742840"/>
            </a:xfrm>
            <a:custGeom>
              <a:avLst/>
              <a:gdLst>
                <a:gd name="textAreaLeft" fmla="*/ 0 w 7625880"/>
                <a:gd name="textAreaRight" fmla="*/ 7626240 w 7625880"/>
                <a:gd name="textAreaTop" fmla="*/ 0 h 2742840"/>
                <a:gd name="textAreaBottom" fmla="*/ 2743200 h 2742840"/>
              </a:gdLst>
              <a:ahLst/>
              <a:rect l="textAreaLeft" t="textAreaTop" r="textAreaRight" b="textAreaBottom"/>
              <a:pathLst>
                <a:path w="10168128" h="3657600">
                  <a:moveTo>
                    <a:pt x="0" y="0"/>
                  </a:moveTo>
                  <a:lnTo>
                    <a:pt x="10168128" y="0"/>
                  </a:lnTo>
                  <a:lnTo>
                    <a:pt x="10168128" y="3657600"/>
                  </a:lnTo>
                  <a:lnTo>
                    <a:pt x="0" y="3657600"/>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7" name="TextBox 55"/>
            <p:cNvSpPr/>
            <p:nvPr/>
          </p:nvSpPr>
          <p:spPr>
            <a:xfrm>
              <a:off x="9857160" y="3256920"/>
              <a:ext cx="7625880" cy="2814120"/>
            </a:xfrm>
            <a:prstGeom prst="rect">
              <a:avLst/>
            </a:prstGeom>
            <a:noFill/>
            <a:ln w="0">
              <a:noFill/>
            </a:ln>
          </p:spPr>
          <p:style>
            <a:lnRef idx="0"/>
            <a:fillRef idx="0"/>
            <a:effectRef idx="0"/>
            <a:fontRef idx="minor"/>
          </p:style>
          <p:txBody>
            <a:bodyPr lIns="0" rIns="0" tIns="0" bIns="0" anchor="ctr">
              <a:noAutofit/>
            </a:bodyPr>
            <a:p>
              <a:pPr defTabSz="914400">
                <a:lnSpc>
                  <a:spcPts val="3025"/>
                </a:lnSpc>
              </a:pPr>
              <a:r>
                <a:rPr b="0" lang="en-US" sz="1800" spc="-1" strike="noStrike">
                  <a:solidFill>
                    <a:srgbClr val="1a2332"/>
                  </a:solidFill>
                  <a:latin typeface="Courier New"/>
                  <a:ea typeface="Courier New"/>
                </a:rPr>
                <a:t>market         | price | geometry</a:t>
              </a:r>
              <a:endParaRPr b="0" lang="en-US" sz="1800" spc="-1" strike="noStrike">
                <a:solidFill>
                  <a:srgbClr val="000000"/>
                </a:solidFill>
                <a:latin typeface="Arial"/>
              </a:endParaRPr>
            </a:p>
            <a:p>
              <a:pPr defTabSz="914400">
                <a:lnSpc>
                  <a:spcPts val="3025"/>
                </a:lnSpc>
              </a:pPr>
              <a:r>
                <a:rPr b="0" lang="en-US" sz="1800" spc="-1" strike="noStrike">
                  <a:solidFill>
                    <a:srgbClr val="1a2332"/>
                  </a:solidFill>
                  <a:latin typeface="Courier New"/>
                  <a:ea typeface="Courier New"/>
                </a:rPr>
                <a:t>Accra Central  | 5.25  | POINT(-0.20, 5.55)</a:t>
              </a:r>
              <a:endParaRPr b="0" lang="en-US" sz="1800" spc="-1" strike="noStrike">
                <a:solidFill>
                  <a:srgbClr val="000000"/>
                </a:solidFill>
                <a:latin typeface="Arial"/>
              </a:endParaRPr>
            </a:p>
            <a:p>
              <a:pPr defTabSz="914400">
                <a:lnSpc>
                  <a:spcPts val="3025"/>
                </a:lnSpc>
              </a:pPr>
              <a:r>
                <a:rPr b="0" lang="en-US" sz="1800" spc="-1" strike="noStrike">
                  <a:solidFill>
                    <a:srgbClr val="1a2332"/>
                  </a:solidFill>
                  <a:latin typeface="Courier New"/>
                  <a:ea typeface="Courier New"/>
                </a:rPr>
                <a:t>Kumasi Market  | 4.80  | POINT(-1.62, 6.69)</a:t>
              </a:r>
              <a:endParaRPr b="0" lang="en-US" sz="1800" spc="-1" strike="noStrike">
                <a:solidFill>
                  <a:srgbClr val="000000"/>
                </a:solidFill>
                <a:latin typeface="Arial"/>
              </a:endParaRPr>
            </a:p>
            <a:p>
              <a:pPr defTabSz="914400">
                <a:lnSpc>
                  <a:spcPts val="3025"/>
                </a:lnSpc>
              </a:pPr>
              <a:r>
                <a:rPr b="0" lang="en-US" sz="1800" spc="-1" strike="noStrike">
                  <a:solidFill>
                    <a:srgbClr val="1a2332"/>
                  </a:solidFill>
                  <a:latin typeface="Courier New"/>
                  <a:ea typeface="Courier New"/>
                </a:rPr>
                <a:t>Tamale Market  | 6.40  | POINT(-0.85, 9.40)</a:t>
              </a:r>
              <a:endParaRPr b="0" lang="en-US" sz="1800" spc="-1" strike="noStrike">
                <a:solidFill>
                  <a:srgbClr val="000000"/>
                </a:solidFill>
                <a:latin typeface="Arial"/>
              </a:endParaRPr>
            </a:p>
          </p:txBody>
        </p:sp>
      </p:grpSp>
      <p:grpSp>
        <p:nvGrpSpPr>
          <p:cNvPr id="1118" name="Group 56"/>
          <p:cNvGrpSpPr/>
          <p:nvPr/>
        </p:nvGrpSpPr>
        <p:grpSpPr>
          <a:xfrm>
            <a:off x="9820800" y="6262560"/>
            <a:ext cx="7698960" cy="540360"/>
            <a:chOff x="9820800" y="6262560"/>
            <a:chExt cx="7698960" cy="540360"/>
          </a:xfrm>
        </p:grpSpPr>
        <p:sp>
          <p:nvSpPr>
            <p:cNvPr id="1119" name="Freeform 57"/>
            <p:cNvSpPr/>
            <p:nvPr/>
          </p:nvSpPr>
          <p:spPr>
            <a:xfrm>
              <a:off x="9820800" y="6291000"/>
              <a:ext cx="7698960" cy="511560"/>
            </a:xfrm>
            <a:custGeom>
              <a:avLst/>
              <a:gdLst>
                <a:gd name="textAreaLeft" fmla="*/ 0 w 7698960"/>
                <a:gd name="textAreaRight" fmla="*/ 7699320 w 7698960"/>
                <a:gd name="textAreaTop" fmla="*/ 0 h 511560"/>
                <a:gd name="textAreaBottom" fmla="*/ 511920 h 511560"/>
              </a:gdLst>
              <a:ahLst/>
              <a:rect l="textAreaLeft" t="textAreaTop" r="textAreaRight" b="textAreaBottom"/>
              <a:pathLst>
                <a:path w="10265664" h="682752">
                  <a:moveTo>
                    <a:pt x="0" y="0"/>
                  </a:moveTo>
                  <a:lnTo>
                    <a:pt x="10265664" y="0"/>
                  </a:lnTo>
                  <a:lnTo>
                    <a:pt x="10265664" y="682752"/>
                  </a:lnTo>
                  <a:lnTo>
                    <a:pt x="0" y="682752"/>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0" name="TextBox 58"/>
            <p:cNvSpPr/>
            <p:nvPr/>
          </p:nvSpPr>
          <p:spPr>
            <a:xfrm>
              <a:off x="9820800" y="6262560"/>
              <a:ext cx="769896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0" i="1" lang="en-US" sz="2000" spc="-1" strike="noStrike">
                  <a:solidFill>
                    <a:srgbClr val="2a9d8f"/>
                  </a:solidFill>
                  <a:latin typeface="Calibri (MS) Italics"/>
                  <a:ea typeface="Calibri (MS) Italics"/>
                </a:rPr>
                <a:t>Python knows:</a:t>
              </a:r>
              <a:endParaRPr b="0" lang="en-US" sz="2000" spc="-1" strike="noStrike">
                <a:solidFill>
                  <a:srgbClr val="000000"/>
                </a:solidFill>
                <a:latin typeface="Arial"/>
              </a:endParaRPr>
            </a:p>
          </p:txBody>
        </p:sp>
      </p:grpSp>
      <p:grpSp>
        <p:nvGrpSpPr>
          <p:cNvPr id="1121" name="Group 59"/>
          <p:cNvGrpSpPr/>
          <p:nvPr/>
        </p:nvGrpSpPr>
        <p:grpSpPr>
          <a:xfrm>
            <a:off x="9820800" y="6760440"/>
            <a:ext cx="7698960" cy="737280"/>
            <a:chOff x="9820800" y="6760440"/>
            <a:chExt cx="7698960" cy="737280"/>
          </a:xfrm>
        </p:grpSpPr>
        <p:sp>
          <p:nvSpPr>
            <p:cNvPr id="1122" name="Freeform 60"/>
            <p:cNvSpPr/>
            <p:nvPr/>
          </p:nvSpPr>
          <p:spPr>
            <a:xfrm>
              <a:off x="9820800" y="6803280"/>
              <a:ext cx="7698960" cy="694440"/>
            </a:xfrm>
            <a:custGeom>
              <a:avLst/>
              <a:gdLst>
                <a:gd name="textAreaLeft" fmla="*/ 0 w 7698960"/>
                <a:gd name="textAreaRight" fmla="*/ 7699320 w 7698960"/>
                <a:gd name="textAreaTop" fmla="*/ 0 h 694440"/>
                <a:gd name="textAreaBottom" fmla="*/ 694800 h 694440"/>
              </a:gdLst>
              <a:ahLst/>
              <a:rect l="textAreaLeft" t="textAreaTop" r="textAreaRight" b="textAreaBottom"/>
              <a:pathLst>
                <a:path w="10265664" h="926592">
                  <a:moveTo>
                    <a:pt x="0" y="0"/>
                  </a:moveTo>
                  <a:lnTo>
                    <a:pt x="10265664" y="0"/>
                  </a:lnTo>
                  <a:lnTo>
                    <a:pt x="10265664" y="926592"/>
                  </a:lnTo>
                  <a:lnTo>
                    <a:pt x="0" y="926592"/>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3" name="TextBox 61"/>
            <p:cNvSpPr/>
            <p:nvPr/>
          </p:nvSpPr>
          <p:spPr>
            <a:xfrm>
              <a:off x="9820800" y="6760440"/>
              <a:ext cx="7698960" cy="737280"/>
            </a:xfrm>
            <a:prstGeom prst="rect">
              <a:avLst/>
            </a:prstGeom>
            <a:noFill/>
            <a:ln w="0">
              <a:noFill/>
            </a:ln>
          </p:spPr>
          <p:style>
            <a:lnRef idx="0"/>
            <a:fillRef idx="0"/>
            <a:effectRef idx="0"/>
            <a:fontRef idx="minor"/>
          </p:style>
          <p:txBody>
            <a:bodyPr lIns="0" rIns="0" tIns="0" bIns="0" anchor="ctr">
              <a:noAutofit/>
            </a:bodyPr>
            <a:p>
              <a:pPr defTabSz="914400">
                <a:lnSpc>
                  <a:spcPts val="2880"/>
                </a:lnSpc>
              </a:pPr>
              <a:r>
                <a:rPr b="1" lang="en-US" sz="2000" spc="-1" strike="noStrike">
                  <a:solidFill>
                    <a:srgbClr val="2a9d8f"/>
                  </a:solidFill>
                  <a:latin typeface="Trebuchet MS Bold"/>
                  <a:ea typeface="Trebuchet MS Bold"/>
                </a:rPr>
                <a:t>"These are locations on Earth. I can map them, join them, measure between them."</a:t>
              </a:r>
              <a:endParaRPr b="0" lang="en-US" sz="2000" spc="-1" strike="noStrike">
                <a:solidFill>
                  <a:srgbClr val="000000"/>
                </a:solidFill>
                <a:latin typeface="Arial"/>
              </a:endParaRPr>
            </a:p>
          </p:txBody>
        </p:sp>
      </p:grpSp>
      <p:grpSp>
        <p:nvGrpSpPr>
          <p:cNvPr id="1124" name="Group 62"/>
          <p:cNvGrpSpPr/>
          <p:nvPr/>
        </p:nvGrpSpPr>
        <p:grpSpPr>
          <a:xfrm>
            <a:off x="9820800" y="7455960"/>
            <a:ext cx="7698960" cy="1084320"/>
            <a:chOff x="9820800" y="7455960"/>
            <a:chExt cx="7698960" cy="1084320"/>
          </a:xfrm>
        </p:grpSpPr>
        <p:sp>
          <p:nvSpPr>
            <p:cNvPr id="1125" name="Freeform 63"/>
            <p:cNvSpPr/>
            <p:nvPr/>
          </p:nvSpPr>
          <p:spPr>
            <a:xfrm>
              <a:off x="9820800" y="7534800"/>
              <a:ext cx="7698960" cy="1005480"/>
            </a:xfrm>
            <a:custGeom>
              <a:avLst/>
              <a:gdLst>
                <a:gd name="textAreaLeft" fmla="*/ 0 w 7698960"/>
                <a:gd name="textAreaRight" fmla="*/ 7699320 w 7698960"/>
                <a:gd name="textAreaTop" fmla="*/ 0 h 1005480"/>
                <a:gd name="textAreaBottom" fmla="*/ 1005840 h 1005480"/>
              </a:gdLst>
              <a:ahLst/>
              <a:rect l="textAreaLeft" t="textAreaTop" r="textAreaRight" b="textAreaBottom"/>
              <a:pathLst>
                <a:path w="10265664" h="1341120">
                  <a:moveTo>
                    <a:pt x="0" y="0"/>
                  </a:moveTo>
                  <a:lnTo>
                    <a:pt x="10265664" y="0"/>
                  </a:lnTo>
                  <a:lnTo>
                    <a:pt x="10265664" y="1341120"/>
                  </a:lnTo>
                  <a:lnTo>
                    <a:pt x="0" y="1341120"/>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6" name="TextBox 64"/>
            <p:cNvSpPr/>
            <p:nvPr/>
          </p:nvSpPr>
          <p:spPr>
            <a:xfrm>
              <a:off x="9820800" y="7455960"/>
              <a:ext cx="7698960" cy="1083960"/>
            </a:xfrm>
            <a:prstGeom prst="rect">
              <a:avLst/>
            </a:prstGeom>
            <a:noFill/>
            <a:ln w="0">
              <a:noFill/>
            </a:ln>
          </p:spPr>
          <p:style>
            <a:lnRef idx="0"/>
            <a:fillRef idx="0"/>
            <a:effectRef idx="0"/>
            <a:fontRef idx="minor"/>
          </p:style>
          <p:txBody>
            <a:bodyPr lIns="0" rIns="0" tIns="0" bIns="0" anchor="ctr">
              <a:noAutofit/>
            </a:bodyPr>
            <a:p>
              <a:pPr defTabSz="914400">
                <a:lnSpc>
                  <a:spcPts val="2809"/>
                </a:lnSpc>
              </a:pPr>
              <a:r>
                <a:rPr b="0" lang="en-US" sz="1800" spc="-1" strike="noStrike">
                  <a:solidFill>
                    <a:srgbClr val="64748b"/>
                  </a:solidFill>
                  <a:latin typeface="Calibri (MS)"/>
                  <a:ea typeface="Calibri (MS)"/>
                </a:rPr>
                <a:t>Can draw a map. Can ask which region each point falls in. Can calculate distances between points.</a:t>
              </a:r>
              <a:endParaRPr b="0" lang="en-US" sz="1800" spc="-1" strike="noStrike">
                <a:solidFill>
                  <a:srgbClr val="000000"/>
                </a:solidFill>
                <a:latin typeface="Arial"/>
              </a:endParaRPr>
            </a:p>
          </p:txBody>
        </p:sp>
      </p:grpSp>
      <p:grpSp>
        <p:nvGrpSpPr>
          <p:cNvPr id="1127" name="Group 65"/>
          <p:cNvGrpSpPr/>
          <p:nvPr/>
        </p:nvGrpSpPr>
        <p:grpSpPr>
          <a:xfrm>
            <a:off x="542160" y="9741240"/>
            <a:ext cx="17202960" cy="378000"/>
            <a:chOff x="542160" y="9741240"/>
            <a:chExt cx="17202960" cy="378000"/>
          </a:xfrm>
        </p:grpSpPr>
        <p:sp>
          <p:nvSpPr>
            <p:cNvPr id="1128" name="Freeform 66"/>
            <p:cNvSpPr/>
            <p:nvPr/>
          </p:nvSpPr>
          <p:spPr>
            <a:xfrm>
              <a:off x="548640" y="9747360"/>
              <a:ext cx="17190360" cy="365400"/>
            </a:xfrm>
            <a:custGeom>
              <a:avLst/>
              <a:gdLst>
                <a:gd name="textAreaLeft" fmla="*/ 0 w 17190360"/>
                <a:gd name="textAreaRight" fmla="*/ 17190720 w 17190360"/>
                <a:gd name="textAreaTop" fmla="*/ 0 h 365400"/>
                <a:gd name="textAreaBottom" fmla="*/ 365760 h 365400"/>
              </a:gdLst>
              <a:ahLst/>
              <a:rect l="textAreaLeft" t="textAreaTop" r="textAreaRight" b="textAreaBottom"/>
              <a:pathLst>
                <a:path w="22920961" h="487680">
                  <a:moveTo>
                    <a:pt x="0" y="0"/>
                  </a:moveTo>
                  <a:lnTo>
                    <a:pt x="22920961" y="0"/>
                  </a:lnTo>
                  <a:lnTo>
                    <a:pt x="22920961" y="487680"/>
                  </a:lnTo>
                  <a:lnTo>
                    <a:pt x="0" y="487680"/>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9" name="Freeform 67"/>
            <p:cNvSpPr/>
            <p:nvPr/>
          </p:nvSpPr>
          <p:spPr>
            <a:xfrm>
              <a:off x="542160" y="9741240"/>
              <a:ext cx="17202960" cy="378000"/>
            </a:xfrm>
            <a:custGeom>
              <a:avLst/>
              <a:gdLst>
                <a:gd name="textAreaLeft" fmla="*/ 0 w 17202960"/>
                <a:gd name="textAreaRight" fmla="*/ 17203320 w 17202960"/>
                <a:gd name="textAreaTop" fmla="*/ 0 h 378000"/>
                <a:gd name="textAreaBottom" fmla="*/ 378360 h 378000"/>
              </a:gdLst>
              <a:ahLst/>
              <a:rect l="textAreaLeft" t="textAreaTop" r="textAreaRight" b="textAreaBottom"/>
              <a:pathLst>
                <a:path w="22937978" h="504698">
                  <a:moveTo>
                    <a:pt x="8509" y="0"/>
                  </a:moveTo>
                  <a:lnTo>
                    <a:pt x="22929470" y="0"/>
                  </a:lnTo>
                  <a:cubicBezTo>
                    <a:pt x="22934169" y="0"/>
                    <a:pt x="22937978" y="3810"/>
                    <a:pt x="22937978" y="8509"/>
                  </a:cubicBezTo>
                  <a:lnTo>
                    <a:pt x="22937978" y="496189"/>
                  </a:lnTo>
                  <a:cubicBezTo>
                    <a:pt x="22937978" y="500888"/>
                    <a:pt x="22934169" y="504698"/>
                    <a:pt x="22929470" y="504698"/>
                  </a:cubicBezTo>
                  <a:lnTo>
                    <a:pt x="8509" y="504698"/>
                  </a:lnTo>
                  <a:cubicBezTo>
                    <a:pt x="3810" y="504698"/>
                    <a:pt x="0" y="500888"/>
                    <a:pt x="0" y="496189"/>
                  </a:cubicBezTo>
                  <a:lnTo>
                    <a:pt x="0" y="8509"/>
                  </a:lnTo>
                  <a:cubicBezTo>
                    <a:pt x="0" y="3810"/>
                    <a:pt x="3810" y="0"/>
                    <a:pt x="8509" y="0"/>
                  </a:cubicBezTo>
                  <a:moveTo>
                    <a:pt x="8509" y="16891"/>
                  </a:moveTo>
                  <a:lnTo>
                    <a:pt x="8509" y="8509"/>
                  </a:lnTo>
                  <a:lnTo>
                    <a:pt x="17018" y="8509"/>
                  </a:lnTo>
                  <a:lnTo>
                    <a:pt x="17018" y="496189"/>
                  </a:lnTo>
                  <a:lnTo>
                    <a:pt x="8509" y="496189"/>
                  </a:lnTo>
                  <a:lnTo>
                    <a:pt x="8509" y="487680"/>
                  </a:lnTo>
                  <a:lnTo>
                    <a:pt x="22929470" y="487680"/>
                  </a:lnTo>
                  <a:lnTo>
                    <a:pt x="22929470" y="496189"/>
                  </a:lnTo>
                  <a:lnTo>
                    <a:pt x="22920961" y="496189"/>
                  </a:lnTo>
                  <a:lnTo>
                    <a:pt x="22920961" y="8509"/>
                  </a:lnTo>
                  <a:lnTo>
                    <a:pt x="22929470" y="8509"/>
                  </a:lnTo>
                  <a:lnTo>
                    <a:pt x="22929470"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30" name="Group 68"/>
          <p:cNvGrpSpPr/>
          <p:nvPr/>
        </p:nvGrpSpPr>
        <p:grpSpPr>
          <a:xfrm>
            <a:off x="536040" y="9734760"/>
            <a:ext cx="207720" cy="390600"/>
            <a:chOff x="536040" y="9734760"/>
            <a:chExt cx="207720" cy="390600"/>
          </a:xfrm>
        </p:grpSpPr>
        <p:sp>
          <p:nvSpPr>
            <p:cNvPr id="1131" name="Freeform 69"/>
            <p:cNvSpPr/>
            <p:nvPr/>
          </p:nvSpPr>
          <p:spPr>
            <a:xfrm>
              <a:off x="548640" y="9747360"/>
              <a:ext cx="182520" cy="365400"/>
            </a:xfrm>
            <a:custGeom>
              <a:avLst/>
              <a:gdLst>
                <a:gd name="textAreaLeft" fmla="*/ 0 w 182520"/>
                <a:gd name="textAreaRight" fmla="*/ 182880 w 182520"/>
                <a:gd name="textAreaTop" fmla="*/ 0 h 365400"/>
                <a:gd name="textAreaBottom" fmla="*/ 365760 h 365400"/>
              </a:gdLst>
              <a:ahLst/>
              <a:rect l="textAreaLeft" t="textAreaTop" r="textAreaRight" b="textAreaBottom"/>
              <a:pathLst>
                <a:path w="243840" h="487680">
                  <a:moveTo>
                    <a:pt x="0" y="0"/>
                  </a:moveTo>
                  <a:lnTo>
                    <a:pt x="243840" y="0"/>
                  </a:lnTo>
                  <a:lnTo>
                    <a:pt x="243840" y="487680"/>
                  </a:lnTo>
                  <a:lnTo>
                    <a:pt x="0" y="48768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2" name="Freeform 70"/>
            <p:cNvSpPr/>
            <p:nvPr/>
          </p:nvSpPr>
          <p:spPr>
            <a:xfrm>
              <a:off x="536040" y="9734760"/>
              <a:ext cx="207720" cy="390600"/>
            </a:xfrm>
            <a:custGeom>
              <a:avLst/>
              <a:gdLst>
                <a:gd name="textAreaLeft" fmla="*/ 0 w 207720"/>
                <a:gd name="textAreaRight" fmla="*/ 208080 w 207720"/>
                <a:gd name="textAreaTop" fmla="*/ 0 h 390600"/>
                <a:gd name="textAreaBottom" fmla="*/ 390960 h 390600"/>
              </a:gdLst>
              <a:ahLst/>
              <a:rect l="textAreaLeft" t="textAreaTop" r="textAreaRight" b="textAreaBottom"/>
              <a:pathLst>
                <a:path w="277622" h="521464">
                  <a:moveTo>
                    <a:pt x="16891" y="0"/>
                  </a:moveTo>
                  <a:lnTo>
                    <a:pt x="260731" y="0"/>
                  </a:lnTo>
                  <a:cubicBezTo>
                    <a:pt x="270129" y="0"/>
                    <a:pt x="277622" y="7620"/>
                    <a:pt x="277622" y="16891"/>
                  </a:cubicBezTo>
                  <a:lnTo>
                    <a:pt x="277622" y="504571"/>
                  </a:lnTo>
                  <a:cubicBezTo>
                    <a:pt x="277622" y="513969"/>
                    <a:pt x="270002" y="521462"/>
                    <a:pt x="260731"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260731" y="487680"/>
                  </a:lnTo>
                  <a:lnTo>
                    <a:pt x="260731" y="504571"/>
                  </a:lnTo>
                  <a:lnTo>
                    <a:pt x="243840" y="504571"/>
                  </a:lnTo>
                  <a:lnTo>
                    <a:pt x="243840" y="16891"/>
                  </a:lnTo>
                  <a:lnTo>
                    <a:pt x="260731" y="16891"/>
                  </a:lnTo>
                  <a:lnTo>
                    <a:pt x="26073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33" name="Group 71"/>
          <p:cNvGrpSpPr/>
          <p:nvPr/>
        </p:nvGrpSpPr>
        <p:grpSpPr>
          <a:xfrm>
            <a:off x="914400" y="9718920"/>
            <a:ext cx="16641720" cy="393840"/>
            <a:chOff x="914400" y="9718920"/>
            <a:chExt cx="16641720" cy="393840"/>
          </a:xfrm>
        </p:grpSpPr>
        <p:sp>
          <p:nvSpPr>
            <p:cNvPr id="1134" name="Freeform 72"/>
            <p:cNvSpPr/>
            <p:nvPr/>
          </p:nvSpPr>
          <p:spPr>
            <a:xfrm>
              <a:off x="914400" y="9747360"/>
              <a:ext cx="16641720" cy="365400"/>
            </a:xfrm>
            <a:custGeom>
              <a:avLst/>
              <a:gdLst>
                <a:gd name="textAreaLeft" fmla="*/ 0 w 16641720"/>
                <a:gd name="textAreaRight" fmla="*/ 16642080 w 16641720"/>
                <a:gd name="textAreaTop" fmla="*/ 0 h 365400"/>
                <a:gd name="textAreaBottom" fmla="*/ 365760 h 365400"/>
              </a:gdLst>
              <a:ahLst/>
              <a:rect l="textAreaLeft" t="textAreaTop" r="textAreaRight" b="textAreaBottom"/>
              <a:pathLst>
                <a:path w="22189439" h="487680">
                  <a:moveTo>
                    <a:pt x="0" y="0"/>
                  </a:moveTo>
                  <a:lnTo>
                    <a:pt x="22189439" y="0"/>
                  </a:lnTo>
                  <a:lnTo>
                    <a:pt x="22189439" y="487680"/>
                  </a:lnTo>
                  <a:lnTo>
                    <a:pt x="0" y="487680"/>
                  </a:lnTo>
                  <a:close/>
                </a:path>
              </a:pathLst>
            </a:custGeom>
            <a:blipFill rotWithShape="0">
              <a:blip r:embed="rId1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5" name="TextBox 73"/>
            <p:cNvSpPr/>
            <p:nvPr/>
          </p:nvSpPr>
          <p:spPr>
            <a:xfrm>
              <a:off x="914400" y="9718920"/>
              <a:ext cx="16641720" cy="39384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0" i="1" lang="en-US" sz="2000" spc="-1" strike="noStrike">
                  <a:solidFill>
                    <a:srgbClr val="1a2332"/>
                  </a:solidFill>
                  <a:latin typeface="Calibri (MS) Italics"/>
                  <a:ea typeface="Calibri (MS) Italics"/>
                </a:rPr>
                <a:t>Key idea: We are not changing the data. We are telling Python what the data means. That is what a GeoDataFrame does.</a:t>
              </a:r>
              <a:endParaRPr b="0" lang="en-US" sz="2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1136" name="Group 2"/>
          <p:cNvGrpSpPr/>
          <p:nvPr/>
        </p:nvGrpSpPr>
        <p:grpSpPr>
          <a:xfrm>
            <a:off x="-12600" y="-12600"/>
            <a:ext cx="18312840" cy="1524600"/>
            <a:chOff x="-12600" y="-12600"/>
            <a:chExt cx="18312840" cy="1524600"/>
          </a:xfrm>
        </p:grpSpPr>
        <p:sp>
          <p:nvSpPr>
            <p:cNvPr id="1137"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8"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39" name="Group 5"/>
          <p:cNvGrpSpPr/>
          <p:nvPr/>
        </p:nvGrpSpPr>
        <p:grpSpPr>
          <a:xfrm>
            <a:off x="-12600" y="-12600"/>
            <a:ext cx="281160" cy="1524600"/>
            <a:chOff x="-12600" y="-12600"/>
            <a:chExt cx="281160" cy="1524600"/>
          </a:xfrm>
        </p:grpSpPr>
        <p:sp>
          <p:nvSpPr>
            <p:cNvPr id="1140"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1"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42" name="Group 8"/>
          <p:cNvGrpSpPr/>
          <p:nvPr/>
        </p:nvGrpSpPr>
        <p:grpSpPr>
          <a:xfrm>
            <a:off x="640080" y="-14400"/>
            <a:ext cx="17007480" cy="1513800"/>
            <a:chOff x="640080" y="-14400"/>
            <a:chExt cx="17007480" cy="1513800"/>
          </a:xfrm>
        </p:grpSpPr>
        <p:sp>
          <p:nvSpPr>
            <p:cNvPr id="1143"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4"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Step 4: Connecting Prices to Places (Spatial Join)</a:t>
              </a:r>
              <a:endParaRPr b="0" lang="en-US" sz="4000" spc="-1" strike="noStrike">
                <a:solidFill>
                  <a:srgbClr val="000000"/>
                </a:solidFill>
                <a:latin typeface="Arial"/>
              </a:endParaRPr>
            </a:p>
          </p:txBody>
        </p:sp>
      </p:grpSp>
      <p:grpSp>
        <p:nvGrpSpPr>
          <p:cNvPr id="1145" name="Group 11"/>
          <p:cNvGrpSpPr/>
          <p:nvPr/>
        </p:nvGrpSpPr>
        <p:grpSpPr>
          <a:xfrm>
            <a:off x="548640" y="1573560"/>
            <a:ext cx="17190360" cy="620640"/>
            <a:chOff x="548640" y="1573560"/>
            <a:chExt cx="17190360" cy="620640"/>
          </a:xfrm>
        </p:grpSpPr>
        <p:sp>
          <p:nvSpPr>
            <p:cNvPr id="1146" name="Freeform 12"/>
            <p:cNvSpPr/>
            <p:nvPr/>
          </p:nvSpPr>
          <p:spPr>
            <a:xfrm>
              <a:off x="548640" y="1609200"/>
              <a:ext cx="17190360" cy="585000"/>
            </a:xfrm>
            <a:custGeom>
              <a:avLst/>
              <a:gdLst>
                <a:gd name="textAreaLeft" fmla="*/ 0 w 17190360"/>
                <a:gd name="textAreaRight" fmla="*/ 17190720 w 17190360"/>
                <a:gd name="textAreaTop" fmla="*/ 0 h 585000"/>
                <a:gd name="textAreaBottom" fmla="*/ 585360 h 585000"/>
              </a:gdLst>
              <a:ahLst/>
              <a:rect l="textAreaLeft" t="textAreaTop" r="textAreaRight" b="textAreaBottom"/>
              <a:pathLst>
                <a:path w="22920961" h="780288">
                  <a:moveTo>
                    <a:pt x="0" y="0"/>
                  </a:moveTo>
                  <a:lnTo>
                    <a:pt x="22920961" y="0"/>
                  </a:lnTo>
                  <a:lnTo>
                    <a:pt x="22920961" y="780288"/>
                  </a:lnTo>
                  <a:lnTo>
                    <a:pt x="0" y="780288"/>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7" name="TextBox 13"/>
            <p:cNvSpPr/>
            <p:nvPr/>
          </p:nvSpPr>
          <p:spPr>
            <a:xfrm>
              <a:off x="548640" y="1573560"/>
              <a:ext cx="17190360" cy="6206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0" i="1" lang="en-US" sz="2200" spc="-1" strike="noStrike">
                  <a:solidFill>
                    <a:srgbClr val="64748b"/>
                  </a:solidFill>
                  <a:latin typeface="Calibri (MS) Italics"/>
                  <a:ea typeface="Calibri (MS) Italics"/>
                </a:rPr>
                <a:t>A spatial join is like a VLOOKUP in Excel, but instead of matching on a shared ID it matches based on: does this point fall inside this polygon?</a:t>
              </a:r>
              <a:endParaRPr b="0" lang="en-US" sz="2200" spc="-1" strike="noStrike">
                <a:solidFill>
                  <a:srgbClr val="000000"/>
                </a:solidFill>
                <a:latin typeface="Arial"/>
              </a:endParaRPr>
            </a:p>
          </p:txBody>
        </p:sp>
      </p:grpSp>
      <p:grpSp>
        <p:nvGrpSpPr>
          <p:cNvPr id="1148" name="Group 14"/>
          <p:cNvGrpSpPr/>
          <p:nvPr/>
        </p:nvGrpSpPr>
        <p:grpSpPr>
          <a:xfrm>
            <a:off x="542160" y="2334600"/>
            <a:ext cx="5041440" cy="6230160"/>
            <a:chOff x="542160" y="2334600"/>
            <a:chExt cx="5041440" cy="6230160"/>
          </a:xfrm>
        </p:grpSpPr>
        <p:sp>
          <p:nvSpPr>
            <p:cNvPr id="1149" name="Freeform 15"/>
            <p:cNvSpPr/>
            <p:nvPr/>
          </p:nvSpPr>
          <p:spPr>
            <a:xfrm>
              <a:off x="548640" y="2340720"/>
              <a:ext cx="5028840" cy="6217560"/>
            </a:xfrm>
            <a:custGeom>
              <a:avLst/>
              <a:gdLst>
                <a:gd name="textAreaLeft" fmla="*/ 0 w 5028840"/>
                <a:gd name="textAreaRight" fmla="*/ 5029200 w 5028840"/>
                <a:gd name="textAreaTop" fmla="*/ 0 h 6217560"/>
                <a:gd name="textAreaBottom" fmla="*/ 6217920 h 6217560"/>
              </a:gdLst>
              <a:ahLst/>
              <a:rect l="textAreaLeft" t="textAreaTop" r="textAreaRight" b="textAreaBottom"/>
              <a:pathLst>
                <a:path w="6705600" h="8290560">
                  <a:moveTo>
                    <a:pt x="0" y="0"/>
                  </a:moveTo>
                  <a:lnTo>
                    <a:pt x="6705600" y="0"/>
                  </a:lnTo>
                  <a:lnTo>
                    <a:pt x="6705600" y="8290560"/>
                  </a:lnTo>
                  <a:lnTo>
                    <a:pt x="0" y="8290560"/>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50" name="Freeform 16"/>
            <p:cNvSpPr/>
            <p:nvPr/>
          </p:nvSpPr>
          <p:spPr>
            <a:xfrm>
              <a:off x="542160" y="2334600"/>
              <a:ext cx="5041440" cy="6230160"/>
            </a:xfrm>
            <a:custGeom>
              <a:avLst/>
              <a:gdLst>
                <a:gd name="textAreaLeft" fmla="*/ 0 w 5041440"/>
                <a:gd name="textAreaRight" fmla="*/ 5041800 w 5041440"/>
                <a:gd name="textAreaTop" fmla="*/ 0 h 6230160"/>
                <a:gd name="textAreaBottom" fmla="*/ 6230520 h 6230160"/>
              </a:gdLst>
              <a:ahLst/>
              <a:rect l="textAreaLeft" t="textAreaTop" r="textAreaRight" b="textAreaBottom"/>
              <a:pathLst>
                <a:path w="6722618" h="8307578">
                  <a:moveTo>
                    <a:pt x="8509" y="0"/>
                  </a:moveTo>
                  <a:lnTo>
                    <a:pt x="6714109" y="0"/>
                  </a:lnTo>
                  <a:cubicBezTo>
                    <a:pt x="6718808" y="0"/>
                    <a:pt x="6722618" y="3810"/>
                    <a:pt x="6722618" y="8509"/>
                  </a:cubicBezTo>
                  <a:lnTo>
                    <a:pt x="6722618" y="8299069"/>
                  </a:lnTo>
                  <a:cubicBezTo>
                    <a:pt x="6722618" y="8303768"/>
                    <a:pt x="6718808" y="8307578"/>
                    <a:pt x="6714109" y="8307578"/>
                  </a:cubicBezTo>
                  <a:lnTo>
                    <a:pt x="8509" y="8307578"/>
                  </a:lnTo>
                  <a:cubicBezTo>
                    <a:pt x="3810" y="8307578"/>
                    <a:pt x="0" y="8303768"/>
                    <a:pt x="0" y="8299069"/>
                  </a:cubicBezTo>
                  <a:lnTo>
                    <a:pt x="0" y="8509"/>
                  </a:lnTo>
                  <a:cubicBezTo>
                    <a:pt x="0" y="3810"/>
                    <a:pt x="3810" y="0"/>
                    <a:pt x="8509" y="0"/>
                  </a:cubicBezTo>
                  <a:moveTo>
                    <a:pt x="8509" y="16891"/>
                  </a:moveTo>
                  <a:lnTo>
                    <a:pt x="8509" y="8509"/>
                  </a:lnTo>
                  <a:lnTo>
                    <a:pt x="17018" y="8509"/>
                  </a:lnTo>
                  <a:lnTo>
                    <a:pt x="17018" y="8299069"/>
                  </a:lnTo>
                  <a:lnTo>
                    <a:pt x="8509" y="8299069"/>
                  </a:lnTo>
                  <a:lnTo>
                    <a:pt x="8509" y="8290560"/>
                  </a:lnTo>
                  <a:lnTo>
                    <a:pt x="6714109" y="8290560"/>
                  </a:lnTo>
                  <a:lnTo>
                    <a:pt x="6714109" y="8299069"/>
                  </a:lnTo>
                  <a:lnTo>
                    <a:pt x="6705600" y="8299069"/>
                  </a:lnTo>
                  <a:lnTo>
                    <a:pt x="6705600" y="8509"/>
                  </a:lnTo>
                  <a:lnTo>
                    <a:pt x="6714109" y="8509"/>
                  </a:lnTo>
                  <a:lnTo>
                    <a:pt x="671410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51" name="Group 17"/>
          <p:cNvGrpSpPr/>
          <p:nvPr/>
        </p:nvGrpSpPr>
        <p:grpSpPr>
          <a:xfrm>
            <a:off x="536040" y="2328120"/>
            <a:ext cx="5054040" cy="829800"/>
            <a:chOff x="536040" y="2328120"/>
            <a:chExt cx="5054040" cy="829800"/>
          </a:xfrm>
        </p:grpSpPr>
        <p:sp>
          <p:nvSpPr>
            <p:cNvPr id="1152" name="Freeform 18"/>
            <p:cNvSpPr/>
            <p:nvPr/>
          </p:nvSpPr>
          <p:spPr>
            <a:xfrm>
              <a:off x="548640" y="2340720"/>
              <a:ext cx="5028840" cy="804240"/>
            </a:xfrm>
            <a:custGeom>
              <a:avLst/>
              <a:gdLst>
                <a:gd name="textAreaLeft" fmla="*/ 0 w 5028840"/>
                <a:gd name="textAreaRight" fmla="*/ 5029200 w 5028840"/>
                <a:gd name="textAreaTop" fmla="*/ 0 h 804240"/>
                <a:gd name="textAreaBottom" fmla="*/ 804600 h 804240"/>
              </a:gdLst>
              <a:ahLst/>
              <a:rect l="textAreaLeft" t="textAreaTop" r="textAreaRight" b="textAreaBottom"/>
              <a:pathLst>
                <a:path w="6705600" h="1072896">
                  <a:moveTo>
                    <a:pt x="0" y="0"/>
                  </a:moveTo>
                  <a:lnTo>
                    <a:pt x="6705600" y="0"/>
                  </a:lnTo>
                  <a:lnTo>
                    <a:pt x="6705600" y="1072896"/>
                  </a:lnTo>
                  <a:lnTo>
                    <a:pt x="0" y="1072896"/>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3" name="Freeform 19"/>
            <p:cNvSpPr/>
            <p:nvPr/>
          </p:nvSpPr>
          <p:spPr>
            <a:xfrm>
              <a:off x="536040" y="2328120"/>
              <a:ext cx="5054040" cy="829800"/>
            </a:xfrm>
            <a:custGeom>
              <a:avLst/>
              <a:gdLst>
                <a:gd name="textAreaLeft" fmla="*/ 0 w 5054040"/>
                <a:gd name="textAreaRight" fmla="*/ 5054400 w 5054040"/>
                <a:gd name="textAreaTop" fmla="*/ 0 h 829800"/>
                <a:gd name="textAreaBottom" fmla="*/ 830160 h 829800"/>
              </a:gdLst>
              <a:ahLst/>
              <a:rect l="textAreaLeft" t="textAreaTop" r="textAreaRight" b="textAreaBottom"/>
              <a:pathLst>
                <a:path w="6739382" h="1106680">
                  <a:moveTo>
                    <a:pt x="16891" y="0"/>
                  </a:moveTo>
                  <a:lnTo>
                    <a:pt x="6722491" y="0"/>
                  </a:lnTo>
                  <a:cubicBezTo>
                    <a:pt x="6731889" y="0"/>
                    <a:pt x="6739382" y="7620"/>
                    <a:pt x="6739382" y="16891"/>
                  </a:cubicBezTo>
                  <a:lnTo>
                    <a:pt x="6739382" y="1089787"/>
                  </a:lnTo>
                  <a:cubicBezTo>
                    <a:pt x="6739382" y="1099185"/>
                    <a:pt x="6731762" y="1106678"/>
                    <a:pt x="6722491"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6722491" y="1072896"/>
                  </a:lnTo>
                  <a:lnTo>
                    <a:pt x="6722491" y="1089787"/>
                  </a:lnTo>
                  <a:lnTo>
                    <a:pt x="6705600" y="1089787"/>
                  </a:lnTo>
                  <a:lnTo>
                    <a:pt x="6705600" y="16891"/>
                  </a:lnTo>
                  <a:lnTo>
                    <a:pt x="6722491" y="16891"/>
                  </a:lnTo>
                  <a:lnTo>
                    <a:pt x="6722491"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54" name="Group 20"/>
          <p:cNvGrpSpPr/>
          <p:nvPr/>
        </p:nvGrpSpPr>
        <p:grpSpPr>
          <a:xfrm>
            <a:off x="768240" y="2326680"/>
            <a:ext cx="4590000" cy="818640"/>
            <a:chOff x="768240" y="2326680"/>
            <a:chExt cx="4590000" cy="818640"/>
          </a:xfrm>
        </p:grpSpPr>
        <p:sp>
          <p:nvSpPr>
            <p:cNvPr id="1155" name="Freeform 21"/>
            <p:cNvSpPr/>
            <p:nvPr/>
          </p:nvSpPr>
          <p:spPr>
            <a:xfrm>
              <a:off x="768240" y="2340720"/>
              <a:ext cx="4590000" cy="804240"/>
            </a:xfrm>
            <a:custGeom>
              <a:avLst/>
              <a:gdLst>
                <a:gd name="textAreaLeft" fmla="*/ 0 w 4590000"/>
                <a:gd name="textAreaRight" fmla="*/ 4590360 w 4590000"/>
                <a:gd name="textAreaTop" fmla="*/ 0 h 804240"/>
                <a:gd name="textAreaBottom" fmla="*/ 804600 h 804240"/>
              </a:gdLst>
              <a:ahLst/>
              <a:rect l="textAreaLeft" t="textAreaTop" r="textAreaRight" b="textAreaBottom"/>
              <a:pathLst>
                <a:path w="6120384" h="1072896">
                  <a:moveTo>
                    <a:pt x="0" y="0"/>
                  </a:moveTo>
                  <a:lnTo>
                    <a:pt x="6120384" y="0"/>
                  </a:lnTo>
                  <a:lnTo>
                    <a:pt x="6120384" y="1072896"/>
                  </a:lnTo>
                  <a:lnTo>
                    <a:pt x="0" y="1072896"/>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56" name="TextBox 22"/>
            <p:cNvSpPr/>
            <p:nvPr/>
          </p:nvSpPr>
          <p:spPr>
            <a:xfrm>
              <a:off x="768240" y="2326680"/>
              <a:ext cx="4590000" cy="8186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ffffff"/>
                  </a:solidFill>
                  <a:latin typeface="Trebuchet MS Bold"/>
                  <a:ea typeface="Trebuchet MS Bold"/>
                </a:rPr>
                <a:t>Markets (before)</a:t>
              </a:r>
              <a:endParaRPr b="0" lang="en-US" sz="2200" spc="-1" strike="noStrike">
                <a:solidFill>
                  <a:srgbClr val="000000"/>
                </a:solidFill>
                <a:latin typeface="Arial"/>
              </a:endParaRPr>
            </a:p>
          </p:txBody>
        </p:sp>
      </p:grpSp>
      <p:grpSp>
        <p:nvGrpSpPr>
          <p:cNvPr id="1157" name="Group 23"/>
          <p:cNvGrpSpPr/>
          <p:nvPr/>
        </p:nvGrpSpPr>
        <p:grpSpPr>
          <a:xfrm>
            <a:off x="768240" y="3226680"/>
            <a:ext cx="4590000" cy="540360"/>
            <a:chOff x="768240" y="3226680"/>
            <a:chExt cx="4590000" cy="540360"/>
          </a:xfrm>
        </p:grpSpPr>
        <p:sp>
          <p:nvSpPr>
            <p:cNvPr id="1158" name="Freeform 24"/>
            <p:cNvSpPr/>
            <p:nvPr/>
          </p:nvSpPr>
          <p:spPr>
            <a:xfrm>
              <a:off x="768240" y="3255120"/>
              <a:ext cx="4590000" cy="511560"/>
            </a:xfrm>
            <a:custGeom>
              <a:avLst/>
              <a:gdLst>
                <a:gd name="textAreaLeft" fmla="*/ 0 w 4590000"/>
                <a:gd name="textAreaRight" fmla="*/ 4590360 w 4590000"/>
                <a:gd name="textAreaTop" fmla="*/ 0 h 511560"/>
                <a:gd name="textAreaBottom" fmla="*/ 511920 h 511560"/>
              </a:gdLst>
              <a:ahLst/>
              <a:rect l="textAreaLeft" t="textAreaTop" r="textAreaRight" b="textAreaBottom"/>
              <a:pathLst>
                <a:path w="6120384" h="682752">
                  <a:moveTo>
                    <a:pt x="0" y="0"/>
                  </a:moveTo>
                  <a:lnTo>
                    <a:pt x="6120384" y="0"/>
                  </a:lnTo>
                  <a:lnTo>
                    <a:pt x="6120384" y="682752"/>
                  </a:lnTo>
                  <a:lnTo>
                    <a:pt x="0" y="682752"/>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59" name="TextBox 25"/>
            <p:cNvSpPr/>
            <p:nvPr/>
          </p:nvSpPr>
          <p:spPr>
            <a:xfrm>
              <a:off x="768240" y="3226680"/>
              <a:ext cx="4590000" cy="54036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i="1" lang="en-US" sz="1800" spc="-1" strike="noStrike">
                  <a:solidFill>
                    <a:srgbClr val="64748b"/>
                  </a:solidFill>
                  <a:latin typeface="Calibri (MS) Italics"/>
                  <a:ea typeface="Calibri (MS) Italics"/>
                </a:rPr>
                <a:t>with prices, no region info</a:t>
              </a:r>
              <a:endParaRPr b="0" lang="en-US" sz="1800" spc="-1" strike="noStrike">
                <a:solidFill>
                  <a:srgbClr val="000000"/>
                </a:solidFill>
                <a:latin typeface="Arial"/>
              </a:endParaRPr>
            </a:p>
          </p:txBody>
        </p:sp>
      </p:grpSp>
      <p:grpSp>
        <p:nvGrpSpPr>
          <p:cNvPr id="1160" name="Group 26"/>
          <p:cNvGrpSpPr/>
          <p:nvPr/>
        </p:nvGrpSpPr>
        <p:grpSpPr>
          <a:xfrm>
            <a:off x="768240" y="3906360"/>
            <a:ext cx="4590000" cy="884520"/>
            <a:chOff x="768240" y="3906360"/>
            <a:chExt cx="4590000" cy="884520"/>
          </a:xfrm>
        </p:grpSpPr>
        <p:sp>
          <p:nvSpPr>
            <p:cNvPr id="1161" name="Freeform 27"/>
            <p:cNvSpPr/>
            <p:nvPr/>
          </p:nvSpPr>
          <p:spPr>
            <a:xfrm>
              <a:off x="768240" y="3913560"/>
              <a:ext cx="4590000" cy="877320"/>
            </a:xfrm>
            <a:custGeom>
              <a:avLst/>
              <a:gdLst>
                <a:gd name="textAreaLeft" fmla="*/ 0 w 4590000"/>
                <a:gd name="textAreaRight" fmla="*/ 4590360 w 4590000"/>
                <a:gd name="textAreaTop" fmla="*/ 0 h 877320"/>
                <a:gd name="textAreaBottom" fmla="*/ 877680 h 877320"/>
              </a:gdLst>
              <a:ahLst/>
              <a:rect l="textAreaLeft" t="textAreaTop" r="textAreaRight" b="textAreaBottom"/>
              <a:pathLst>
                <a:path w="6120384" h="1170432">
                  <a:moveTo>
                    <a:pt x="0" y="0"/>
                  </a:moveTo>
                  <a:lnTo>
                    <a:pt x="6120384" y="0"/>
                  </a:lnTo>
                  <a:lnTo>
                    <a:pt x="6120384" y="1170432"/>
                  </a:lnTo>
                  <a:lnTo>
                    <a:pt x="0" y="1170432"/>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62" name="TextBox 28"/>
            <p:cNvSpPr/>
            <p:nvPr/>
          </p:nvSpPr>
          <p:spPr>
            <a:xfrm>
              <a:off x="768240" y="3906360"/>
              <a:ext cx="4590000" cy="8845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1a2332"/>
                  </a:solidFill>
                  <a:latin typeface="Courier New"/>
                  <a:ea typeface="Courier New"/>
                </a:rPr>
                <a:t>Accra Mkt   5.25 GHS</a:t>
              </a:r>
              <a:endParaRPr b="0" lang="en-US" sz="1800" spc="-1" strike="noStrike">
                <a:solidFill>
                  <a:srgbClr val="000000"/>
                </a:solidFill>
                <a:latin typeface="Arial"/>
              </a:endParaRPr>
            </a:p>
          </p:txBody>
        </p:sp>
      </p:grpSp>
      <p:grpSp>
        <p:nvGrpSpPr>
          <p:cNvPr id="1163" name="Group 29"/>
          <p:cNvGrpSpPr/>
          <p:nvPr/>
        </p:nvGrpSpPr>
        <p:grpSpPr>
          <a:xfrm>
            <a:off x="768240" y="4912200"/>
            <a:ext cx="4590000" cy="884520"/>
            <a:chOff x="768240" y="4912200"/>
            <a:chExt cx="4590000" cy="884520"/>
          </a:xfrm>
        </p:grpSpPr>
        <p:sp>
          <p:nvSpPr>
            <p:cNvPr id="1164" name="Freeform 30"/>
            <p:cNvSpPr/>
            <p:nvPr/>
          </p:nvSpPr>
          <p:spPr>
            <a:xfrm>
              <a:off x="768240" y="4919400"/>
              <a:ext cx="4590000" cy="877320"/>
            </a:xfrm>
            <a:custGeom>
              <a:avLst/>
              <a:gdLst>
                <a:gd name="textAreaLeft" fmla="*/ 0 w 4590000"/>
                <a:gd name="textAreaRight" fmla="*/ 4590360 w 4590000"/>
                <a:gd name="textAreaTop" fmla="*/ 0 h 877320"/>
                <a:gd name="textAreaBottom" fmla="*/ 877680 h 877320"/>
              </a:gdLst>
              <a:ahLst/>
              <a:rect l="textAreaLeft" t="textAreaTop" r="textAreaRight" b="textAreaBottom"/>
              <a:pathLst>
                <a:path w="6120384" h="1170432">
                  <a:moveTo>
                    <a:pt x="0" y="0"/>
                  </a:moveTo>
                  <a:lnTo>
                    <a:pt x="6120384" y="0"/>
                  </a:lnTo>
                  <a:lnTo>
                    <a:pt x="6120384" y="1170432"/>
                  </a:lnTo>
                  <a:lnTo>
                    <a:pt x="0" y="1170432"/>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65" name="TextBox 31"/>
            <p:cNvSpPr/>
            <p:nvPr/>
          </p:nvSpPr>
          <p:spPr>
            <a:xfrm>
              <a:off x="768240" y="4912200"/>
              <a:ext cx="4590000" cy="8845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1a2332"/>
                  </a:solidFill>
                  <a:latin typeface="Courier New"/>
                  <a:ea typeface="Courier New"/>
                </a:rPr>
                <a:t>Kumasi Mkt  4.80 GHS</a:t>
              </a:r>
              <a:endParaRPr b="0" lang="en-US" sz="1800" spc="-1" strike="noStrike">
                <a:solidFill>
                  <a:srgbClr val="000000"/>
                </a:solidFill>
                <a:latin typeface="Arial"/>
              </a:endParaRPr>
            </a:p>
          </p:txBody>
        </p:sp>
      </p:grpSp>
      <p:grpSp>
        <p:nvGrpSpPr>
          <p:cNvPr id="1166" name="Group 32"/>
          <p:cNvGrpSpPr/>
          <p:nvPr/>
        </p:nvGrpSpPr>
        <p:grpSpPr>
          <a:xfrm>
            <a:off x="768240" y="5918040"/>
            <a:ext cx="4590000" cy="884520"/>
            <a:chOff x="768240" y="5918040"/>
            <a:chExt cx="4590000" cy="884520"/>
          </a:xfrm>
        </p:grpSpPr>
        <p:sp>
          <p:nvSpPr>
            <p:cNvPr id="1167" name="Freeform 33"/>
            <p:cNvSpPr/>
            <p:nvPr/>
          </p:nvSpPr>
          <p:spPr>
            <a:xfrm>
              <a:off x="768240" y="5925240"/>
              <a:ext cx="4590000" cy="877320"/>
            </a:xfrm>
            <a:custGeom>
              <a:avLst/>
              <a:gdLst>
                <a:gd name="textAreaLeft" fmla="*/ 0 w 4590000"/>
                <a:gd name="textAreaRight" fmla="*/ 4590360 w 4590000"/>
                <a:gd name="textAreaTop" fmla="*/ 0 h 877320"/>
                <a:gd name="textAreaBottom" fmla="*/ 877680 h 877320"/>
              </a:gdLst>
              <a:ahLst/>
              <a:rect l="textAreaLeft" t="textAreaTop" r="textAreaRight" b="textAreaBottom"/>
              <a:pathLst>
                <a:path w="6120384" h="1170432">
                  <a:moveTo>
                    <a:pt x="0" y="0"/>
                  </a:moveTo>
                  <a:lnTo>
                    <a:pt x="6120384" y="0"/>
                  </a:lnTo>
                  <a:lnTo>
                    <a:pt x="6120384" y="1170432"/>
                  </a:lnTo>
                  <a:lnTo>
                    <a:pt x="0" y="1170432"/>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68" name="TextBox 34"/>
            <p:cNvSpPr/>
            <p:nvPr/>
          </p:nvSpPr>
          <p:spPr>
            <a:xfrm>
              <a:off x="768240" y="5918040"/>
              <a:ext cx="4590000" cy="8845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1a2332"/>
                  </a:solidFill>
                  <a:latin typeface="Courier New"/>
                  <a:ea typeface="Courier New"/>
                </a:rPr>
                <a:t>Tamale Mkt  6.40 GHS</a:t>
              </a:r>
              <a:endParaRPr b="0" lang="en-US" sz="1800" spc="-1" strike="noStrike">
                <a:solidFill>
                  <a:srgbClr val="000000"/>
                </a:solidFill>
                <a:latin typeface="Arial"/>
              </a:endParaRPr>
            </a:p>
          </p:txBody>
        </p:sp>
      </p:grpSp>
      <p:grpSp>
        <p:nvGrpSpPr>
          <p:cNvPr id="1169" name="Group 35"/>
          <p:cNvGrpSpPr/>
          <p:nvPr/>
        </p:nvGrpSpPr>
        <p:grpSpPr>
          <a:xfrm>
            <a:off x="768240" y="6923880"/>
            <a:ext cx="4590000" cy="884520"/>
            <a:chOff x="768240" y="6923880"/>
            <a:chExt cx="4590000" cy="884520"/>
          </a:xfrm>
        </p:grpSpPr>
        <p:sp>
          <p:nvSpPr>
            <p:cNvPr id="1170" name="Freeform 36"/>
            <p:cNvSpPr/>
            <p:nvPr/>
          </p:nvSpPr>
          <p:spPr>
            <a:xfrm>
              <a:off x="768240" y="6931080"/>
              <a:ext cx="4590000" cy="877320"/>
            </a:xfrm>
            <a:custGeom>
              <a:avLst/>
              <a:gdLst>
                <a:gd name="textAreaLeft" fmla="*/ 0 w 4590000"/>
                <a:gd name="textAreaRight" fmla="*/ 4590360 w 4590000"/>
                <a:gd name="textAreaTop" fmla="*/ 0 h 877320"/>
                <a:gd name="textAreaBottom" fmla="*/ 877680 h 877320"/>
              </a:gdLst>
              <a:ahLst/>
              <a:rect l="textAreaLeft" t="textAreaTop" r="textAreaRight" b="textAreaBottom"/>
              <a:pathLst>
                <a:path w="6120384" h="1170432">
                  <a:moveTo>
                    <a:pt x="0" y="0"/>
                  </a:moveTo>
                  <a:lnTo>
                    <a:pt x="6120384" y="0"/>
                  </a:lnTo>
                  <a:lnTo>
                    <a:pt x="6120384" y="1170432"/>
                  </a:lnTo>
                  <a:lnTo>
                    <a:pt x="0" y="1170432"/>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71" name="TextBox 37"/>
            <p:cNvSpPr/>
            <p:nvPr/>
          </p:nvSpPr>
          <p:spPr>
            <a:xfrm>
              <a:off x="768240" y="6923880"/>
              <a:ext cx="4590000" cy="8845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1a2332"/>
                  </a:solidFill>
                  <a:latin typeface="Courier New"/>
                  <a:ea typeface="Courier New"/>
                </a:rPr>
                <a:t>Bolga Mkt   6.60 GHS</a:t>
              </a:r>
              <a:endParaRPr b="0" lang="en-US" sz="1800" spc="-1" strike="noStrike">
                <a:solidFill>
                  <a:srgbClr val="000000"/>
                </a:solidFill>
                <a:latin typeface="Arial"/>
              </a:endParaRPr>
            </a:p>
          </p:txBody>
        </p:sp>
      </p:grpSp>
      <p:grpSp>
        <p:nvGrpSpPr>
          <p:cNvPr id="1172" name="Group 38"/>
          <p:cNvGrpSpPr/>
          <p:nvPr/>
        </p:nvGrpSpPr>
        <p:grpSpPr>
          <a:xfrm>
            <a:off x="768240" y="7660440"/>
            <a:ext cx="4590000" cy="751680"/>
            <a:chOff x="768240" y="7660440"/>
            <a:chExt cx="4590000" cy="751680"/>
          </a:xfrm>
        </p:grpSpPr>
        <p:sp>
          <p:nvSpPr>
            <p:cNvPr id="1173" name="Freeform 39"/>
            <p:cNvSpPr/>
            <p:nvPr/>
          </p:nvSpPr>
          <p:spPr>
            <a:xfrm>
              <a:off x="768240" y="7717680"/>
              <a:ext cx="4590000" cy="694440"/>
            </a:xfrm>
            <a:custGeom>
              <a:avLst/>
              <a:gdLst>
                <a:gd name="textAreaLeft" fmla="*/ 0 w 4590000"/>
                <a:gd name="textAreaRight" fmla="*/ 4590360 w 4590000"/>
                <a:gd name="textAreaTop" fmla="*/ 0 h 694440"/>
                <a:gd name="textAreaBottom" fmla="*/ 694800 h 694440"/>
              </a:gdLst>
              <a:ahLst/>
              <a:rect l="textAreaLeft" t="textAreaTop" r="textAreaRight" b="textAreaBottom"/>
              <a:pathLst>
                <a:path w="6120384" h="926592">
                  <a:moveTo>
                    <a:pt x="0" y="0"/>
                  </a:moveTo>
                  <a:lnTo>
                    <a:pt x="6120384" y="0"/>
                  </a:lnTo>
                  <a:lnTo>
                    <a:pt x="6120384" y="926592"/>
                  </a:lnTo>
                  <a:lnTo>
                    <a:pt x="0" y="926592"/>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74" name="TextBox 40"/>
            <p:cNvSpPr/>
            <p:nvPr/>
          </p:nvSpPr>
          <p:spPr>
            <a:xfrm>
              <a:off x="768240" y="7660440"/>
              <a:ext cx="4590000" cy="751680"/>
            </a:xfrm>
            <a:prstGeom prst="rect">
              <a:avLst/>
            </a:prstGeom>
            <a:noFill/>
            <a:ln w="0">
              <a:noFill/>
            </a:ln>
          </p:spPr>
          <p:style>
            <a:lnRef idx="0"/>
            <a:fillRef idx="0"/>
            <a:effectRef idx="0"/>
            <a:fontRef idx="minor"/>
          </p:style>
          <p:txBody>
            <a:bodyPr lIns="0" rIns="0" tIns="0" bIns="0" anchor="ctr">
              <a:noAutofit/>
            </a:bodyPr>
            <a:p>
              <a:pPr defTabSz="914400">
                <a:lnSpc>
                  <a:spcPts val="2449"/>
                </a:lnSpc>
              </a:pPr>
              <a:r>
                <a:rPr b="0" i="1" lang="en-US" sz="1700" spc="-1" strike="noStrike">
                  <a:solidFill>
                    <a:srgbClr val="64748b"/>
                  </a:solidFill>
                  <a:latin typeface="Calibri (MS) Italics"/>
                  <a:ea typeface="Calibri (MS) Italics"/>
                </a:rPr>
                <a:t>Each market knows its price but does not know which region it belongs to.</a:t>
              </a:r>
              <a:endParaRPr b="0" lang="en-US" sz="1700" spc="-1" strike="noStrike">
                <a:solidFill>
                  <a:srgbClr val="000000"/>
                </a:solidFill>
                <a:latin typeface="Arial"/>
              </a:endParaRPr>
            </a:p>
          </p:txBody>
        </p:sp>
      </p:grpSp>
      <p:grpSp>
        <p:nvGrpSpPr>
          <p:cNvPr id="1175" name="Group 41"/>
          <p:cNvGrpSpPr/>
          <p:nvPr/>
        </p:nvGrpSpPr>
        <p:grpSpPr>
          <a:xfrm>
            <a:off x="6022440" y="4559400"/>
            <a:ext cx="2676600" cy="2950920"/>
            <a:chOff x="6022440" y="4559400"/>
            <a:chExt cx="2676600" cy="2950920"/>
          </a:xfrm>
        </p:grpSpPr>
        <p:sp>
          <p:nvSpPr>
            <p:cNvPr id="1176" name="Freeform 42"/>
            <p:cNvSpPr/>
            <p:nvPr/>
          </p:nvSpPr>
          <p:spPr>
            <a:xfrm>
              <a:off x="6035040" y="4572000"/>
              <a:ext cx="2651400" cy="2925720"/>
            </a:xfrm>
            <a:custGeom>
              <a:avLst/>
              <a:gdLst>
                <a:gd name="textAreaLeft" fmla="*/ 0 w 2651400"/>
                <a:gd name="textAreaRight" fmla="*/ 2651760 w 2651400"/>
                <a:gd name="textAreaTop" fmla="*/ 0 h 2925720"/>
                <a:gd name="textAreaBottom" fmla="*/ 2926080 h 2925720"/>
              </a:gdLst>
              <a:ahLst/>
              <a:rect l="textAreaLeft" t="textAreaTop" r="textAreaRight" b="textAreaBottom"/>
              <a:pathLst>
                <a:path w="3535680" h="3901440">
                  <a:moveTo>
                    <a:pt x="0" y="0"/>
                  </a:moveTo>
                  <a:lnTo>
                    <a:pt x="3535680" y="0"/>
                  </a:lnTo>
                  <a:lnTo>
                    <a:pt x="3535680" y="3901440"/>
                  </a:lnTo>
                  <a:lnTo>
                    <a:pt x="0" y="390144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77" name="Freeform 43"/>
            <p:cNvSpPr/>
            <p:nvPr/>
          </p:nvSpPr>
          <p:spPr>
            <a:xfrm>
              <a:off x="6022440" y="4559400"/>
              <a:ext cx="2676600" cy="2950920"/>
            </a:xfrm>
            <a:custGeom>
              <a:avLst/>
              <a:gdLst>
                <a:gd name="textAreaLeft" fmla="*/ 0 w 2676600"/>
                <a:gd name="textAreaRight" fmla="*/ 2676960 w 2676600"/>
                <a:gd name="textAreaTop" fmla="*/ 0 h 2950920"/>
                <a:gd name="textAreaBottom" fmla="*/ 2951280 h 2950920"/>
              </a:gdLst>
              <a:ahLst/>
              <a:rect l="textAreaLeft" t="textAreaTop" r="textAreaRight" b="textAreaBottom"/>
              <a:pathLst>
                <a:path w="3569462" h="3935222">
                  <a:moveTo>
                    <a:pt x="16891" y="0"/>
                  </a:moveTo>
                  <a:lnTo>
                    <a:pt x="3552571" y="0"/>
                  </a:lnTo>
                  <a:cubicBezTo>
                    <a:pt x="3561969" y="0"/>
                    <a:pt x="3569462" y="7620"/>
                    <a:pt x="3569462" y="16891"/>
                  </a:cubicBezTo>
                  <a:lnTo>
                    <a:pt x="3569462" y="3918331"/>
                  </a:lnTo>
                  <a:cubicBezTo>
                    <a:pt x="3569462" y="3927729"/>
                    <a:pt x="3561842" y="3935222"/>
                    <a:pt x="3552571" y="3935222"/>
                  </a:cubicBezTo>
                  <a:lnTo>
                    <a:pt x="16891" y="3935222"/>
                  </a:lnTo>
                  <a:cubicBezTo>
                    <a:pt x="7493" y="3935222"/>
                    <a:pt x="0" y="3927602"/>
                    <a:pt x="0" y="3918331"/>
                  </a:cubicBezTo>
                  <a:lnTo>
                    <a:pt x="0" y="16891"/>
                  </a:lnTo>
                  <a:cubicBezTo>
                    <a:pt x="0" y="7620"/>
                    <a:pt x="7620" y="0"/>
                    <a:pt x="16891" y="0"/>
                  </a:cubicBezTo>
                  <a:moveTo>
                    <a:pt x="16891" y="33909"/>
                  </a:moveTo>
                  <a:lnTo>
                    <a:pt x="16891" y="16891"/>
                  </a:lnTo>
                  <a:lnTo>
                    <a:pt x="33909" y="16891"/>
                  </a:lnTo>
                  <a:lnTo>
                    <a:pt x="33909" y="3918331"/>
                  </a:lnTo>
                  <a:lnTo>
                    <a:pt x="16891" y="3918331"/>
                  </a:lnTo>
                  <a:lnTo>
                    <a:pt x="16891" y="3901440"/>
                  </a:lnTo>
                  <a:lnTo>
                    <a:pt x="3552571" y="3901440"/>
                  </a:lnTo>
                  <a:lnTo>
                    <a:pt x="3552571" y="3918331"/>
                  </a:lnTo>
                  <a:lnTo>
                    <a:pt x="3535680" y="3918331"/>
                  </a:lnTo>
                  <a:lnTo>
                    <a:pt x="3535680" y="16891"/>
                  </a:lnTo>
                  <a:lnTo>
                    <a:pt x="3552571" y="16891"/>
                  </a:lnTo>
                  <a:lnTo>
                    <a:pt x="355257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78" name="Group 44"/>
          <p:cNvGrpSpPr/>
          <p:nvPr/>
        </p:nvGrpSpPr>
        <p:grpSpPr>
          <a:xfrm>
            <a:off x="6126480" y="4667400"/>
            <a:ext cx="2468520" cy="782280"/>
            <a:chOff x="6126480" y="4667400"/>
            <a:chExt cx="2468520" cy="782280"/>
          </a:xfrm>
        </p:grpSpPr>
        <p:sp>
          <p:nvSpPr>
            <p:cNvPr id="1179" name="Freeform 45"/>
            <p:cNvSpPr/>
            <p:nvPr/>
          </p:nvSpPr>
          <p:spPr>
            <a:xfrm>
              <a:off x="6126480" y="4681800"/>
              <a:ext cx="2468520" cy="767880"/>
            </a:xfrm>
            <a:custGeom>
              <a:avLst/>
              <a:gdLst>
                <a:gd name="textAreaLeft" fmla="*/ 0 w 2468520"/>
                <a:gd name="textAreaRight" fmla="*/ 2468880 w 2468520"/>
                <a:gd name="textAreaTop" fmla="*/ 0 h 767880"/>
                <a:gd name="textAreaBottom" fmla="*/ 768240 h 767880"/>
              </a:gdLst>
              <a:ahLst/>
              <a:rect l="textAreaLeft" t="textAreaTop" r="textAreaRight" b="textAreaBottom"/>
              <a:pathLst>
                <a:path w="3291840" h="1024128">
                  <a:moveTo>
                    <a:pt x="0" y="0"/>
                  </a:moveTo>
                  <a:lnTo>
                    <a:pt x="3291840" y="0"/>
                  </a:lnTo>
                  <a:lnTo>
                    <a:pt x="3291840" y="1024128"/>
                  </a:lnTo>
                  <a:lnTo>
                    <a:pt x="0" y="1024128"/>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80" name="TextBox 46"/>
            <p:cNvSpPr/>
            <p:nvPr/>
          </p:nvSpPr>
          <p:spPr>
            <a:xfrm>
              <a:off x="6126480" y="4667400"/>
              <a:ext cx="2468520" cy="781920"/>
            </a:xfrm>
            <a:prstGeom prst="rect">
              <a:avLst/>
            </a:prstGeom>
            <a:noFill/>
            <a:ln w="0">
              <a:noFill/>
            </a:ln>
          </p:spPr>
          <p:style>
            <a:lnRef idx="0"/>
            <a:fillRef idx="0"/>
            <a:effectRef idx="0"/>
            <a:fontRef idx="minor"/>
          </p:style>
          <p:txBody>
            <a:bodyPr lIns="0" rIns="0" tIns="0" bIns="0" anchor="ctr">
              <a:noAutofit/>
            </a:bodyPr>
            <a:p>
              <a:pPr algn="ctr" defTabSz="914400">
                <a:lnSpc>
                  <a:spcPts val="2639"/>
                </a:lnSpc>
              </a:pPr>
              <a:r>
                <a:rPr b="1" lang="en-US" sz="2200" spc="-1" strike="noStrike">
                  <a:solidFill>
                    <a:srgbClr val="ffffff"/>
                  </a:solidFill>
                  <a:latin typeface="Trebuchet MS Bold"/>
                  <a:ea typeface="Trebuchet MS Bold"/>
                </a:rPr>
                <a:t>gpd.sjoin()</a:t>
              </a:r>
              <a:endParaRPr b="0" lang="en-US" sz="2200" spc="-1" strike="noStrike">
                <a:solidFill>
                  <a:srgbClr val="000000"/>
                </a:solidFill>
                <a:latin typeface="Arial"/>
              </a:endParaRPr>
            </a:p>
          </p:txBody>
        </p:sp>
      </p:grpSp>
      <p:grpSp>
        <p:nvGrpSpPr>
          <p:cNvPr id="1181" name="Group 47"/>
          <p:cNvGrpSpPr/>
          <p:nvPr/>
        </p:nvGrpSpPr>
        <p:grpSpPr>
          <a:xfrm>
            <a:off x="6113880" y="5510160"/>
            <a:ext cx="2493720" cy="61560"/>
            <a:chOff x="6113880" y="5510160"/>
            <a:chExt cx="2493720" cy="61560"/>
          </a:xfrm>
        </p:grpSpPr>
        <p:sp>
          <p:nvSpPr>
            <p:cNvPr id="1182" name="Freeform 48"/>
            <p:cNvSpPr/>
            <p:nvPr/>
          </p:nvSpPr>
          <p:spPr>
            <a:xfrm>
              <a:off x="6126480" y="5523120"/>
              <a:ext cx="2468520" cy="36360"/>
            </a:xfrm>
            <a:custGeom>
              <a:avLst/>
              <a:gdLst>
                <a:gd name="textAreaLeft" fmla="*/ 0 w 2468520"/>
                <a:gd name="textAreaRight" fmla="*/ 2468880 w 2468520"/>
                <a:gd name="textAreaTop" fmla="*/ 0 h 36360"/>
                <a:gd name="textAreaBottom" fmla="*/ 36720 h 36360"/>
              </a:gdLst>
              <a:ahLst/>
              <a:rect l="textAreaLeft" t="textAreaTop" r="textAreaRight" b="textAreaBottom"/>
              <a:pathLst>
                <a:path w="3291840" h="48768">
                  <a:moveTo>
                    <a:pt x="0" y="0"/>
                  </a:moveTo>
                  <a:lnTo>
                    <a:pt x="3291840" y="0"/>
                  </a:lnTo>
                  <a:lnTo>
                    <a:pt x="3291840" y="48768"/>
                  </a:lnTo>
                  <a:lnTo>
                    <a:pt x="0" y="48768"/>
                  </a:lnTo>
                  <a:close/>
                </a:path>
              </a:pathLst>
            </a:custGeom>
            <a:solidFill>
              <a:srgbClr val="ffffff">
                <a:alpha val="16000"/>
              </a:srgbClr>
            </a:solidFill>
            <a:ln w="0">
              <a:noFill/>
            </a:ln>
          </p:spPr>
          <p:style>
            <a:lnRef idx="0"/>
            <a:fillRef idx="0"/>
            <a:effectRef idx="0"/>
            <a:fontRef idx="minor"/>
          </p:style>
          <p:txBody>
            <a:bodyPr lIns="90000" rIns="90000" tIns="-8280" bIns="-8280" anchor="t">
              <a:noAutofit/>
            </a:bodyPr>
            <a:p>
              <a:endParaRPr b="0" lang="en-US" sz="1800" spc="-1" strike="noStrike">
                <a:solidFill>
                  <a:srgbClr val="000000"/>
                </a:solidFill>
                <a:latin typeface="Arial"/>
              </a:endParaRPr>
            </a:p>
          </p:txBody>
        </p:sp>
        <p:sp>
          <p:nvSpPr>
            <p:cNvPr id="1183" name="Freeform 49"/>
            <p:cNvSpPr/>
            <p:nvPr/>
          </p:nvSpPr>
          <p:spPr>
            <a:xfrm>
              <a:off x="6113880" y="5510160"/>
              <a:ext cx="2493720" cy="61560"/>
            </a:xfrm>
            <a:custGeom>
              <a:avLst/>
              <a:gdLst>
                <a:gd name="textAreaLeft" fmla="*/ 0 w 2493720"/>
                <a:gd name="textAreaRight" fmla="*/ 2494080 w 2493720"/>
                <a:gd name="textAreaTop" fmla="*/ 0 h 61560"/>
                <a:gd name="textAreaBottom" fmla="*/ 61920 h 61560"/>
              </a:gdLst>
              <a:ahLst/>
              <a:rect l="textAreaLeft" t="textAreaTop" r="textAreaRight" b="textAreaBottom"/>
              <a:pathLst>
                <a:path w="3325622" h="82552">
                  <a:moveTo>
                    <a:pt x="16891" y="0"/>
                  </a:moveTo>
                  <a:lnTo>
                    <a:pt x="3308731" y="0"/>
                  </a:lnTo>
                  <a:cubicBezTo>
                    <a:pt x="3318129" y="0"/>
                    <a:pt x="3325622" y="7620"/>
                    <a:pt x="3325622" y="16891"/>
                  </a:cubicBezTo>
                  <a:lnTo>
                    <a:pt x="3325622" y="65659"/>
                  </a:lnTo>
                  <a:cubicBezTo>
                    <a:pt x="3325622" y="75057"/>
                    <a:pt x="3318002" y="82550"/>
                    <a:pt x="330873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3308731" y="48768"/>
                  </a:lnTo>
                  <a:lnTo>
                    <a:pt x="3308731" y="65659"/>
                  </a:lnTo>
                  <a:lnTo>
                    <a:pt x="3291840" y="65659"/>
                  </a:lnTo>
                  <a:lnTo>
                    <a:pt x="3291840" y="16891"/>
                  </a:lnTo>
                  <a:lnTo>
                    <a:pt x="3308731" y="16891"/>
                  </a:lnTo>
                  <a:lnTo>
                    <a:pt x="3308731" y="33909"/>
                  </a:lnTo>
                  <a:lnTo>
                    <a:pt x="16891" y="33909"/>
                  </a:lnTo>
                  <a:close/>
                </a:path>
              </a:pathLst>
            </a:custGeom>
            <a:solidFill>
              <a:srgbClr val="ffffff">
                <a:alpha val="16000"/>
              </a:srgbClr>
            </a:solidFill>
            <a:ln w="0">
              <a:noFill/>
            </a:ln>
          </p:spPr>
          <p:style>
            <a:lnRef idx="0"/>
            <a:fillRef idx="0"/>
            <a:effectRef idx="0"/>
            <a:fontRef idx="minor"/>
          </p:style>
          <p:txBody>
            <a:bodyPr lIns="90000" rIns="90000" tIns="16920" bIns="16920" anchor="t">
              <a:noAutofit/>
            </a:bodyPr>
            <a:p>
              <a:endParaRPr b="0" lang="en-US" sz="1800" spc="-1" strike="noStrike">
                <a:solidFill>
                  <a:srgbClr val="000000"/>
                </a:solidFill>
                <a:latin typeface="Arial"/>
              </a:endParaRPr>
            </a:p>
          </p:txBody>
        </p:sp>
      </p:grpSp>
      <p:grpSp>
        <p:nvGrpSpPr>
          <p:cNvPr id="1184" name="Group 50"/>
          <p:cNvGrpSpPr/>
          <p:nvPr/>
        </p:nvGrpSpPr>
        <p:grpSpPr>
          <a:xfrm>
            <a:off x="6126480" y="5575680"/>
            <a:ext cx="2468520" cy="1702800"/>
            <a:chOff x="6126480" y="5575680"/>
            <a:chExt cx="2468520" cy="1702800"/>
          </a:xfrm>
        </p:grpSpPr>
        <p:sp>
          <p:nvSpPr>
            <p:cNvPr id="1185" name="Freeform 51"/>
            <p:cNvSpPr/>
            <p:nvPr/>
          </p:nvSpPr>
          <p:spPr>
            <a:xfrm>
              <a:off x="6126480" y="5632560"/>
              <a:ext cx="2468520" cy="1645560"/>
            </a:xfrm>
            <a:custGeom>
              <a:avLst/>
              <a:gdLst>
                <a:gd name="textAreaLeft" fmla="*/ 0 w 2468520"/>
                <a:gd name="textAreaRight" fmla="*/ 2468880 w 2468520"/>
                <a:gd name="textAreaTop" fmla="*/ 0 h 1645560"/>
                <a:gd name="textAreaBottom" fmla="*/ 1645920 h 1645560"/>
              </a:gdLst>
              <a:ahLst/>
              <a:rect l="textAreaLeft" t="textAreaTop" r="textAreaRight" b="textAreaBottom"/>
              <a:pathLst>
                <a:path w="3291840" h="2194560">
                  <a:moveTo>
                    <a:pt x="0" y="0"/>
                  </a:moveTo>
                  <a:lnTo>
                    <a:pt x="3291840" y="0"/>
                  </a:lnTo>
                  <a:lnTo>
                    <a:pt x="3291840" y="2194560"/>
                  </a:lnTo>
                  <a:lnTo>
                    <a:pt x="0" y="2194560"/>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86" name="TextBox 52"/>
            <p:cNvSpPr/>
            <p:nvPr/>
          </p:nvSpPr>
          <p:spPr>
            <a:xfrm>
              <a:off x="6126480" y="5575680"/>
              <a:ext cx="2468520" cy="1702800"/>
            </a:xfrm>
            <a:prstGeom prst="rect">
              <a:avLst/>
            </a:prstGeom>
            <a:noFill/>
            <a:ln w="0">
              <a:noFill/>
            </a:ln>
          </p:spPr>
          <p:style>
            <a:lnRef idx="0"/>
            <a:fillRef idx="0"/>
            <a:effectRef idx="0"/>
            <a:fontRef idx="minor"/>
          </p:style>
          <p:txBody>
            <a:bodyPr lIns="0" rIns="0" tIns="0" bIns="0" anchor="ctr">
              <a:noAutofit/>
            </a:bodyPr>
            <a:p>
              <a:pPr algn="ctr" defTabSz="914400">
                <a:lnSpc>
                  <a:spcPts val="2401"/>
                </a:lnSpc>
              </a:pPr>
              <a:r>
                <a:rPr b="0" lang="en-US" sz="1600" spc="-1" strike="noStrike">
                  <a:solidFill>
                    <a:srgbClr val="ffffff"/>
                  </a:solidFill>
                  <a:latin typeface="Calibri (MS)"/>
                  <a:ea typeface="Calibri (MS)"/>
                </a:rPr>
                <a:t>"Which region's polygon contains this point?"</a:t>
              </a:r>
              <a:endParaRPr b="0" lang="en-US" sz="1600" spc="-1" strike="noStrike">
                <a:solidFill>
                  <a:srgbClr val="000000"/>
                </a:solidFill>
                <a:latin typeface="Arial"/>
              </a:endParaRPr>
            </a:p>
          </p:txBody>
        </p:sp>
      </p:grpSp>
      <p:grpSp>
        <p:nvGrpSpPr>
          <p:cNvPr id="1187" name="Group 53"/>
          <p:cNvGrpSpPr/>
          <p:nvPr/>
        </p:nvGrpSpPr>
        <p:grpSpPr>
          <a:xfrm>
            <a:off x="5577840" y="5472000"/>
            <a:ext cx="511560" cy="782280"/>
            <a:chOff x="5577840" y="5472000"/>
            <a:chExt cx="511560" cy="782280"/>
          </a:xfrm>
        </p:grpSpPr>
        <p:sp>
          <p:nvSpPr>
            <p:cNvPr id="1188" name="Freeform 54"/>
            <p:cNvSpPr/>
            <p:nvPr/>
          </p:nvSpPr>
          <p:spPr>
            <a:xfrm>
              <a:off x="5577840" y="5486400"/>
              <a:ext cx="511560" cy="767880"/>
            </a:xfrm>
            <a:custGeom>
              <a:avLst/>
              <a:gdLst>
                <a:gd name="textAreaLeft" fmla="*/ 0 w 511560"/>
                <a:gd name="textAreaRight" fmla="*/ 511920 w 511560"/>
                <a:gd name="textAreaTop" fmla="*/ 0 h 767880"/>
                <a:gd name="textAreaBottom" fmla="*/ 768240 h 767880"/>
              </a:gdLst>
              <a:ahLst/>
              <a:rect l="textAreaLeft" t="textAreaTop" r="textAreaRight" b="textAreaBottom"/>
              <a:pathLst>
                <a:path w="682752" h="1024128">
                  <a:moveTo>
                    <a:pt x="0" y="0"/>
                  </a:moveTo>
                  <a:lnTo>
                    <a:pt x="682752" y="0"/>
                  </a:lnTo>
                  <a:lnTo>
                    <a:pt x="682752" y="1024128"/>
                  </a:lnTo>
                  <a:lnTo>
                    <a:pt x="0" y="1024128"/>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89" name="TextBox 55"/>
            <p:cNvSpPr/>
            <p:nvPr/>
          </p:nvSpPr>
          <p:spPr>
            <a:xfrm>
              <a:off x="5577840" y="5472000"/>
              <a:ext cx="511560" cy="781920"/>
            </a:xfrm>
            <a:prstGeom prst="rect">
              <a:avLst/>
            </a:prstGeom>
            <a:noFill/>
            <a:ln w="0">
              <a:noFill/>
            </a:ln>
          </p:spPr>
          <p:style>
            <a:lnRef idx="0"/>
            <a:fillRef idx="0"/>
            <a:effectRef idx="0"/>
            <a:fontRef idx="minor"/>
          </p:style>
          <p:txBody>
            <a:bodyPr lIns="0" rIns="0" tIns="0" bIns="0" anchor="ctr">
              <a:noAutofit/>
            </a:bodyPr>
            <a:p>
              <a:pPr algn="ctr" defTabSz="914400">
                <a:lnSpc>
                  <a:spcPts val="4320"/>
                </a:lnSpc>
              </a:pPr>
              <a:r>
                <a:rPr b="1" lang="en-US" sz="3600" spc="-1" strike="noStrike">
                  <a:solidFill>
                    <a:srgbClr val="f4a261"/>
                  </a:solidFill>
                  <a:latin typeface="Trebuchet MS Bold"/>
                  <a:ea typeface="Trebuchet MS Bold"/>
                </a:rPr>
                <a:t>→</a:t>
              </a:r>
              <a:endParaRPr b="0" lang="en-US" sz="3600" spc="-1" strike="noStrike">
                <a:solidFill>
                  <a:srgbClr val="000000"/>
                </a:solidFill>
                <a:latin typeface="Arial"/>
              </a:endParaRPr>
            </a:p>
          </p:txBody>
        </p:sp>
      </p:grpSp>
      <p:grpSp>
        <p:nvGrpSpPr>
          <p:cNvPr id="1190" name="Group 56"/>
          <p:cNvGrpSpPr/>
          <p:nvPr/>
        </p:nvGrpSpPr>
        <p:grpSpPr>
          <a:xfrm>
            <a:off x="8686800" y="5472000"/>
            <a:ext cx="511560" cy="782280"/>
            <a:chOff x="8686800" y="5472000"/>
            <a:chExt cx="511560" cy="782280"/>
          </a:xfrm>
        </p:grpSpPr>
        <p:sp>
          <p:nvSpPr>
            <p:cNvPr id="1191" name="Freeform 57"/>
            <p:cNvSpPr/>
            <p:nvPr/>
          </p:nvSpPr>
          <p:spPr>
            <a:xfrm>
              <a:off x="8686800" y="5486400"/>
              <a:ext cx="511560" cy="767880"/>
            </a:xfrm>
            <a:custGeom>
              <a:avLst/>
              <a:gdLst>
                <a:gd name="textAreaLeft" fmla="*/ 0 w 511560"/>
                <a:gd name="textAreaRight" fmla="*/ 511920 w 511560"/>
                <a:gd name="textAreaTop" fmla="*/ 0 h 767880"/>
                <a:gd name="textAreaBottom" fmla="*/ 768240 h 767880"/>
              </a:gdLst>
              <a:ahLst/>
              <a:rect l="textAreaLeft" t="textAreaTop" r="textAreaRight" b="textAreaBottom"/>
              <a:pathLst>
                <a:path w="682752" h="1024128">
                  <a:moveTo>
                    <a:pt x="0" y="0"/>
                  </a:moveTo>
                  <a:lnTo>
                    <a:pt x="682752" y="0"/>
                  </a:lnTo>
                  <a:lnTo>
                    <a:pt x="682752" y="1024128"/>
                  </a:lnTo>
                  <a:lnTo>
                    <a:pt x="0" y="1024128"/>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92" name="TextBox 58"/>
            <p:cNvSpPr/>
            <p:nvPr/>
          </p:nvSpPr>
          <p:spPr>
            <a:xfrm>
              <a:off x="8686800" y="5472000"/>
              <a:ext cx="511560" cy="781920"/>
            </a:xfrm>
            <a:prstGeom prst="rect">
              <a:avLst/>
            </a:prstGeom>
            <a:noFill/>
            <a:ln w="0">
              <a:noFill/>
            </a:ln>
          </p:spPr>
          <p:style>
            <a:lnRef idx="0"/>
            <a:fillRef idx="0"/>
            <a:effectRef idx="0"/>
            <a:fontRef idx="minor"/>
          </p:style>
          <p:txBody>
            <a:bodyPr lIns="0" rIns="0" tIns="0" bIns="0" anchor="ctr">
              <a:noAutofit/>
            </a:bodyPr>
            <a:p>
              <a:pPr algn="ctr" defTabSz="914400">
                <a:lnSpc>
                  <a:spcPts val="4320"/>
                </a:lnSpc>
              </a:pPr>
              <a:r>
                <a:rPr b="1" lang="en-US" sz="3600" spc="-1" strike="noStrike">
                  <a:solidFill>
                    <a:srgbClr val="f4a261"/>
                  </a:solidFill>
                  <a:latin typeface="Trebuchet MS Bold"/>
                  <a:ea typeface="Trebuchet MS Bold"/>
                </a:rPr>
                <a:t>→</a:t>
              </a:r>
              <a:endParaRPr b="0" lang="en-US" sz="3600" spc="-1" strike="noStrike">
                <a:solidFill>
                  <a:srgbClr val="000000"/>
                </a:solidFill>
                <a:latin typeface="Arial"/>
              </a:endParaRPr>
            </a:p>
          </p:txBody>
        </p:sp>
      </p:grpSp>
      <p:grpSp>
        <p:nvGrpSpPr>
          <p:cNvPr id="1193" name="Group 59"/>
          <p:cNvGrpSpPr/>
          <p:nvPr/>
        </p:nvGrpSpPr>
        <p:grpSpPr>
          <a:xfrm>
            <a:off x="9320400" y="2334600"/>
            <a:ext cx="5041440" cy="6230160"/>
            <a:chOff x="9320400" y="2334600"/>
            <a:chExt cx="5041440" cy="6230160"/>
          </a:xfrm>
        </p:grpSpPr>
        <p:sp>
          <p:nvSpPr>
            <p:cNvPr id="1194" name="Freeform 60"/>
            <p:cNvSpPr/>
            <p:nvPr/>
          </p:nvSpPr>
          <p:spPr>
            <a:xfrm>
              <a:off x="9326880" y="2340720"/>
              <a:ext cx="5028840" cy="6217560"/>
            </a:xfrm>
            <a:custGeom>
              <a:avLst/>
              <a:gdLst>
                <a:gd name="textAreaLeft" fmla="*/ 0 w 5028840"/>
                <a:gd name="textAreaRight" fmla="*/ 5029200 w 5028840"/>
                <a:gd name="textAreaTop" fmla="*/ 0 h 6217560"/>
                <a:gd name="textAreaBottom" fmla="*/ 6217920 h 6217560"/>
              </a:gdLst>
              <a:ahLst/>
              <a:rect l="textAreaLeft" t="textAreaTop" r="textAreaRight" b="textAreaBottom"/>
              <a:pathLst>
                <a:path w="6705600" h="8290560">
                  <a:moveTo>
                    <a:pt x="0" y="0"/>
                  </a:moveTo>
                  <a:lnTo>
                    <a:pt x="6705600" y="0"/>
                  </a:lnTo>
                  <a:lnTo>
                    <a:pt x="6705600" y="8290560"/>
                  </a:lnTo>
                  <a:lnTo>
                    <a:pt x="0" y="8290560"/>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95" name="Freeform 61"/>
            <p:cNvSpPr/>
            <p:nvPr/>
          </p:nvSpPr>
          <p:spPr>
            <a:xfrm>
              <a:off x="9320400" y="2334600"/>
              <a:ext cx="5041440" cy="6230160"/>
            </a:xfrm>
            <a:custGeom>
              <a:avLst/>
              <a:gdLst>
                <a:gd name="textAreaLeft" fmla="*/ 0 w 5041440"/>
                <a:gd name="textAreaRight" fmla="*/ 5041800 w 5041440"/>
                <a:gd name="textAreaTop" fmla="*/ 0 h 6230160"/>
                <a:gd name="textAreaBottom" fmla="*/ 6230520 h 6230160"/>
              </a:gdLst>
              <a:ahLst/>
              <a:rect l="textAreaLeft" t="textAreaTop" r="textAreaRight" b="textAreaBottom"/>
              <a:pathLst>
                <a:path w="6722618" h="8307578">
                  <a:moveTo>
                    <a:pt x="8509" y="0"/>
                  </a:moveTo>
                  <a:lnTo>
                    <a:pt x="6714109" y="0"/>
                  </a:lnTo>
                  <a:cubicBezTo>
                    <a:pt x="6718808" y="0"/>
                    <a:pt x="6722618" y="3810"/>
                    <a:pt x="6722618" y="8509"/>
                  </a:cubicBezTo>
                  <a:lnTo>
                    <a:pt x="6722618" y="8299069"/>
                  </a:lnTo>
                  <a:cubicBezTo>
                    <a:pt x="6722618" y="8303768"/>
                    <a:pt x="6718808" y="8307578"/>
                    <a:pt x="6714109" y="8307578"/>
                  </a:cubicBezTo>
                  <a:lnTo>
                    <a:pt x="8509" y="8307578"/>
                  </a:lnTo>
                  <a:cubicBezTo>
                    <a:pt x="3810" y="8307578"/>
                    <a:pt x="0" y="8303768"/>
                    <a:pt x="0" y="8299069"/>
                  </a:cubicBezTo>
                  <a:lnTo>
                    <a:pt x="0" y="8509"/>
                  </a:lnTo>
                  <a:cubicBezTo>
                    <a:pt x="0" y="3810"/>
                    <a:pt x="3810" y="0"/>
                    <a:pt x="8509" y="0"/>
                  </a:cubicBezTo>
                  <a:moveTo>
                    <a:pt x="8509" y="16891"/>
                  </a:moveTo>
                  <a:lnTo>
                    <a:pt x="8509" y="8509"/>
                  </a:lnTo>
                  <a:lnTo>
                    <a:pt x="17018" y="8509"/>
                  </a:lnTo>
                  <a:lnTo>
                    <a:pt x="17018" y="8299069"/>
                  </a:lnTo>
                  <a:lnTo>
                    <a:pt x="8509" y="8299069"/>
                  </a:lnTo>
                  <a:lnTo>
                    <a:pt x="8509" y="8290560"/>
                  </a:lnTo>
                  <a:lnTo>
                    <a:pt x="6714109" y="8290560"/>
                  </a:lnTo>
                  <a:lnTo>
                    <a:pt x="6714109" y="8299069"/>
                  </a:lnTo>
                  <a:lnTo>
                    <a:pt x="6705600" y="8299069"/>
                  </a:lnTo>
                  <a:lnTo>
                    <a:pt x="6705600" y="8509"/>
                  </a:lnTo>
                  <a:lnTo>
                    <a:pt x="6714109" y="8509"/>
                  </a:lnTo>
                  <a:lnTo>
                    <a:pt x="671410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96" name="Group 62"/>
          <p:cNvGrpSpPr/>
          <p:nvPr/>
        </p:nvGrpSpPr>
        <p:grpSpPr>
          <a:xfrm>
            <a:off x="9314280" y="2328120"/>
            <a:ext cx="5054040" cy="829800"/>
            <a:chOff x="9314280" y="2328120"/>
            <a:chExt cx="5054040" cy="829800"/>
          </a:xfrm>
        </p:grpSpPr>
        <p:sp>
          <p:nvSpPr>
            <p:cNvPr id="1197" name="Freeform 63"/>
            <p:cNvSpPr/>
            <p:nvPr/>
          </p:nvSpPr>
          <p:spPr>
            <a:xfrm>
              <a:off x="9326880" y="2340720"/>
              <a:ext cx="5028840" cy="804240"/>
            </a:xfrm>
            <a:custGeom>
              <a:avLst/>
              <a:gdLst>
                <a:gd name="textAreaLeft" fmla="*/ 0 w 5028840"/>
                <a:gd name="textAreaRight" fmla="*/ 5029200 w 5028840"/>
                <a:gd name="textAreaTop" fmla="*/ 0 h 804240"/>
                <a:gd name="textAreaBottom" fmla="*/ 804600 h 804240"/>
              </a:gdLst>
              <a:ahLst/>
              <a:rect l="textAreaLeft" t="textAreaTop" r="textAreaRight" b="textAreaBottom"/>
              <a:pathLst>
                <a:path w="6705600" h="1072896">
                  <a:moveTo>
                    <a:pt x="0" y="0"/>
                  </a:moveTo>
                  <a:lnTo>
                    <a:pt x="6705600" y="0"/>
                  </a:lnTo>
                  <a:lnTo>
                    <a:pt x="6705600" y="1072896"/>
                  </a:lnTo>
                  <a:lnTo>
                    <a:pt x="0" y="1072896"/>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8" name="Freeform 64"/>
            <p:cNvSpPr/>
            <p:nvPr/>
          </p:nvSpPr>
          <p:spPr>
            <a:xfrm>
              <a:off x="9314280" y="2328120"/>
              <a:ext cx="5054040" cy="829800"/>
            </a:xfrm>
            <a:custGeom>
              <a:avLst/>
              <a:gdLst>
                <a:gd name="textAreaLeft" fmla="*/ 0 w 5054040"/>
                <a:gd name="textAreaRight" fmla="*/ 5054400 w 5054040"/>
                <a:gd name="textAreaTop" fmla="*/ 0 h 829800"/>
                <a:gd name="textAreaBottom" fmla="*/ 830160 h 829800"/>
              </a:gdLst>
              <a:ahLst/>
              <a:rect l="textAreaLeft" t="textAreaTop" r="textAreaRight" b="textAreaBottom"/>
              <a:pathLst>
                <a:path w="6739382" h="1106680">
                  <a:moveTo>
                    <a:pt x="16891" y="0"/>
                  </a:moveTo>
                  <a:lnTo>
                    <a:pt x="6722491" y="0"/>
                  </a:lnTo>
                  <a:cubicBezTo>
                    <a:pt x="6731889" y="0"/>
                    <a:pt x="6739382" y="7620"/>
                    <a:pt x="6739382" y="16891"/>
                  </a:cubicBezTo>
                  <a:lnTo>
                    <a:pt x="6739382" y="1089787"/>
                  </a:lnTo>
                  <a:cubicBezTo>
                    <a:pt x="6739382" y="1099185"/>
                    <a:pt x="6731762" y="1106678"/>
                    <a:pt x="6722491"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6722491" y="1072896"/>
                  </a:lnTo>
                  <a:lnTo>
                    <a:pt x="6722491" y="1089787"/>
                  </a:lnTo>
                  <a:lnTo>
                    <a:pt x="6705600" y="1089787"/>
                  </a:lnTo>
                  <a:lnTo>
                    <a:pt x="6705600" y="16891"/>
                  </a:lnTo>
                  <a:lnTo>
                    <a:pt x="6722491" y="16891"/>
                  </a:lnTo>
                  <a:lnTo>
                    <a:pt x="672249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99" name="Group 65"/>
          <p:cNvGrpSpPr/>
          <p:nvPr/>
        </p:nvGrpSpPr>
        <p:grpSpPr>
          <a:xfrm>
            <a:off x="9546480" y="2326680"/>
            <a:ext cx="4590000" cy="818640"/>
            <a:chOff x="9546480" y="2326680"/>
            <a:chExt cx="4590000" cy="818640"/>
          </a:xfrm>
        </p:grpSpPr>
        <p:sp>
          <p:nvSpPr>
            <p:cNvPr id="1200" name="Freeform 66"/>
            <p:cNvSpPr/>
            <p:nvPr/>
          </p:nvSpPr>
          <p:spPr>
            <a:xfrm>
              <a:off x="9546480" y="2340720"/>
              <a:ext cx="4590000" cy="804240"/>
            </a:xfrm>
            <a:custGeom>
              <a:avLst/>
              <a:gdLst>
                <a:gd name="textAreaLeft" fmla="*/ 0 w 4590000"/>
                <a:gd name="textAreaRight" fmla="*/ 4590360 w 4590000"/>
                <a:gd name="textAreaTop" fmla="*/ 0 h 804240"/>
                <a:gd name="textAreaBottom" fmla="*/ 804600 h 804240"/>
              </a:gdLst>
              <a:ahLst/>
              <a:rect l="textAreaLeft" t="textAreaTop" r="textAreaRight" b="textAreaBottom"/>
              <a:pathLst>
                <a:path w="6120384" h="1072896">
                  <a:moveTo>
                    <a:pt x="0" y="0"/>
                  </a:moveTo>
                  <a:lnTo>
                    <a:pt x="6120384" y="0"/>
                  </a:lnTo>
                  <a:lnTo>
                    <a:pt x="6120384" y="1072896"/>
                  </a:lnTo>
                  <a:lnTo>
                    <a:pt x="0" y="1072896"/>
                  </a:lnTo>
                  <a:close/>
                </a:path>
              </a:pathLst>
            </a:custGeom>
            <a:blipFill rotWithShape="0">
              <a:blip r:embed="rId1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01" name="TextBox 67"/>
            <p:cNvSpPr/>
            <p:nvPr/>
          </p:nvSpPr>
          <p:spPr>
            <a:xfrm>
              <a:off x="9546480" y="2326680"/>
              <a:ext cx="4590000" cy="8186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ffffff"/>
                  </a:solidFill>
                  <a:latin typeface="Trebuchet MS Bold"/>
                  <a:ea typeface="Trebuchet MS Bold"/>
                </a:rPr>
                <a:t>Markets (after join)</a:t>
              </a:r>
              <a:endParaRPr b="0" lang="en-US" sz="2200" spc="-1" strike="noStrike">
                <a:solidFill>
                  <a:srgbClr val="000000"/>
                </a:solidFill>
                <a:latin typeface="Arial"/>
              </a:endParaRPr>
            </a:p>
          </p:txBody>
        </p:sp>
      </p:grpSp>
      <p:grpSp>
        <p:nvGrpSpPr>
          <p:cNvPr id="1202" name="Group 68"/>
          <p:cNvGrpSpPr/>
          <p:nvPr/>
        </p:nvGrpSpPr>
        <p:grpSpPr>
          <a:xfrm>
            <a:off x="9546480" y="3226680"/>
            <a:ext cx="4590000" cy="540360"/>
            <a:chOff x="9546480" y="3226680"/>
            <a:chExt cx="4590000" cy="540360"/>
          </a:xfrm>
        </p:grpSpPr>
        <p:sp>
          <p:nvSpPr>
            <p:cNvPr id="1203" name="Freeform 69"/>
            <p:cNvSpPr/>
            <p:nvPr/>
          </p:nvSpPr>
          <p:spPr>
            <a:xfrm>
              <a:off x="9546480" y="3255120"/>
              <a:ext cx="4590000" cy="511560"/>
            </a:xfrm>
            <a:custGeom>
              <a:avLst/>
              <a:gdLst>
                <a:gd name="textAreaLeft" fmla="*/ 0 w 4590000"/>
                <a:gd name="textAreaRight" fmla="*/ 4590360 w 4590000"/>
                <a:gd name="textAreaTop" fmla="*/ 0 h 511560"/>
                <a:gd name="textAreaBottom" fmla="*/ 511920 h 511560"/>
              </a:gdLst>
              <a:ahLst/>
              <a:rect l="textAreaLeft" t="textAreaTop" r="textAreaRight" b="textAreaBottom"/>
              <a:pathLst>
                <a:path w="6120384" h="682752">
                  <a:moveTo>
                    <a:pt x="0" y="0"/>
                  </a:moveTo>
                  <a:lnTo>
                    <a:pt x="6120384" y="0"/>
                  </a:lnTo>
                  <a:lnTo>
                    <a:pt x="6120384" y="682752"/>
                  </a:lnTo>
                  <a:lnTo>
                    <a:pt x="0" y="682752"/>
                  </a:lnTo>
                  <a:close/>
                </a:path>
              </a:pathLst>
            </a:custGeom>
            <a:blipFill rotWithShape="0">
              <a:blip r:embed="rId1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04" name="TextBox 70"/>
            <p:cNvSpPr/>
            <p:nvPr/>
          </p:nvSpPr>
          <p:spPr>
            <a:xfrm>
              <a:off x="9546480" y="3226680"/>
              <a:ext cx="4590000" cy="54036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i="1" lang="en-US" sz="1800" spc="-1" strike="noStrike">
                  <a:solidFill>
                    <a:srgbClr val="64748b"/>
                  </a:solidFill>
                  <a:latin typeface="Calibri (MS) Italics"/>
                  <a:ea typeface="Calibri (MS) Italics"/>
                </a:rPr>
                <a:t>with prices AND region</a:t>
              </a:r>
              <a:endParaRPr b="0" lang="en-US" sz="1800" spc="-1" strike="noStrike">
                <a:solidFill>
                  <a:srgbClr val="000000"/>
                </a:solidFill>
                <a:latin typeface="Arial"/>
              </a:endParaRPr>
            </a:p>
          </p:txBody>
        </p:sp>
      </p:grpSp>
      <p:grpSp>
        <p:nvGrpSpPr>
          <p:cNvPr id="1205" name="Group 71"/>
          <p:cNvGrpSpPr/>
          <p:nvPr/>
        </p:nvGrpSpPr>
        <p:grpSpPr>
          <a:xfrm>
            <a:off x="9546480" y="3906360"/>
            <a:ext cx="4590000" cy="884520"/>
            <a:chOff x="9546480" y="3906360"/>
            <a:chExt cx="4590000" cy="884520"/>
          </a:xfrm>
        </p:grpSpPr>
        <p:sp>
          <p:nvSpPr>
            <p:cNvPr id="1206" name="Freeform 72"/>
            <p:cNvSpPr/>
            <p:nvPr/>
          </p:nvSpPr>
          <p:spPr>
            <a:xfrm>
              <a:off x="9546480" y="3913560"/>
              <a:ext cx="4590000" cy="877320"/>
            </a:xfrm>
            <a:custGeom>
              <a:avLst/>
              <a:gdLst>
                <a:gd name="textAreaLeft" fmla="*/ 0 w 4590000"/>
                <a:gd name="textAreaRight" fmla="*/ 4590360 w 4590000"/>
                <a:gd name="textAreaTop" fmla="*/ 0 h 877320"/>
                <a:gd name="textAreaBottom" fmla="*/ 877680 h 877320"/>
              </a:gdLst>
              <a:ahLst/>
              <a:rect l="textAreaLeft" t="textAreaTop" r="textAreaRight" b="textAreaBottom"/>
              <a:pathLst>
                <a:path w="6120384" h="1170432">
                  <a:moveTo>
                    <a:pt x="0" y="0"/>
                  </a:moveTo>
                  <a:lnTo>
                    <a:pt x="6120384" y="0"/>
                  </a:lnTo>
                  <a:lnTo>
                    <a:pt x="6120384" y="1170432"/>
                  </a:lnTo>
                  <a:lnTo>
                    <a:pt x="0" y="1170432"/>
                  </a:lnTo>
                  <a:close/>
                </a:path>
              </a:pathLst>
            </a:custGeom>
            <a:blipFill rotWithShape="0">
              <a:blip r:embed="rId1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07" name="TextBox 73"/>
            <p:cNvSpPr/>
            <p:nvPr/>
          </p:nvSpPr>
          <p:spPr>
            <a:xfrm>
              <a:off x="9546480" y="3906360"/>
              <a:ext cx="4590000" cy="8845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1a2332"/>
                  </a:solidFill>
                  <a:latin typeface="Courier New"/>
                  <a:ea typeface="Courier New"/>
                </a:rPr>
                <a:t>Accra Mkt   Gr. Accra</a:t>
              </a:r>
              <a:endParaRPr b="0" lang="en-US" sz="1800" spc="-1" strike="noStrike">
                <a:solidFill>
                  <a:srgbClr val="000000"/>
                </a:solidFill>
                <a:latin typeface="Arial"/>
              </a:endParaRPr>
            </a:p>
          </p:txBody>
        </p:sp>
      </p:grpSp>
      <p:grpSp>
        <p:nvGrpSpPr>
          <p:cNvPr id="1208" name="Group 74"/>
          <p:cNvGrpSpPr/>
          <p:nvPr/>
        </p:nvGrpSpPr>
        <p:grpSpPr>
          <a:xfrm>
            <a:off x="9546480" y="4912200"/>
            <a:ext cx="4590000" cy="884520"/>
            <a:chOff x="9546480" y="4912200"/>
            <a:chExt cx="4590000" cy="884520"/>
          </a:xfrm>
        </p:grpSpPr>
        <p:sp>
          <p:nvSpPr>
            <p:cNvPr id="1209" name="Freeform 75"/>
            <p:cNvSpPr/>
            <p:nvPr/>
          </p:nvSpPr>
          <p:spPr>
            <a:xfrm>
              <a:off x="9546480" y="4919400"/>
              <a:ext cx="4590000" cy="877320"/>
            </a:xfrm>
            <a:custGeom>
              <a:avLst/>
              <a:gdLst>
                <a:gd name="textAreaLeft" fmla="*/ 0 w 4590000"/>
                <a:gd name="textAreaRight" fmla="*/ 4590360 w 4590000"/>
                <a:gd name="textAreaTop" fmla="*/ 0 h 877320"/>
                <a:gd name="textAreaBottom" fmla="*/ 877680 h 877320"/>
              </a:gdLst>
              <a:ahLst/>
              <a:rect l="textAreaLeft" t="textAreaTop" r="textAreaRight" b="textAreaBottom"/>
              <a:pathLst>
                <a:path w="6120384" h="1170432">
                  <a:moveTo>
                    <a:pt x="0" y="0"/>
                  </a:moveTo>
                  <a:lnTo>
                    <a:pt x="6120384" y="0"/>
                  </a:lnTo>
                  <a:lnTo>
                    <a:pt x="6120384" y="1170432"/>
                  </a:lnTo>
                  <a:lnTo>
                    <a:pt x="0" y="1170432"/>
                  </a:lnTo>
                  <a:close/>
                </a:path>
              </a:pathLst>
            </a:custGeom>
            <a:blipFill rotWithShape="0">
              <a:blip r:embed="rId1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10" name="TextBox 76"/>
            <p:cNvSpPr/>
            <p:nvPr/>
          </p:nvSpPr>
          <p:spPr>
            <a:xfrm>
              <a:off x="9546480" y="4912200"/>
              <a:ext cx="4590000" cy="8845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1a2332"/>
                  </a:solidFill>
                  <a:latin typeface="Courier New"/>
                  <a:ea typeface="Courier New"/>
                </a:rPr>
                <a:t>Kumasi Mkt  Ashanti</a:t>
              </a:r>
              <a:endParaRPr b="0" lang="en-US" sz="1800" spc="-1" strike="noStrike">
                <a:solidFill>
                  <a:srgbClr val="000000"/>
                </a:solidFill>
                <a:latin typeface="Arial"/>
              </a:endParaRPr>
            </a:p>
          </p:txBody>
        </p:sp>
      </p:grpSp>
      <p:grpSp>
        <p:nvGrpSpPr>
          <p:cNvPr id="1211" name="Group 77"/>
          <p:cNvGrpSpPr/>
          <p:nvPr/>
        </p:nvGrpSpPr>
        <p:grpSpPr>
          <a:xfrm>
            <a:off x="9546480" y="5918040"/>
            <a:ext cx="4590000" cy="884520"/>
            <a:chOff x="9546480" y="5918040"/>
            <a:chExt cx="4590000" cy="884520"/>
          </a:xfrm>
        </p:grpSpPr>
        <p:sp>
          <p:nvSpPr>
            <p:cNvPr id="1212" name="Freeform 78"/>
            <p:cNvSpPr/>
            <p:nvPr/>
          </p:nvSpPr>
          <p:spPr>
            <a:xfrm>
              <a:off x="9546480" y="5925240"/>
              <a:ext cx="4590000" cy="877320"/>
            </a:xfrm>
            <a:custGeom>
              <a:avLst/>
              <a:gdLst>
                <a:gd name="textAreaLeft" fmla="*/ 0 w 4590000"/>
                <a:gd name="textAreaRight" fmla="*/ 4590360 w 4590000"/>
                <a:gd name="textAreaTop" fmla="*/ 0 h 877320"/>
                <a:gd name="textAreaBottom" fmla="*/ 877680 h 877320"/>
              </a:gdLst>
              <a:ahLst/>
              <a:rect l="textAreaLeft" t="textAreaTop" r="textAreaRight" b="textAreaBottom"/>
              <a:pathLst>
                <a:path w="6120384" h="1170432">
                  <a:moveTo>
                    <a:pt x="0" y="0"/>
                  </a:moveTo>
                  <a:lnTo>
                    <a:pt x="6120384" y="0"/>
                  </a:lnTo>
                  <a:lnTo>
                    <a:pt x="6120384" y="1170432"/>
                  </a:lnTo>
                  <a:lnTo>
                    <a:pt x="0" y="1170432"/>
                  </a:lnTo>
                  <a:close/>
                </a:path>
              </a:pathLst>
            </a:custGeom>
            <a:blipFill rotWithShape="0">
              <a:blip r:embed="rId1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13" name="TextBox 79"/>
            <p:cNvSpPr/>
            <p:nvPr/>
          </p:nvSpPr>
          <p:spPr>
            <a:xfrm>
              <a:off x="9546480" y="5918040"/>
              <a:ext cx="4590000" cy="8845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1a2332"/>
                  </a:solidFill>
                  <a:latin typeface="Courier New"/>
                  <a:ea typeface="Courier New"/>
                </a:rPr>
                <a:t>Tamale Mkt  Northern</a:t>
              </a:r>
              <a:endParaRPr b="0" lang="en-US" sz="1800" spc="-1" strike="noStrike">
                <a:solidFill>
                  <a:srgbClr val="000000"/>
                </a:solidFill>
                <a:latin typeface="Arial"/>
              </a:endParaRPr>
            </a:p>
          </p:txBody>
        </p:sp>
      </p:grpSp>
      <p:grpSp>
        <p:nvGrpSpPr>
          <p:cNvPr id="1214" name="Group 80"/>
          <p:cNvGrpSpPr/>
          <p:nvPr/>
        </p:nvGrpSpPr>
        <p:grpSpPr>
          <a:xfrm>
            <a:off x="9546480" y="6923880"/>
            <a:ext cx="4590000" cy="884520"/>
            <a:chOff x="9546480" y="6923880"/>
            <a:chExt cx="4590000" cy="884520"/>
          </a:xfrm>
        </p:grpSpPr>
        <p:sp>
          <p:nvSpPr>
            <p:cNvPr id="1215" name="Freeform 81"/>
            <p:cNvSpPr/>
            <p:nvPr/>
          </p:nvSpPr>
          <p:spPr>
            <a:xfrm>
              <a:off x="9546480" y="6931080"/>
              <a:ext cx="4590000" cy="877320"/>
            </a:xfrm>
            <a:custGeom>
              <a:avLst/>
              <a:gdLst>
                <a:gd name="textAreaLeft" fmla="*/ 0 w 4590000"/>
                <a:gd name="textAreaRight" fmla="*/ 4590360 w 4590000"/>
                <a:gd name="textAreaTop" fmla="*/ 0 h 877320"/>
                <a:gd name="textAreaBottom" fmla="*/ 877680 h 877320"/>
              </a:gdLst>
              <a:ahLst/>
              <a:rect l="textAreaLeft" t="textAreaTop" r="textAreaRight" b="textAreaBottom"/>
              <a:pathLst>
                <a:path w="6120384" h="1170432">
                  <a:moveTo>
                    <a:pt x="0" y="0"/>
                  </a:moveTo>
                  <a:lnTo>
                    <a:pt x="6120384" y="0"/>
                  </a:lnTo>
                  <a:lnTo>
                    <a:pt x="6120384" y="1170432"/>
                  </a:lnTo>
                  <a:lnTo>
                    <a:pt x="0" y="1170432"/>
                  </a:lnTo>
                  <a:close/>
                </a:path>
              </a:pathLst>
            </a:custGeom>
            <a:blipFill rotWithShape="0">
              <a:blip r:embed="rId1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16" name="TextBox 82"/>
            <p:cNvSpPr/>
            <p:nvPr/>
          </p:nvSpPr>
          <p:spPr>
            <a:xfrm>
              <a:off x="9546480" y="6923880"/>
              <a:ext cx="4590000" cy="8845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lang="en-US" sz="1800" spc="-1" strike="noStrike">
                  <a:solidFill>
                    <a:srgbClr val="1a2332"/>
                  </a:solidFill>
                  <a:latin typeface="Courier New"/>
                  <a:ea typeface="Courier New"/>
                </a:rPr>
                <a:t>Bolga Mkt   Upper East</a:t>
              </a:r>
              <a:endParaRPr b="0" lang="en-US" sz="1800" spc="-1" strike="noStrike">
                <a:solidFill>
                  <a:srgbClr val="000000"/>
                </a:solidFill>
                <a:latin typeface="Arial"/>
              </a:endParaRPr>
            </a:p>
          </p:txBody>
        </p:sp>
      </p:grpSp>
      <p:grpSp>
        <p:nvGrpSpPr>
          <p:cNvPr id="1217" name="Group 83"/>
          <p:cNvGrpSpPr/>
          <p:nvPr/>
        </p:nvGrpSpPr>
        <p:grpSpPr>
          <a:xfrm>
            <a:off x="9546480" y="7660440"/>
            <a:ext cx="4590000" cy="751680"/>
            <a:chOff x="9546480" y="7660440"/>
            <a:chExt cx="4590000" cy="751680"/>
          </a:xfrm>
        </p:grpSpPr>
        <p:sp>
          <p:nvSpPr>
            <p:cNvPr id="1218" name="Freeform 84"/>
            <p:cNvSpPr/>
            <p:nvPr/>
          </p:nvSpPr>
          <p:spPr>
            <a:xfrm>
              <a:off x="9546480" y="7717680"/>
              <a:ext cx="4590000" cy="694440"/>
            </a:xfrm>
            <a:custGeom>
              <a:avLst/>
              <a:gdLst>
                <a:gd name="textAreaLeft" fmla="*/ 0 w 4590000"/>
                <a:gd name="textAreaRight" fmla="*/ 4590360 w 4590000"/>
                <a:gd name="textAreaTop" fmla="*/ 0 h 694440"/>
                <a:gd name="textAreaBottom" fmla="*/ 694800 h 694440"/>
              </a:gdLst>
              <a:ahLst/>
              <a:rect l="textAreaLeft" t="textAreaTop" r="textAreaRight" b="textAreaBottom"/>
              <a:pathLst>
                <a:path w="6120384" h="926592">
                  <a:moveTo>
                    <a:pt x="0" y="0"/>
                  </a:moveTo>
                  <a:lnTo>
                    <a:pt x="6120384" y="0"/>
                  </a:lnTo>
                  <a:lnTo>
                    <a:pt x="6120384" y="926592"/>
                  </a:lnTo>
                  <a:lnTo>
                    <a:pt x="0" y="926592"/>
                  </a:lnTo>
                  <a:close/>
                </a:path>
              </a:pathLst>
            </a:custGeom>
            <a:blipFill rotWithShape="0">
              <a:blip r:embed="rId2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19" name="TextBox 85"/>
            <p:cNvSpPr/>
            <p:nvPr/>
          </p:nvSpPr>
          <p:spPr>
            <a:xfrm>
              <a:off x="9546480" y="7660440"/>
              <a:ext cx="4590000" cy="751680"/>
            </a:xfrm>
            <a:prstGeom prst="rect">
              <a:avLst/>
            </a:prstGeom>
            <a:noFill/>
            <a:ln w="0">
              <a:noFill/>
            </a:ln>
          </p:spPr>
          <p:style>
            <a:lnRef idx="0"/>
            <a:fillRef idx="0"/>
            <a:effectRef idx="0"/>
            <a:fontRef idx="minor"/>
          </p:style>
          <p:txBody>
            <a:bodyPr lIns="0" rIns="0" tIns="0" bIns="0" anchor="ctr">
              <a:noAutofit/>
            </a:bodyPr>
            <a:p>
              <a:pPr defTabSz="914400">
                <a:lnSpc>
                  <a:spcPts val="2449"/>
                </a:lnSpc>
              </a:pPr>
              <a:r>
                <a:rPr b="0" i="1" lang="en-US" sz="1700" spc="-1" strike="noStrike">
                  <a:solidFill>
                    <a:srgbClr val="2a9d8f"/>
                  </a:solidFill>
                  <a:latin typeface="Calibri (MS) Italics"/>
                  <a:ea typeface="Calibri (MS) Italics"/>
                </a:rPr>
                <a:t>Now we can groupby region and calculate the median price per region.</a:t>
              </a:r>
              <a:endParaRPr b="0" lang="en-US" sz="1700" spc="-1" strike="noStrike">
                <a:solidFill>
                  <a:srgbClr val="000000"/>
                </a:solidFill>
                <a:latin typeface="Arial"/>
              </a:endParaRPr>
            </a:p>
          </p:txBody>
        </p:sp>
      </p:grpSp>
      <p:grpSp>
        <p:nvGrpSpPr>
          <p:cNvPr id="1220" name="Group 86"/>
          <p:cNvGrpSpPr/>
          <p:nvPr/>
        </p:nvGrpSpPr>
        <p:grpSpPr>
          <a:xfrm>
            <a:off x="14806800" y="2334600"/>
            <a:ext cx="3121200" cy="6230160"/>
            <a:chOff x="14806800" y="2334600"/>
            <a:chExt cx="3121200" cy="6230160"/>
          </a:xfrm>
        </p:grpSpPr>
        <p:sp>
          <p:nvSpPr>
            <p:cNvPr id="1221" name="Freeform 87"/>
            <p:cNvSpPr/>
            <p:nvPr/>
          </p:nvSpPr>
          <p:spPr>
            <a:xfrm>
              <a:off x="14813280" y="2340720"/>
              <a:ext cx="3108600" cy="6217560"/>
            </a:xfrm>
            <a:custGeom>
              <a:avLst/>
              <a:gdLst>
                <a:gd name="textAreaLeft" fmla="*/ 0 w 3108600"/>
                <a:gd name="textAreaRight" fmla="*/ 3108960 w 3108600"/>
                <a:gd name="textAreaTop" fmla="*/ 0 h 6217560"/>
                <a:gd name="textAreaBottom" fmla="*/ 6217920 h 6217560"/>
              </a:gdLst>
              <a:ahLst/>
              <a:rect l="textAreaLeft" t="textAreaTop" r="textAreaRight" b="textAreaBottom"/>
              <a:pathLst>
                <a:path w="4145280" h="8290560">
                  <a:moveTo>
                    <a:pt x="0" y="0"/>
                  </a:moveTo>
                  <a:lnTo>
                    <a:pt x="4145280" y="0"/>
                  </a:lnTo>
                  <a:lnTo>
                    <a:pt x="4145280" y="8290560"/>
                  </a:lnTo>
                  <a:lnTo>
                    <a:pt x="0" y="8290560"/>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22" name="Freeform 88"/>
            <p:cNvSpPr/>
            <p:nvPr/>
          </p:nvSpPr>
          <p:spPr>
            <a:xfrm>
              <a:off x="14806800" y="2334600"/>
              <a:ext cx="3121200" cy="6230160"/>
            </a:xfrm>
            <a:custGeom>
              <a:avLst/>
              <a:gdLst>
                <a:gd name="textAreaLeft" fmla="*/ 0 w 3121200"/>
                <a:gd name="textAreaRight" fmla="*/ 3121560 w 3121200"/>
                <a:gd name="textAreaTop" fmla="*/ 0 h 6230160"/>
                <a:gd name="textAreaBottom" fmla="*/ 6230520 h 6230160"/>
              </a:gdLst>
              <a:ahLst/>
              <a:rect l="textAreaLeft" t="textAreaTop" r="textAreaRight" b="textAreaBottom"/>
              <a:pathLst>
                <a:path w="4162298" h="8307578">
                  <a:moveTo>
                    <a:pt x="8509" y="0"/>
                  </a:moveTo>
                  <a:lnTo>
                    <a:pt x="4153789" y="0"/>
                  </a:lnTo>
                  <a:cubicBezTo>
                    <a:pt x="4158488" y="0"/>
                    <a:pt x="4162298" y="3810"/>
                    <a:pt x="4162298" y="8509"/>
                  </a:cubicBezTo>
                  <a:lnTo>
                    <a:pt x="4162298" y="8299069"/>
                  </a:lnTo>
                  <a:cubicBezTo>
                    <a:pt x="4162298" y="8303768"/>
                    <a:pt x="4158488" y="8307578"/>
                    <a:pt x="4153789" y="8307578"/>
                  </a:cubicBezTo>
                  <a:lnTo>
                    <a:pt x="8509" y="8307578"/>
                  </a:lnTo>
                  <a:cubicBezTo>
                    <a:pt x="3810" y="8307578"/>
                    <a:pt x="0" y="8303768"/>
                    <a:pt x="0" y="8299069"/>
                  </a:cubicBezTo>
                  <a:lnTo>
                    <a:pt x="0" y="8509"/>
                  </a:lnTo>
                  <a:cubicBezTo>
                    <a:pt x="0" y="3810"/>
                    <a:pt x="3810" y="0"/>
                    <a:pt x="8509" y="0"/>
                  </a:cubicBezTo>
                  <a:moveTo>
                    <a:pt x="8509" y="16891"/>
                  </a:moveTo>
                  <a:lnTo>
                    <a:pt x="8509" y="8509"/>
                  </a:lnTo>
                  <a:lnTo>
                    <a:pt x="17018" y="8509"/>
                  </a:lnTo>
                  <a:lnTo>
                    <a:pt x="17018" y="8299069"/>
                  </a:lnTo>
                  <a:lnTo>
                    <a:pt x="8509" y="8299069"/>
                  </a:lnTo>
                  <a:lnTo>
                    <a:pt x="8509" y="8290560"/>
                  </a:lnTo>
                  <a:lnTo>
                    <a:pt x="4153789" y="8290560"/>
                  </a:lnTo>
                  <a:lnTo>
                    <a:pt x="4153789" y="8299069"/>
                  </a:lnTo>
                  <a:lnTo>
                    <a:pt x="4145280" y="8299069"/>
                  </a:lnTo>
                  <a:lnTo>
                    <a:pt x="4145280" y="8509"/>
                  </a:lnTo>
                  <a:lnTo>
                    <a:pt x="4153789" y="8509"/>
                  </a:lnTo>
                  <a:lnTo>
                    <a:pt x="4153789"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23" name="Group 89"/>
          <p:cNvGrpSpPr/>
          <p:nvPr/>
        </p:nvGrpSpPr>
        <p:grpSpPr>
          <a:xfrm>
            <a:off x="14996160" y="2509560"/>
            <a:ext cx="2742840" cy="599040"/>
            <a:chOff x="14996160" y="2509560"/>
            <a:chExt cx="2742840" cy="599040"/>
          </a:xfrm>
        </p:grpSpPr>
        <p:sp>
          <p:nvSpPr>
            <p:cNvPr id="1224" name="Freeform 90"/>
            <p:cNvSpPr/>
            <p:nvPr/>
          </p:nvSpPr>
          <p:spPr>
            <a:xfrm>
              <a:off x="14996160" y="2523600"/>
              <a:ext cx="2742840" cy="585000"/>
            </a:xfrm>
            <a:custGeom>
              <a:avLst/>
              <a:gdLst>
                <a:gd name="textAreaLeft" fmla="*/ 0 w 2742840"/>
                <a:gd name="textAreaRight" fmla="*/ 2743200 w 2742840"/>
                <a:gd name="textAreaTop" fmla="*/ 0 h 585000"/>
                <a:gd name="textAreaBottom" fmla="*/ 585360 h 585000"/>
              </a:gdLst>
              <a:ahLst/>
              <a:rect l="textAreaLeft" t="textAreaTop" r="textAreaRight" b="textAreaBottom"/>
              <a:pathLst>
                <a:path w="3657600" h="780288">
                  <a:moveTo>
                    <a:pt x="0" y="0"/>
                  </a:moveTo>
                  <a:lnTo>
                    <a:pt x="3657600" y="0"/>
                  </a:lnTo>
                  <a:lnTo>
                    <a:pt x="3657600" y="780288"/>
                  </a:lnTo>
                  <a:lnTo>
                    <a:pt x="0" y="780288"/>
                  </a:lnTo>
                  <a:close/>
                </a:path>
              </a:pathLst>
            </a:custGeom>
            <a:blipFill rotWithShape="0">
              <a:blip r:embed="rId2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25" name="TextBox 91"/>
            <p:cNvSpPr/>
            <p:nvPr/>
          </p:nvSpPr>
          <p:spPr>
            <a:xfrm>
              <a:off x="14996160" y="2509560"/>
              <a:ext cx="2742840" cy="59904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1" lang="en-US" sz="2000" spc="-1" strike="noStrike">
                  <a:solidFill>
                    <a:srgbClr val="1b4965"/>
                  </a:solidFill>
                  <a:latin typeface="Trebuchet MS Bold"/>
                  <a:ea typeface="Trebuchet MS Bold"/>
                </a:rPr>
                <a:t>Then:</a:t>
              </a:r>
              <a:endParaRPr b="0" lang="en-US" sz="2000" spc="-1" strike="noStrike">
                <a:solidFill>
                  <a:srgbClr val="000000"/>
                </a:solidFill>
                <a:latin typeface="Arial"/>
              </a:endParaRPr>
            </a:p>
          </p:txBody>
        </p:sp>
      </p:grpSp>
      <p:grpSp>
        <p:nvGrpSpPr>
          <p:cNvPr id="1226" name="Group 92"/>
          <p:cNvGrpSpPr/>
          <p:nvPr/>
        </p:nvGrpSpPr>
        <p:grpSpPr>
          <a:xfrm>
            <a:off x="14996160" y="3226680"/>
            <a:ext cx="2742840" cy="906120"/>
            <a:chOff x="14996160" y="3226680"/>
            <a:chExt cx="2742840" cy="906120"/>
          </a:xfrm>
        </p:grpSpPr>
        <p:sp>
          <p:nvSpPr>
            <p:cNvPr id="1227" name="Freeform 93"/>
            <p:cNvSpPr/>
            <p:nvPr/>
          </p:nvSpPr>
          <p:spPr>
            <a:xfrm>
              <a:off x="14996160" y="3255120"/>
              <a:ext cx="2742840" cy="877320"/>
            </a:xfrm>
            <a:custGeom>
              <a:avLst/>
              <a:gdLst>
                <a:gd name="textAreaLeft" fmla="*/ 0 w 2742840"/>
                <a:gd name="textAreaRight" fmla="*/ 2743200 w 2742840"/>
                <a:gd name="textAreaTop" fmla="*/ 0 h 877320"/>
                <a:gd name="textAreaBottom" fmla="*/ 877680 h 877320"/>
              </a:gdLst>
              <a:ahLst/>
              <a:rect l="textAreaLeft" t="textAreaTop" r="textAreaRight" b="textAreaBottom"/>
              <a:pathLst>
                <a:path w="3657600" h="1170432">
                  <a:moveTo>
                    <a:pt x="0" y="0"/>
                  </a:moveTo>
                  <a:lnTo>
                    <a:pt x="3657600" y="0"/>
                  </a:lnTo>
                  <a:lnTo>
                    <a:pt x="3657600" y="1170432"/>
                  </a:lnTo>
                  <a:lnTo>
                    <a:pt x="0" y="1170432"/>
                  </a:lnTo>
                  <a:close/>
                </a:path>
              </a:pathLst>
            </a:custGeom>
            <a:blipFill rotWithShape="0">
              <a:blip r:embed="rId2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28" name="TextBox 94"/>
            <p:cNvSpPr/>
            <p:nvPr/>
          </p:nvSpPr>
          <p:spPr>
            <a:xfrm>
              <a:off x="14996160" y="3226680"/>
              <a:ext cx="2742840" cy="9061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pc="-1" strike="noStrike">
                  <a:solidFill>
                    <a:srgbClr val="f4a261"/>
                  </a:solidFill>
                  <a:latin typeface="Calibri (MS) Bold"/>
                  <a:ea typeface="Calibri (MS) Bold"/>
                </a:rPr>
                <a:t>→  </a:t>
              </a:r>
              <a:r>
                <a:rPr b="0" lang="en-US" sz="1800" spc="-1" strike="noStrike">
                  <a:solidFill>
                    <a:srgbClr val="1a2332"/>
                  </a:solidFill>
                  <a:latin typeface="Calibri (MS)"/>
                  <a:ea typeface="Calibri (MS)"/>
                </a:rPr>
                <a:t>groupby region</a:t>
              </a:r>
              <a:endParaRPr b="0" lang="en-US" sz="1800" spc="-1" strike="noStrike">
                <a:solidFill>
                  <a:srgbClr val="000000"/>
                </a:solidFill>
                <a:latin typeface="Arial"/>
              </a:endParaRPr>
            </a:p>
          </p:txBody>
        </p:sp>
      </p:grpSp>
      <p:grpSp>
        <p:nvGrpSpPr>
          <p:cNvPr id="1229" name="Group 95"/>
          <p:cNvGrpSpPr/>
          <p:nvPr/>
        </p:nvGrpSpPr>
        <p:grpSpPr>
          <a:xfrm>
            <a:off x="14996160" y="4232520"/>
            <a:ext cx="2742840" cy="906120"/>
            <a:chOff x="14996160" y="4232520"/>
            <a:chExt cx="2742840" cy="906120"/>
          </a:xfrm>
        </p:grpSpPr>
        <p:sp>
          <p:nvSpPr>
            <p:cNvPr id="1230" name="Freeform 96"/>
            <p:cNvSpPr/>
            <p:nvPr/>
          </p:nvSpPr>
          <p:spPr>
            <a:xfrm>
              <a:off x="14996160" y="4260960"/>
              <a:ext cx="2742840" cy="877320"/>
            </a:xfrm>
            <a:custGeom>
              <a:avLst/>
              <a:gdLst>
                <a:gd name="textAreaLeft" fmla="*/ 0 w 2742840"/>
                <a:gd name="textAreaRight" fmla="*/ 2743200 w 2742840"/>
                <a:gd name="textAreaTop" fmla="*/ 0 h 877320"/>
                <a:gd name="textAreaBottom" fmla="*/ 877680 h 877320"/>
              </a:gdLst>
              <a:ahLst/>
              <a:rect l="textAreaLeft" t="textAreaTop" r="textAreaRight" b="textAreaBottom"/>
              <a:pathLst>
                <a:path w="3657600" h="1170432">
                  <a:moveTo>
                    <a:pt x="0" y="0"/>
                  </a:moveTo>
                  <a:lnTo>
                    <a:pt x="3657600" y="0"/>
                  </a:lnTo>
                  <a:lnTo>
                    <a:pt x="3657600" y="1170432"/>
                  </a:lnTo>
                  <a:lnTo>
                    <a:pt x="0" y="1170432"/>
                  </a:lnTo>
                  <a:close/>
                </a:path>
              </a:pathLst>
            </a:custGeom>
            <a:blipFill rotWithShape="0">
              <a:blip r:embed="rId2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31" name="TextBox 97"/>
            <p:cNvSpPr/>
            <p:nvPr/>
          </p:nvSpPr>
          <p:spPr>
            <a:xfrm>
              <a:off x="14996160" y="4232520"/>
              <a:ext cx="2742840" cy="9061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pc="-1" strike="noStrike">
                  <a:solidFill>
                    <a:srgbClr val="f4a261"/>
                  </a:solidFill>
                  <a:latin typeface="Calibri (MS) Bold"/>
                  <a:ea typeface="Calibri (MS) Bold"/>
                </a:rPr>
                <a:t>→  </a:t>
              </a:r>
              <a:r>
                <a:rPr b="0" lang="en-US" sz="1800" spc="-1" strike="noStrike">
                  <a:solidFill>
                    <a:srgbClr val="1a2332"/>
                  </a:solidFill>
                  <a:latin typeface="Calibri (MS)"/>
                  <a:ea typeface="Calibri (MS)"/>
                </a:rPr>
                <a:t>median price</a:t>
              </a:r>
              <a:endParaRPr b="0" lang="en-US" sz="1800" spc="-1" strike="noStrike">
                <a:solidFill>
                  <a:srgbClr val="000000"/>
                </a:solidFill>
                <a:latin typeface="Arial"/>
              </a:endParaRPr>
            </a:p>
          </p:txBody>
        </p:sp>
      </p:grpSp>
      <p:grpSp>
        <p:nvGrpSpPr>
          <p:cNvPr id="1232" name="Group 98"/>
          <p:cNvGrpSpPr/>
          <p:nvPr/>
        </p:nvGrpSpPr>
        <p:grpSpPr>
          <a:xfrm>
            <a:off x="14996160" y="5238360"/>
            <a:ext cx="2742840" cy="906120"/>
            <a:chOff x="14996160" y="5238360"/>
            <a:chExt cx="2742840" cy="906120"/>
          </a:xfrm>
        </p:grpSpPr>
        <p:sp>
          <p:nvSpPr>
            <p:cNvPr id="1233" name="Freeform 99"/>
            <p:cNvSpPr/>
            <p:nvPr/>
          </p:nvSpPr>
          <p:spPr>
            <a:xfrm>
              <a:off x="14996160" y="5266800"/>
              <a:ext cx="2742840" cy="877320"/>
            </a:xfrm>
            <a:custGeom>
              <a:avLst/>
              <a:gdLst>
                <a:gd name="textAreaLeft" fmla="*/ 0 w 2742840"/>
                <a:gd name="textAreaRight" fmla="*/ 2743200 w 2742840"/>
                <a:gd name="textAreaTop" fmla="*/ 0 h 877320"/>
                <a:gd name="textAreaBottom" fmla="*/ 877680 h 877320"/>
              </a:gdLst>
              <a:ahLst/>
              <a:rect l="textAreaLeft" t="textAreaTop" r="textAreaRight" b="textAreaBottom"/>
              <a:pathLst>
                <a:path w="3657600" h="1170432">
                  <a:moveTo>
                    <a:pt x="0" y="0"/>
                  </a:moveTo>
                  <a:lnTo>
                    <a:pt x="3657600" y="0"/>
                  </a:lnTo>
                  <a:lnTo>
                    <a:pt x="3657600" y="1170432"/>
                  </a:lnTo>
                  <a:lnTo>
                    <a:pt x="0" y="1170432"/>
                  </a:lnTo>
                  <a:close/>
                </a:path>
              </a:pathLst>
            </a:custGeom>
            <a:blipFill rotWithShape="0">
              <a:blip r:embed="rId2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34" name="TextBox 100"/>
            <p:cNvSpPr/>
            <p:nvPr/>
          </p:nvSpPr>
          <p:spPr>
            <a:xfrm>
              <a:off x="14996160" y="5238360"/>
              <a:ext cx="2742840" cy="9061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pc="-1" strike="noStrike">
                  <a:solidFill>
                    <a:srgbClr val="f4a261"/>
                  </a:solidFill>
                  <a:latin typeface="Calibri (MS) Bold"/>
                  <a:ea typeface="Calibri (MS) Bold"/>
                </a:rPr>
                <a:t>→  </a:t>
              </a:r>
              <a:r>
                <a:rPr b="0" lang="en-US" sz="1800" spc="-1" strike="noStrike">
                  <a:solidFill>
                    <a:srgbClr val="1a2332"/>
                  </a:solidFill>
                  <a:latin typeface="Calibri (MS)"/>
                  <a:ea typeface="Calibri (MS)"/>
                </a:rPr>
                <a:t>merge geometry</a:t>
              </a:r>
              <a:endParaRPr b="0" lang="en-US" sz="1800" spc="-1" strike="noStrike">
                <a:solidFill>
                  <a:srgbClr val="000000"/>
                </a:solidFill>
                <a:latin typeface="Arial"/>
              </a:endParaRPr>
            </a:p>
          </p:txBody>
        </p:sp>
      </p:grpSp>
      <p:grpSp>
        <p:nvGrpSpPr>
          <p:cNvPr id="1235" name="Group 101"/>
          <p:cNvGrpSpPr/>
          <p:nvPr/>
        </p:nvGrpSpPr>
        <p:grpSpPr>
          <a:xfrm>
            <a:off x="14996160" y="6244200"/>
            <a:ext cx="2742840" cy="906120"/>
            <a:chOff x="14996160" y="6244200"/>
            <a:chExt cx="2742840" cy="906120"/>
          </a:xfrm>
        </p:grpSpPr>
        <p:sp>
          <p:nvSpPr>
            <p:cNvPr id="1236" name="Freeform 102"/>
            <p:cNvSpPr/>
            <p:nvPr/>
          </p:nvSpPr>
          <p:spPr>
            <a:xfrm>
              <a:off x="14996160" y="6272640"/>
              <a:ext cx="2742840" cy="877320"/>
            </a:xfrm>
            <a:custGeom>
              <a:avLst/>
              <a:gdLst>
                <a:gd name="textAreaLeft" fmla="*/ 0 w 2742840"/>
                <a:gd name="textAreaRight" fmla="*/ 2743200 w 2742840"/>
                <a:gd name="textAreaTop" fmla="*/ 0 h 877320"/>
                <a:gd name="textAreaBottom" fmla="*/ 877680 h 877320"/>
              </a:gdLst>
              <a:ahLst/>
              <a:rect l="textAreaLeft" t="textAreaTop" r="textAreaRight" b="textAreaBottom"/>
              <a:pathLst>
                <a:path w="3657600" h="1170432">
                  <a:moveTo>
                    <a:pt x="0" y="0"/>
                  </a:moveTo>
                  <a:lnTo>
                    <a:pt x="3657600" y="0"/>
                  </a:lnTo>
                  <a:lnTo>
                    <a:pt x="3657600" y="1170432"/>
                  </a:lnTo>
                  <a:lnTo>
                    <a:pt x="0" y="1170432"/>
                  </a:lnTo>
                  <a:close/>
                </a:path>
              </a:pathLst>
            </a:custGeom>
            <a:blipFill rotWithShape="0">
              <a:blip r:embed="rId2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37" name="TextBox 103"/>
            <p:cNvSpPr/>
            <p:nvPr/>
          </p:nvSpPr>
          <p:spPr>
            <a:xfrm>
              <a:off x="14996160" y="6244200"/>
              <a:ext cx="2742840" cy="90612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pc="-1" strike="noStrike">
                  <a:solidFill>
                    <a:srgbClr val="f4a261"/>
                  </a:solidFill>
                  <a:latin typeface="Calibri (MS) Bold"/>
                  <a:ea typeface="Calibri (MS) Bold"/>
                </a:rPr>
                <a:t>→  </a:t>
              </a:r>
              <a:r>
                <a:rPr b="0" lang="en-US" sz="1800" spc="-1" strike="noStrike">
                  <a:solidFill>
                    <a:srgbClr val="1a2332"/>
                  </a:solidFill>
                  <a:latin typeface="Calibri (MS)"/>
                  <a:ea typeface="Calibri (MS)"/>
                </a:rPr>
                <a:t>draw map</a:t>
              </a:r>
              <a:endParaRPr b="0" lang="en-US" sz="1800" spc="-1" strike="noStrike">
                <a:solidFill>
                  <a:srgbClr val="000000"/>
                </a:solidFill>
                <a:latin typeface="Arial"/>
              </a:endParaRPr>
            </a:p>
          </p:txBody>
        </p:sp>
      </p:grpSp>
      <p:grpSp>
        <p:nvGrpSpPr>
          <p:cNvPr id="1238" name="Group 104"/>
          <p:cNvGrpSpPr/>
          <p:nvPr/>
        </p:nvGrpSpPr>
        <p:grpSpPr>
          <a:xfrm>
            <a:off x="542160" y="8808480"/>
            <a:ext cx="17202960" cy="1109520"/>
            <a:chOff x="542160" y="8808480"/>
            <a:chExt cx="17202960" cy="1109520"/>
          </a:xfrm>
        </p:grpSpPr>
        <p:sp>
          <p:nvSpPr>
            <p:cNvPr id="1239" name="Freeform 105"/>
            <p:cNvSpPr/>
            <p:nvPr/>
          </p:nvSpPr>
          <p:spPr>
            <a:xfrm>
              <a:off x="548640" y="8814960"/>
              <a:ext cx="17190360" cy="1096920"/>
            </a:xfrm>
            <a:custGeom>
              <a:avLst/>
              <a:gdLst>
                <a:gd name="textAreaLeft" fmla="*/ 0 w 17190360"/>
                <a:gd name="textAreaRight" fmla="*/ 17190720 w 17190360"/>
                <a:gd name="textAreaTop" fmla="*/ 0 h 1096920"/>
                <a:gd name="textAreaBottom" fmla="*/ 1097280 h 1096920"/>
              </a:gdLst>
              <a:ahLst/>
              <a:rect l="textAreaLeft" t="textAreaTop" r="textAreaRight" b="textAreaBottom"/>
              <a:pathLst>
                <a:path w="22920961" h="1463040">
                  <a:moveTo>
                    <a:pt x="0" y="0"/>
                  </a:moveTo>
                  <a:lnTo>
                    <a:pt x="22920961" y="0"/>
                  </a:lnTo>
                  <a:lnTo>
                    <a:pt x="22920961" y="1463040"/>
                  </a:lnTo>
                  <a:lnTo>
                    <a:pt x="0" y="1463040"/>
                  </a:lnTo>
                  <a:close/>
                </a:path>
              </a:pathLst>
            </a:custGeom>
            <a:solidFill>
              <a:srgbClr val="e8f0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40" name="Freeform 106"/>
            <p:cNvSpPr/>
            <p:nvPr/>
          </p:nvSpPr>
          <p:spPr>
            <a:xfrm>
              <a:off x="542160" y="8808480"/>
              <a:ext cx="17202960" cy="1109520"/>
            </a:xfrm>
            <a:custGeom>
              <a:avLst/>
              <a:gdLst>
                <a:gd name="textAreaLeft" fmla="*/ 0 w 17202960"/>
                <a:gd name="textAreaRight" fmla="*/ 17203320 w 17202960"/>
                <a:gd name="textAreaTop" fmla="*/ 0 h 1109520"/>
                <a:gd name="textAreaBottom" fmla="*/ 1109880 h 1109520"/>
              </a:gdLst>
              <a:ahLst/>
              <a:rect l="textAreaLeft" t="textAreaTop" r="textAreaRight" b="textAreaBottom"/>
              <a:pathLst>
                <a:path w="22937978" h="1480058">
                  <a:moveTo>
                    <a:pt x="8509" y="0"/>
                  </a:moveTo>
                  <a:lnTo>
                    <a:pt x="22929470" y="0"/>
                  </a:lnTo>
                  <a:cubicBezTo>
                    <a:pt x="22934169" y="0"/>
                    <a:pt x="22937978" y="3810"/>
                    <a:pt x="22937978" y="8509"/>
                  </a:cubicBezTo>
                  <a:lnTo>
                    <a:pt x="22937978" y="1471549"/>
                  </a:lnTo>
                  <a:cubicBezTo>
                    <a:pt x="22937978" y="1476248"/>
                    <a:pt x="22934169" y="1480058"/>
                    <a:pt x="22929470" y="1480058"/>
                  </a:cubicBezTo>
                  <a:lnTo>
                    <a:pt x="8509" y="1480058"/>
                  </a:lnTo>
                  <a:cubicBezTo>
                    <a:pt x="3810" y="1480058"/>
                    <a:pt x="0" y="1476248"/>
                    <a:pt x="0" y="1471549"/>
                  </a:cubicBezTo>
                  <a:lnTo>
                    <a:pt x="0" y="8509"/>
                  </a:lnTo>
                  <a:cubicBezTo>
                    <a:pt x="0" y="3810"/>
                    <a:pt x="3810" y="0"/>
                    <a:pt x="8509" y="0"/>
                  </a:cubicBezTo>
                  <a:moveTo>
                    <a:pt x="8509" y="16891"/>
                  </a:moveTo>
                  <a:lnTo>
                    <a:pt x="8509" y="8509"/>
                  </a:lnTo>
                  <a:lnTo>
                    <a:pt x="17018" y="8509"/>
                  </a:lnTo>
                  <a:lnTo>
                    <a:pt x="17018" y="1471549"/>
                  </a:lnTo>
                  <a:lnTo>
                    <a:pt x="8509" y="1471549"/>
                  </a:lnTo>
                  <a:lnTo>
                    <a:pt x="8509" y="1463040"/>
                  </a:lnTo>
                  <a:lnTo>
                    <a:pt x="22929470" y="1463040"/>
                  </a:lnTo>
                  <a:lnTo>
                    <a:pt x="22929470" y="1471549"/>
                  </a:lnTo>
                  <a:lnTo>
                    <a:pt x="22920961" y="1471549"/>
                  </a:lnTo>
                  <a:lnTo>
                    <a:pt x="22920961" y="8509"/>
                  </a:lnTo>
                  <a:lnTo>
                    <a:pt x="22929470" y="8509"/>
                  </a:lnTo>
                  <a:lnTo>
                    <a:pt x="22929470"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41" name="Group 107"/>
          <p:cNvGrpSpPr/>
          <p:nvPr/>
        </p:nvGrpSpPr>
        <p:grpSpPr>
          <a:xfrm>
            <a:off x="536040" y="8802000"/>
            <a:ext cx="207720" cy="1122120"/>
            <a:chOff x="536040" y="8802000"/>
            <a:chExt cx="207720" cy="1122120"/>
          </a:xfrm>
        </p:grpSpPr>
        <p:sp>
          <p:nvSpPr>
            <p:cNvPr id="1242" name="Freeform 108"/>
            <p:cNvSpPr/>
            <p:nvPr/>
          </p:nvSpPr>
          <p:spPr>
            <a:xfrm>
              <a:off x="548640" y="8814960"/>
              <a:ext cx="182520" cy="1096920"/>
            </a:xfrm>
            <a:custGeom>
              <a:avLst/>
              <a:gdLst>
                <a:gd name="textAreaLeft" fmla="*/ 0 w 182520"/>
                <a:gd name="textAreaRight" fmla="*/ 182880 w 182520"/>
                <a:gd name="textAreaTop" fmla="*/ 0 h 1096920"/>
                <a:gd name="textAreaBottom" fmla="*/ 1097280 h 1096920"/>
              </a:gdLst>
              <a:ahLst/>
              <a:rect l="textAreaLeft" t="textAreaTop" r="textAreaRight" b="textAreaBottom"/>
              <a:pathLst>
                <a:path w="243840" h="1463040">
                  <a:moveTo>
                    <a:pt x="0" y="0"/>
                  </a:moveTo>
                  <a:lnTo>
                    <a:pt x="243840" y="0"/>
                  </a:lnTo>
                  <a:lnTo>
                    <a:pt x="243840" y="1463040"/>
                  </a:lnTo>
                  <a:lnTo>
                    <a:pt x="0" y="1463040"/>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3" name="Freeform 109"/>
            <p:cNvSpPr/>
            <p:nvPr/>
          </p:nvSpPr>
          <p:spPr>
            <a:xfrm>
              <a:off x="536040" y="8802000"/>
              <a:ext cx="207720" cy="1122120"/>
            </a:xfrm>
            <a:custGeom>
              <a:avLst/>
              <a:gdLst>
                <a:gd name="textAreaLeft" fmla="*/ 0 w 207720"/>
                <a:gd name="textAreaRight" fmla="*/ 208080 w 207720"/>
                <a:gd name="textAreaTop" fmla="*/ 0 h 1122120"/>
                <a:gd name="textAreaBottom" fmla="*/ 1122480 h 1122120"/>
              </a:gdLst>
              <a:ahLst/>
              <a:rect l="textAreaLeft" t="textAreaTop" r="textAreaRight" b="textAreaBottom"/>
              <a:pathLst>
                <a:path w="277622" h="1496822">
                  <a:moveTo>
                    <a:pt x="16891" y="0"/>
                  </a:moveTo>
                  <a:lnTo>
                    <a:pt x="260731" y="0"/>
                  </a:lnTo>
                  <a:cubicBezTo>
                    <a:pt x="270129" y="0"/>
                    <a:pt x="277622" y="7620"/>
                    <a:pt x="277622" y="16891"/>
                  </a:cubicBezTo>
                  <a:lnTo>
                    <a:pt x="277622" y="1479931"/>
                  </a:lnTo>
                  <a:cubicBezTo>
                    <a:pt x="277622" y="1489329"/>
                    <a:pt x="270002" y="1496822"/>
                    <a:pt x="260731"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60731" y="1463040"/>
                  </a:lnTo>
                  <a:lnTo>
                    <a:pt x="260731" y="1479931"/>
                  </a:lnTo>
                  <a:lnTo>
                    <a:pt x="243840" y="1479931"/>
                  </a:lnTo>
                  <a:lnTo>
                    <a:pt x="243840" y="16891"/>
                  </a:lnTo>
                  <a:lnTo>
                    <a:pt x="260731" y="16891"/>
                  </a:lnTo>
                  <a:lnTo>
                    <a:pt x="260731"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244" name="Group 110"/>
          <p:cNvGrpSpPr/>
          <p:nvPr/>
        </p:nvGrpSpPr>
        <p:grpSpPr>
          <a:xfrm>
            <a:off x="914400" y="8778960"/>
            <a:ext cx="16641720" cy="1132920"/>
            <a:chOff x="914400" y="8778960"/>
            <a:chExt cx="16641720" cy="1132920"/>
          </a:xfrm>
        </p:grpSpPr>
        <p:sp>
          <p:nvSpPr>
            <p:cNvPr id="1245" name="Freeform 111"/>
            <p:cNvSpPr/>
            <p:nvPr/>
          </p:nvSpPr>
          <p:spPr>
            <a:xfrm>
              <a:off x="914400" y="8814960"/>
              <a:ext cx="16641720" cy="1096920"/>
            </a:xfrm>
            <a:custGeom>
              <a:avLst/>
              <a:gdLst>
                <a:gd name="textAreaLeft" fmla="*/ 0 w 16641720"/>
                <a:gd name="textAreaRight" fmla="*/ 16642080 w 16641720"/>
                <a:gd name="textAreaTop" fmla="*/ 0 h 1096920"/>
                <a:gd name="textAreaBottom" fmla="*/ 1097280 h 1096920"/>
              </a:gdLst>
              <a:ahLst/>
              <a:rect l="textAreaLeft" t="textAreaTop" r="textAreaRight" b="textAreaBottom"/>
              <a:pathLst>
                <a:path w="22189439" h="1463040">
                  <a:moveTo>
                    <a:pt x="0" y="0"/>
                  </a:moveTo>
                  <a:lnTo>
                    <a:pt x="22189439" y="0"/>
                  </a:lnTo>
                  <a:lnTo>
                    <a:pt x="22189439" y="1463040"/>
                  </a:lnTo>
                  <a:lnTo>
                    <a:pt x="0" y="1463040"/>
                  </a:lnTo>
                  <a:close/>
                </a:path>
              </a:pathLst>
            </a:custGeom>
            <a:blipFill rotWithShape="0">
              <a:blip r:embed="rId2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46" name="TextBox 112"/>
            <p:cNvSpPr/>
            <p:nvPr/>
          </p:nvSpPr>
          <p:spPr>
            <a:xfrm>
              <a:off x="914400" y="8778960"/>
              <a:ext cx="16641720" cy="113256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0" i="1" lang="en-US" sz="2200" spc="-1" strike="noStrike">
                  <a:solidFill>
                    <a:srgbClr val="1a2332"/>
                  </a:solidFill>
                  <a:latin typeface="Calibri (MS) Italics"/>
                  <a:ea typeface="Calibri (MS) Italics"/>
                </a:rPr>
                <a:t>After the join, the rest is standard pandas: groupby region, calculate median, merge back with the boundary geometry, and draw the choropleth map.</a:t>
              </a:r>
              <a:endParaRPr b="0" lang="en-US" sz="2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1247" name="Group 2"/>
          <p:cNvGrpSpPr/>
          <p:nvPr/>
        </p:nvGrpSpPr>
        <p:grpSpPr>
          <a:xfrm>
            <a:off x="-12600" y="-12600"/>
            <a:ext cx="281160" cy="10311840"/>
            <a:chOff x="-12600" y="-12600"/>
            <a:chExt cx="281160" cy="10311840"/>
          </a:xfrm>
        </p:grpSpPr>
        <p:sp>
          <p:nvSpPr>
            <p:cNvPr id="1248"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49"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50" name="Group 5"/>
          <p:cNvGrpSpPr/>
          <p:nvPr/>
        </p:nvGrpSpPr>
        <p:grpSpPr>
          <a:xfrm>
            <a:off x="10607040" y="-1470240"/>
            <a:ext cx="8229240" cy="12808440"/>
            <a:chOff x="10607040" y="-1470240"/>
            <a:chExt cx="8229240" cy="12808440"/>
          </a:xfrm>
        </p:grpSpPr>
        <p:sp>
          <p:nvSpPr>
            <p:cNvPr id="1251" name="Freeform 6"/>
            <p:cNvSpPr/>
            <p:nvPr/>
          </p:nvSpPr>
          <p:spPr>
            <a:xfrm>
              <a:off x="10607040" y="-1463040"/>
              <a:ext cx="8229240" cy="12801240"/>
            </a:xfrm>
            <a:custGeom>
              <a:avLst/>
              <a:gdLst>
                <a:gd name="textAreaLeft" fmla="*/ 0 w 8229240"/>
                <a:gd name="textAreaRight" fmla="*/ 8229600 w 8229240"/>
                <a:gd name="textAreaTop" fmla="*/ 0 h 12801240"/>
                <a:gd name="textAreaBottom" fmla="*/ 12801600 h 12801240"/>
              </a:gdLst>
              <a:ahLst/>
              <a:rect l="textAreaLeft" t="textAreaTop" r="textAreaRight" b="textAreaBottom"/>
              <a:pathLst>
                <a:path w="10972800" h="17068800">
                  <a:moveTo>
                    <a:pt x="0" y="0"/>
                  </a:moveTo>
                  <a:lnTo>
                    <a:pt x="10972800" y="0"/>
                  </a:lnTo>
                  <a:lnTo>
                    <a:pt x="10972800" y="17068800"/>
                  </a:lnTo>
                  <a:lnTo>
                    <a:pt x="0" y="17068800"/>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52" name="TextBox 7"/>
            <p:cNvSpPr/>
            <p:nvPr/>
          </p:nvSpPr>
          <p:spPr>
            <a:xfrm>
              <a:off x="10607040" y="-1470240"/>
              <a:ext cx="8229240" cy="12808440"/>
            </a:xfrm>
            <a:prstGeom prst="rect">
              <a:avLst/>
            </a:prstGeom>
            <a:noFill/>
            <a:ln w="0">
              <a:noFill/>
            </a:ln>
          </p:spPr>
          <p:style>
            <a:lnRef idx="0"/>
            <a:fillRef idx="0"/>
            <a:effectRef idx="0"/>
            <a:fontRef idx="minor"/>
          </p:style>
          <p:txBody>
            <a:bodyPr lIns="0" rIns="0" tIns="0" bIns="0" anchor="ctr">
              <a:noAutofit/>
            </a:bodyPr>
            <a:p>
              <a:pPr defTabSz="914400">
                <a:lnSpc>
                  <a:spcPts val="47999"/>
                </a:lnSpc>
              </a:pPr>
              <a:r>
                <a:rPr b="1" lang="en-US" sz="40000" spc="-1" strike="noStrike">
                  <a:solidFill>
                    <a:srgbClr val="ffffff"/>
                  </a:solidFill>
                  <a:latin typeface="Trebuchet MS Bold"/>
                  <a:ea typeface="Trebuchet MS Bold"/>
                </a:rPr>
                <a:t>06</a:t>
              </a:r>
              <a:endParaRPr b="0" lang="en-US" sz="40000" spc="-1" strike="noStrike">
                <a:solidFill>
                  <a:srgbClr val="ffffff"/>
                </a:solidFill>
                <a:latin typeface="Arial"/>
              </a:endParaRPr>
            </a:p>
          </p:txBody>
        </p:sp>
      </p:grpSp>
      <p:grpSp>
        <p:nvGrpSpPr>
          <p:cNvPr id="1253" name="Group 8"/>
          <p:cNvGrpSpPr/>
          <p:nvPr/>
        </p:nvGrpSpPr>
        <p:grpSpPr>
          <a:xfrm>
            <a:off x="1645920" y="2088720"/>
            <a:ext cx="9143640" cy="708840"/>
            <a:chOff x="1645920" y="2088720"/>
            <a:chExt cx="9143640" cy="708840"/>
          </a:xfrm>
        </p:grpSpPr>
        <p:sp>
          <p:nvSpPr>
            <p:cNvPr id="1254" name="Freeform 9"/>
            <p:cNvSpPr/>
            <p:nvPr/>
          </p:nvSpPr>
          <p:spPr>
            <a:xfrm>
              <a:off x="1645920" y="2103120"/>
              <a:ext cx="9143640" cy="694440"/>
            </a:xfrm>
            <a:custGeom>
              <a:avLst/>
              <a:gdLst>
                <a:gd name="textAreaLeft" fmla="*/ 0 w 9143640"/>
                <a:gd name="textAreaRight" fmla="*/ 9144000 w 9143640"/>
                <a:gd name="textAreaTop" fmla="*/ 0 h 694440"/>
                <a:gd name="textAreaBottom" fmla="*/ 694800 h 694440"/>
              </a:gdLst>
              <a:ahLst/>
              <a:rect l="textAreaLeft" t="textAreaTop" r="textAreaRight" b="textAreaBottom"/>
              <a:pathLst>
                <a:path w="12192000" h="926592">
                  <a:moveTo>
                    <a:pt x="0" y="0"/>
                  </a:moveTo>
                  <a:lnTo>
                    <a:pt x="12192000" y="0"/>
                  </a:lnTo>
                  <a:lnTo>
                    <a:pt x="12192000" y="926592"/>
                  </a:lnTo>
                  <a:lnTo>
                    <a:pt x="0" y="926592"/>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55" name="TextBox 10"/>
            <p:cNvSpPr/>
            <p:nvPr/>
          </p:nvSpPr>
          <p:spPr>
            <a:xfrm>
              <a:off x="1645920" y="2088720"/>
              <a:ext cx="914364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797" strike="noStrike">
                  <a:solidFill>
                    <a:srgbClr val="f4a261"/>
                  </a:solidFill>
                  <a:latin typeface="Trebuchet MS Bold"/>
                  <a:ea typeface="Trebuchet MS Bold"/>
                </a:rPr>
                <a:t>SECTION 06</a:t>
              </a:r>
              <a:endParaRPr b="0" lang="en-US" sz="2200" spc="-1" strike="noStrike">
                <a:solidFill>
                  <a:srgbClr val="ffffff"/>
                </a:solidFill>
                <a:latin typeface="Arial"/>
              </a:endParaRPr>
            </a:p>
          </p:txBody>
        </p:sp>
      </p:grpSp>
      <p:grpSp>
        <p:nvGrpSpPr>
          <p:cNvPr id="1256" name="Group 11"/>
          <p:cNvGrpSpPr/>
          <p:nvPr/>
        </p:nvGrpSpPr>
        <p:grpSpPr>
          <a:xfrm>
            <a:off x="1645920" y="2911680"/>
            <a:ext cx="15727320" cy="2482920"/>
            <a:chOff x="1645920" y="2911680"/>
            <a:chExt cx="15727320" cy="2482920"/>
          </a:xfrm>
        </p:grpSpPr>
        <p:sp>
          <p:nvSpPr>
            <p:cNvPr id="1257" name="Freeform 12"/>
            <p:cNvSpPr/>
            <p:nvPr/>
          </p:nvSpPr>
          <p:spPr>
            <a:xfrm>
              <a:off x="1645920" y="2926080"/>
              <a:ext cx="15727320" cy="2468520"/>
            </a:xfrm>
            <a:custGeom>
              <a:avLst/>
              <a:gdLst>
                <a:gd name="textAreaLeft" fmla="*/ 0 w 15727320"/>
                <a:gd name="textAreaRight" fmla="*/ 15727680 w 15727320"/>
                <a:gd name="textAreaTop" fmla="*/ 0 h 2468520"/>
                <a:gd name="textAreaBottom" fmla="*/ 2468880 h 2468520"/>
              </a:gdLst>
              <a:ahLst/>
              <a:rect l="textAreaLeft" t="textAreaTop" r="textAreaRight" b="textAreaBottom"/>
              <a:pathLst>
                <a:path w="20970239" h="3291840">
                  <a:moveTo>
                    <a:pt x="0" y="0"/>
                  </a:moveTo>
                  <a:lnTo>
                    <a:pt x="20970239" y="0"/>
                  </a:lnTo>
                  <a:lnTo>
                    <a:pt x="20970239" y="3291840"/>
                  </a:lnTo>
                  <a:lnTo>
                    <a:pt x="0" y="329184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58" name="TextBox 13"/>
            <p:cNvSpPr/>
            <p:nvPr/>
          </p:nvSpPr>
          <p:spPr>
            <a:xfrm>
              <a:off x="1645920" y="2911680"/>
              <a:ext cx="15727320" cy="2482920"/>
            </a:xfrm>
            <a:prstGeom prst="rect">
              <a:avLst/>
            </a:prstGeom>
            <a:noFill/>
            <a:ln w="0">
              <a:noFill/>
            </a:ln>
          </p:spPr>
          <p:style>
            <a:lnRef idx="0"/>
            <a:fillRef idx="0"/>
            <a:effectRef idx="0"/>
            <a:fontRef idx="minor"/>
          </p:style>
          <p:txBody>
            <a:bodyPr lIns="0" rIns="0" tIns="0" bIns="0" anchor="ctr">
              <a:noAutofit/>
            </a:bodyPr>
            <a:p>
              <a:pPr defTabSz="914400">
                <a:lnSpc>
                  <a:spcPts val="8640"/>
                </a:lnSpc>
              </a:pPr>
              <a:r>
                <a:rPr b="1" lang="en-US" sz="7200" spc="-1" strike="noStrike">
                  <a:solidFill>
                    <a:srgbClr val="ffffff"/>
                  </a:solidFill>
                  <a:latin typeface="Trebuchet MS Bold"/>
                  <a:ea typeface="Trebuchet MS Bold"/>
                </a:rPr>
                <a:t>So What?</a:t>
              </a:r>
              <a:endParaRPr b="0" lang="en-US" sz="7200" spc="-1" strike="noStrike">
                <a:solidFill>
                  <a:srgbClr val="ffffff"/>
                </a:solidFill>
                <a:latin typeface="Arial"/>
              </a:endParaRPr>
            </a:p>
          </p:txBody>
        </p:sp>
      </p:grpSp>
      <p:grpSp>
        <p:nvGrpSpPr>
          <p:cNvPr id="1259" name="Group 14"/>
          <p:cNvGrpSpPr/>
          <p:nvPr/>
        </p:nvGrpSpPr>
        <p:grpSpPr>
          <a:xfrm>
            <a:off x="1645920" y="5774040"/>
            <a:ext cx="13715640" cy="1112040"/>
            <a:chOff x="1645920" y="5774040"/>
            <a:chExt cx="13715640" cy="1112040"/>
          </a:xfrm>
        </p:grpSpPr>
        <p:sp>
          <p:nvSpPr>
            <p:cNvPr id="1260" name="Freeform 15"/>
            <p:cNvSpPr/>
            <p:nvPr/>
          </p:nvSpPr>
          <p:spPr>
            <a:xfrm>
              <a:off x="1645920" y="5823720"/>
              <a:ext cx="13715640" cy="1062000"/>
            </a:xfrm>
            <a:custGeom>
              <a:avLst/>
              <a:gdLst>
                <a:gd name="textAreaLeft" fmla="*/ 0 w 13715640"/>
                <a:gd name="textAreaRight" fmla="*/ 13716000 w 13715640"/>
                <a:gd name="textAreaTop" fmla="*/ 0 h 1062000"/>
                <a:gd name="textAreaBottom" fmla="*/ 1062360 h 1062000"/>
              </a:gdLst>
              <a:ahLst/>
              <a:rect l="textAreaLeft" t="textAreaTop" r="textAreaRight" b="textAreaBottom"/>
              <a:pathLst>
                <a:path w="18288000" h="1416397">
                  <a:moveTo>
                    <a:pt x="0" y="0"/>
                  </a:moveTo>
                  <a:lnTo>
                    <a:pt x="18288000" y="0"/>
                  </a:lnTo>
                  <a:lnTo>
                    <a:pt x="18288000" y="1416397"/>
                  </a:lnTo>
                  <a:lnTo>
                    <a:pt x="0" y="1416397"/>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1" name="TextBox 16"/>
            <p:cNvSpPr/>
            <p:nvPr/>
          </p:nvSpPr>
          <p:spPr>
            <a:xfrm>
              <a:off x="1645920" y="5774040"/>
              <a:ext cx="13715640" cy="1112040"/>
            </a:xfrm>
            <a:prstGeom prst="rect">
              <a:avLst/>
            </a:prstGeom>
            <a:noFill/>
            <a:ln w="0">
              <a:noFill/>
            </a:ln>
          </p:spPr>
          <p:style>
            <a:lnRef idx="0"/>
            <a:fillRef idx="0"/>
            <a:effectRef idx="0"/>
            <a:fontRef idx="minor"/>
          </p:style>
          <p:txBody>
            <a:bodyPr lIns="0" rIns="0" tIns="0" bIns="0" anchor="ctr">
              <a:noAutofit/>
            </a:bodyPr>
            <a:p>
              <a:pPr defTabSz="914400">
                <a:lnSpc>
                  <a:spcPts val="3600"/>
                </a:lnSpc>
              </a:pPr>
              <a:r>
                <a:rPr b="0" i="1" lang="en-US" sz="3000" spc="-1" strike="noStrike">
                  <a:solidFill>
                    <a:srgbClr val="ffffff"/>
                  </a:solidFill>
                  <a:latin typeface="Calibri (MS) Italics"/>
                  <a:ea typeface="Calibri (MS) Italics"/>
                </a:rPr>
                <a:t>Data gaps as a real finding. The LLM interface. </a:t>
              </a:r>
              <a:endParaRPr b="0" lang="en-US" sz="3000" spc="-1" strike="noStrike">
                <a:solidFill>
                  <a:srgbClr val="ffffff"/>
                </a:solidFill>
                <a:latin typeface="Arial"/>
              </a:endParaRPr>
            </a:p>
            <a:p>
              <a:pPr defTabSz="914400">
                <a:lnSpc>
                  <a:spcPts val="3600"/>
                </a:lnSpc>
              </a:pPr>
              <a:r>
                <a:rPr b="0" i="1" lang="en-US" sz="3000" spc="-1" strike="noStrike">
                  <a:solidFill>
                    <a:srgbClr val="ffffff"/>
                  </a:solidFill>
                  <a:latin typeface="Calibri (MS) Italics"/>
                  <a:ea typeface="Calibri (MS) Italics"/>
                </a:rPr>
                <a:t>Real-world applications.</a:t>
              </a:r>
              <a:endParaRPr b="0" lang="en-US" sz="30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grpSp>
        <p:nvGrpSpPr>
          <p:cNvPr id="1262" name="Group 2"/>
          <p:cNvGrpSpPr/>
          <p:nvPr/>
        </p:nvGrpSpPr>
        <p:grpSpPr>
          <a:xfrm>
            <a:off x="-12600" y="-12600"/>
            <a:ext cx="18312840" cy="1524600"/>
            <a:chOff x="-12600" y="-12600"/>
            <a:chExt cx="18312840" cy="1524600"/>
          </a:xfrm>
        </p:grpSpPr>
        <p:sp>
          <p:nvSpPr>
            <p:cNvPr id="1263" name="Freeform 3"/>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4" name="Freeform 4"/>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265" name="Group 5"/>
          <p:cNvGrpSpPr/>
          <p:nvPr/>
        </p:nvGrpSpPr>
        <p:grpSpPr>
          <a:xfrm>
            <a:off x="-12600" y="-12600"/>
            <a:ext cx="281160" cy="1524600"/>
            <a:chOff x="-12600" y="-12600"/>
            <a:chExt cx="281160" cy="1524600"/>
          </a:xfrm>
        </p:grpSpPr>
        <p:sp>
          <p:nvSpPr>
            <p:cNvPr id="1266" name="Freeform 6"/>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7" name="Freeform 7"/>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68" name="Group 8"/>
          <p:cNvGrpSpPr/>
          <p:nvPr/>
        </p:nvGrpSpPr>
        <p:grpSpPr>
          <a:xfrm>
            <a:off x="640080" y="-14400"/>
            <a:ext cx="17007480" cy="1513800"/>
            <a:chOff x="640080" y="-14400"/>
            <a:chExt cx="17007480" cy="1513800"/>
          </a:xfrm>
        </p:grpSpPr>
        <p:sp>
          <p:nvSpPr>
            <p:cNvPr id="1269" name="Freeform 9"/>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70" name="TextBox 10"/>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What the Gaps Are Telling Us</a:t>
              </a:r>
              <a:endParaRPr b="0" lang="en-US" sz="4000" spc="-1" strike="noStrike">
                <a:solidFill>
                  <a:srgbClr val="000000"/>
                </a:solidFill>
                <a:latin typeface="Arial"/>
              </a:endParaRPr>
            </a:p>
          </p:txBody>
        </p:sp>
      </p:grpSp>
      <p:grpSp>
        <p:nvGrpSpPr>
          <p:cNvPr id="1271" name="Group 11"/>
          <p:cNvGrpSpPr/>
          <p:nvPr/>
        </p:nvGrpSpPr>
        <p:grpSpPr>
          <a:xfrm>
            <a:off x="542160" y="1730880"/>
            <a:ext cx="9704880" cy="2426400"/>
            <a:chOff x="542160" y="1730880"/>
            <a:chExt cx="9704880" cy="2426400"/>
          </a:xfrm>
        </p:grpSpPr>
        <p:sp>
          <p:nvSpPr>
            <p:cNvPr id="1272" name="Freeform 12"/>
            <p:cNvSpPr/>
            <p:nvPr/>
          </p:nvSpPr>
          <p:spPr>
            <a:xfrm>
              <a:off x="548640" y="1737360"/>
              <a:ext cx="9692280" cy="2413800"/>
            </a:xfrm>
            <a:custGeom>
              <a:avLst/>
              <a:gdLst>
                <a:gd name="textAreaLeft" fmla="*/ 0 w 9692280"/>
                <a:gd name="textAreaRight" fmla="*/ 9692640 w 9692280"/>
                <a:gd name="textAreaTop" fmla="*/ 0 h 2413800"/>
                <a:gd name="textAreaBottom" fmla="*/ 2414160 h 2413800"/>
              </a:gdLst>
              <a:ahLst/>
              <a:rect l="textAreaLeft" t="textAreaTop" r="textAreaRight" b="textAreaBottom"/>
              <a:pathLst>
                <a:path w="12923519" h="3218688">
                  <a:moveTo>
                    <a:pt x="0" y="0"/>
                  </a:moveTo>
                  <a:lnTo>
                    <a:pt x="12923519" y="0"/>
                  </a:lnTo>
                  <a:lnTo>
                    <a:pt x="12923519" y="3218688"/>
                  </a:lnTo>
                  <a:lnTo>
                    <a:pt x="0" y="3218688"/>
                  </a:lnTo>
                  <a:close/>
                </a:path>
              </a:pathLst>
            </a:custGeom>
            <a:solidFill>
              <a:srgbClr val="fde8e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73" name="Freeform 13"/>
            <p:cNvSpPr/>
            <p:nvPr/>
          </p:nvSpPr>
          <p:spPr>
            <a:xfrm>
              <a:off x="542160" y="1730880"/>
              <a:ext cx="9704880" cy="2426400"/>
            </a:xfrm>
            <a:custGeom>
              <a:avLst/>
              <a:gdLst>
                <a:gd name="textAreaLeft" fmla="*/ 0 w 9704880"/>
                <a:gd name="textAreaRight" fmla="*/ 9705240 w 9704880"/>
                <a:gd name="textAreaTop" fmla="*/ 0 h 2426400"/>
                <a:gd name="textAreaBottom" fmla="*/ 2426760 h 2426400"/>
              </a:gdLst>
              <a:ahLst/>
              <a:rect l="textAreaLeft" t="textAreaTop" r="textAreaRight" b="textAreaBottom"/>
              <a:pathLst>
                <a:path w="12940538" h="3235706">
                  <a:moveTo>
                    <a:pt x="8509" y="0"/>
                  </a:moveTo>
                  <a:lnTo>
                    <a:pt x="12932028" y="0"/>
                  </a:lnTo>
                  <a:cubicBezTo>
                    <a:pt x="12936727" y="0"/>
                    <a:pt x="12940538" y="3810"/>
                    <a:pt x="12940538" y="8509"/>
                  </a:cubicBezTo>
                  <a:lnTo>
                    <a:pt x="12940538" y="3227197"/>
                  </a:lnTo>
                  <a:cubicBezTo>
                    <a:pt x="12940538" y="3231896"/>
                    <a:pt x="12936727" y="3235706"/>
                    <a:pt x="12932028"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12932028" y="3218688"/>
                  </a:lnTo>
                  <a:lnTo>
                    <a:pt x="12932028" y="3227197"/>
                  </a:lnTo>
                  <a:lnTo>
                    <a:pt x="12923520" y="3227197"/>
                  </a:lnTo>
                  <a:lnTo>
                    <a:pt x="12923520" y="8509"/>
                  </a:lnTo>
                  <a:lnTo>
                    <a:pt x="12932028" y="8509"/>
                  </a:lnTo>
                  <a:lnTo>
                    <a:pt x="12932028"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74" name="Group 14"/>
          <p:cNvGrpSpPr/>
          <p:nvPr/>
        </p:nvGrpSpPr>
        <p:grpSpPr>
          <a:xfrm>
            <a:off x="536040" y="1724760"/>
            <a:ext cx="9717480" cy="134640"/>
            <a:chOff x="536040" y="1724760"/>
            <a:chExt cx="9717480" cy="134640"/>
          </a:xfrm>
        </p:grpSpPr>
        <p:sp>
          <p:nvSpPr>
            <p:cNvPr id="1275" name="Freeform 15"/>
            <p:cNvSpPr/>
            <p:nvPr/>
          </p:nvSpPr>
          <p:spPr>
            <a:xfrm>
              <a:off x="548640" y="1737360"/>
              <a:ext cx="9692280" cy="109440"/>
            </a:xfrm>
            <a:custGeom>
              <a:avLst/>
              <a:gdLst>
                <a:gd name="textAreaLeft" fmla="*/ 0 w 9692280"/>
                <a:gd name="textAreaRight" fmla="*/ 9692640 w 9692280"/>
                <a:gd name="textAreaTop" fmla="*/ 0 h 109440"/>
                <a:gd name="textAreaBottom" fmla="*/ 109800 h 109440"/>
              </a:gdLst>
              <a:ahLst/>
              <a:rect l="textAreaLeft" t="textAreaTop" r="textAreaRight" b="textAreaBottom"/>
              <a:pathLst>
                <a:path w="12923520" h="146304">
                  <a:moveTo>
                    <a:pt x="0" y="0"/>
                  </a:moveTo>
                  <a:lnTo>
                    <a:pt x="12923520" y="0"/>
                  </a:lnTo>
                  <a:lnTo>
                    <a:pt x="12923520" y="146304"/>
                  </a:lnTo>
                  <a:lnTo>
                    <a:pt x="0" y="146304"/>
                  </a:lnTo>
                  <a:close/>
                </a:path>
              </a:pathLst>
            </a:cu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76" name="Freeform 16"/>
            <p:cNvSpPr/>
            <p:nvPr/>
          </p:nvSpPr>
          <p:spPr>
            <a:xfrm>
              <a:off x="536040" y="1724760"/>
              <a:ext cx="9717480" cy="134640"/>
            </a:xfrm>
            <a:custGeom>
              <a:avLst/>
              <a:gdLst>
                <a:gd name="textAreaLeft" fmla="*/ 0 w 9717480"/>
                <a:gd name="textAreaRight" fmla="*/ 9717840 w 9717480"/>
                <a:gd name="textAreaTop" fmla="*/ 0 h 134640"/>
                <a:gd name="textAreaBottom" fmla="*/ 135000 h 134640"/>
              </a:gdLst>
              <a:ahLst/>
              <a:rect l="textAreaLeft" t="textAreaTop" r="textAreaRight" b="textAreaBottom"/>
              <a:pathLst>
                <a:path w="12957302" h="180088">
                  <a:moveTo>
                    <a:pt x="16891" y="0"/>
                  </a:moveTo>
                  <a:lnTo>
                    <a:pt x="12940411" y="0"/>
                  </a:lnTo>
                  <a:cubicBezTo>
                    <a:pt x="12949809" y="0"/>
                    <a:pt x="12957302" y="7620"/>
                    <a:pt x="12957302" y="16891"/>
                  </a:cubicBezTo>
                  <a:lnTo>
                    <a:pt x="12957302" y="163195"/>
                  </a:lnTo>
                  <a:cubicBezTo>
                    <a:pt x="12957302" y="172593"/>
                    <a:pt x="12949682" y="180086"/>
                    <a:pt x="1294041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12940411" y="146304"/>
                  </a:lnTo>
                  <a:lnTo>
                    <a:pt x="12940411" y="163195"/>
                  </a:lnTo>
                  <a:lnTo>
                    <a:pt x="12923520" y="163195"/>
                  </a:lnTo>
                  <a:lnTo>
                    <a:pt x="12923520" y="16891"/>
                  </a:lnTo>
                  <a:lnTo>
                    <a:pt x="12940411" y="16891"/>
                  </a:lnTo>
                  <a:lnTo>
                    <a:pt x="12940411" y="33909"/>
                  </a:lnTo>
                  <a:lnTo>
                    <a:pt x="16891" y="33909"/>
                  </a:lnTo>
                  <a:close/>
                </a:path>
              </a:pathLst>
            </a:cu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277" name="Group 17"/>
          <p:cNvGrpSpPr/>
          <p:nvPr/>
        </p:nvGrpSpPr>
        <p:grpSpPr>
          <a:xfrm>
            <a:off x="822960" y="1913040"/>
            <a:ext cx="9143640" cy="738360"/>
            <a:chOff x="822960" y="1913040"/>
            <a:chExt cx="9143640" cy="738360"/>
          </a:xfrm>
        </p:grpSpPr>
        <p:sp>
          <p:nvSpPr>
            <p:cNvPr id="1278" name="Freeform 18"/>
            <p:cNvSpPr/>
            <p:nvPr/>
          </p:nvSpPr>
          <p:spPr>
            <a:xfrm>
              <a:off x="822960" y="1920240"/>
              <a:ext cx="9143640" cy="731160"/>
            </a:xfrm>
            <a:custGeom>
              <a:avLst/>
              <a:gdLst>
                <a:gd name="textAreaLeft" fmla="*/ 0 w 9143640"/>
                <a:gd name="textAreaRight" fmla="*/ 9144000 w 9143640"/>
                <a:gd name="textAreaTop" fmla="*/ 0 h 731160"/>
                <a:gd name="textAreaBottom" fmla="*/ 731520 h 731160"/>
              </a:gdLst>
              <a:ahLst/>
              <a:rect l="textAreaLeft" t="textAreaTop" r="textAreaRight" b="textAreaBottom"/>
              <a:pathLst>
                <a:path w="12192000" h="975360">
                  <a:moveTo>
                    <a:pt x="0" y="0"/>
                  </a:moveTo>
                  <a:lnTo>
                    <a:pt x="12192000" y="0"/>
                  </a:lnTo>
                  <a:lnTo>
                    <a:pt x="12192000" y="975360"/>
                  </a:lnTo>
                  <a:lnTo>
                    <a:pt x="0" y="97536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79" name="TextBox 19"/>
            <p:cNvSpPr/>
            <p:nvPr/>
          </p:nvSpPr>
          <p:spPr>
            <a:xfrm>
              <a:off x="822960" y="1913040"/>
              <a:ext cx="9143640" cy="73836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c0392b"/>
                  </a:solidFill>
                  <a:latin typeface="Trebuchet MS Bold"/>
                  <a:ea typeface="Trebuchet MS Bold"/>
                </a:rPr>
                <a:t>Missing data is not a technical problem. It is a finding.</a:t>
              </a:r>
              <a:endParaRPr b="0" lang="en-US" sz="2600" spc="-1" strike="noStrike">
                <a:solidFill>
                  <a:srgbClr val="000000"/>
                </a:solidFill>
                <a:latin typeface="Arial"/>
              </a:endParaRPr>
            </a:p>
          </p:txBody>
        </p:sp>
      </p:grpSp>
      <p:grpSp>
        <p:nvGrpSpPr>
          <p:cNvPr id="1280" name="Group 20"/>
          <p:cNvGrpSpPr/>
          <p:nvPr/>
        </p:nvGrpSpPr>
        <p:grpSpPr>
          <a:xfrm>
            <a:off x="822960" y="2628000"/>
            <a:ext cx="9143640" cy="1321920"/>
            <a:chOff x="822960" y="2628000"/>
            <a:chExt cx="9143640" cy="1321920"/>
          </a:xfrm>
        </p:grpSpPr>
        <p:sp>
          <p:nvSpPr>
            <p:cNvPr id="1281" name="Freeform 21"/>
            <p:cNvSpPr/>
            <p:nvPr/>
          </p:nvSpPr>
          <p:spPr>
            <a:xfrm>
              <a:off x="822960" y="2706480"/>
              <a:ext cx="9143640" cy="1243080"/>
            </a:xfrm>
            <a:custGeom>
              <a:avLst/>
              <a:gdLst>
                <a:gd name="textAreaLeft" fmla="*/ 0 w 9143640"/>
                <a:gd name="textAreaRight" fmla="*/ 9144000 w 9143640"/>
                <a:gd name="textAreaTop" fmla="*/ 0 h 1243080"/>
                <a:gd name="textAreaBottom" fmla="*/ 1243440 h 1243080"/>
              </a:gdLst>
              <a:ahLst/>
              <a:rect l="textAreaLeft" t="textAreaTop" r="textAreaRight" b="textAreaBottom"/>
              <a:pathLst>
                <a:path w="12192000" h="1658112">
                  <a:moveTo>
                    <a:pt x="0" y="0"/>
                  </a:moveTo>
                  <a:lnTo>
                    <a:pt x="12192000" y="0"/>
                  </a:lnTo>
                  <a:lnTo>
                    <a:pt x="12192000" y="1658112"/>
                  </a:lnTo>
                  <a:lnTo>
                    <a:pt x="0" y="1658112"/>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82" name="TextBox 22"/>
            <p:cNvSpPr/>
            <p:nvPr/>
          </p:nvSpPr>
          <p:spPr>
            <a:xfrm>
              <a:off x="822960" y="2628000"/>
              <a:ext cx="9143640" cy="132192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0" lang="en-US" sz="2000" spc="-1" strike="noStrike">
                  <a:solidFill>
                    <a:srgbClr val="64748b"/>
                  </a:solidFill>
                  <a:latin typeface="Calibri (MS)"/>
                  <a:ea typeface="Calibri (MS)"/>
                </a:rPr>
                <a:t>When most of Ghana's 260 districts are grey on the map, that is not an analysis failure. The WFP monitors a sample of markets, not every district. The grey areas are real gaps in knowledge - and they matter.</a:t>
              </a:r>
              <a:endParaRPr b="0" lang="en-US" sz="2000" spc="-1" strike="noStrike">
                <a:solidFill>
                  <a:srgbClr val="000000"/>
                </a:solidFill>
                <a:latin typeface="Arial"/>
              </a:endParaRPr>
            </a:p>
          </p:txBody>
        </p:sp>
      </p:grpSp>
      <p:grpSp>
        <p:nvGrpSpPr>
          <p:cNvPr id="1283" name="Group 23"/>
          <p:cNvGrpSpPr/>
          <p:nvPr/>
        </p:nvGrpSpPr>
        <p:grpSpPr>
          <a:xfrm>
            <a:off x="542160" y="4346280"/>
            <a:ext cx="9704880" cy="1621800"/>
            <a:chOff x="542160" y="4346280"/>
            <a:chExt cx="9704880" cy="1621800"/>
          </a:xfrm>
        </p:grpSpPr>
        <p:sp>
          <p:nvSpPr>
            <p:cNvPr id="1284" name="Freeform 24"/>
            <p:cNvSpPr/>
            <p:nvPr/>
          </p:nvSpPr>
          <p:spPr>
            <a:xfrm>
              <a:off x="548640" y="4352400"/>
              <a:ext cx="9692280" cy="1608840"/>
            </a:xfrm>
            <a:custGeom>
              <a:avLst/>
              <a:gdLst>
                <a:gd name="textAreaLeft" fmla="*/ 0 w 9692280"/>
                <a:gd name="textAreaRight" fmla="*/ 9692640 w 9692280"/>
                <a:gd name="textAreaTop" fmla="*/ 0 h 1608840"/>
                <a:gd name="textAreaBottom" fmla="*/ 1609200 h 1608840"/>
              </a:gdLst>
              <a:ahLst/>
              <a:rect l="textAreaLeft" t="textAreaTop" r="textAreaRight" b="textAreaBottom"/>
              <a:pathLst>
                <a:path w="12923519" h="2145792">
                  <a:moveTo>
                    <a:pt x="0" y="0"/>
                  </a:moveTo>
                  <a:lnTo>
                    <a:pt x="12923519" y="0"/>
                  </a:lnTo>
                  <a:lnTo>
                    <a:pt x="12923519" y="2145792"/>
                  </a:lnTo>
                  <a:lnTo>
                    <a:pt x="0" y="2145792"/>
                  </a:lnTo>
                  <a:close/>
                </a:path>
              </a:pathLst>
            </a:custGeom>
            <a:solidFill>
              <a:srgbClr val="eaf4fb"/>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85" name="Freeform 25"/>
            <p:cNvSpPr/>
            <p:nvPr/>
          </p:nvSpPr>
          <p:spPr>
            <a:xfrm>
              <a:off x="542160" y="4346280"/>
              <a:ext cx="9704880" cy="1621800"/>
            </a:xfrm>
            <a:custGeom>
              <a:avLst/>
              <a:gdLst>
                <a:gd name="textAreaLeft" fmla="*/ 0 w 9704880"/>
                <a:gd name="textAreaRight" fmla="*/ 9705240 w 9704880"/>
                <a:gd name="textAreaTop" fmla="*/ 0 h 1621800"/>
                <a:gd name="textAreaBottom" fmla="*/ 1622160 h 1621800"/>
              </a:gdLst>
              <a:ahLst/>
              <a:rect l="textAreaLeft" t="textAreaTop" r="textAreaRight" b="textAreaBottom"/>
              <a:pathLst>
                <a:path w="12940538" h="2162810">
                  <a:moveTo>
                    <a:pt x="8509" y="0"/>
                  </a:moveTo>
                  <a:lnTo>
                    <a:pt x="12932028" y="0"/>
                  </a:lnTo>
                  <a:cubicBezTo>
                    <a:pt x="12936727" y="0"/>
                    <a:pt x="12940538" y="3810"/>
                    <a:pt x="12940538" y="8509"/>
                  </a:cubicBezTo>
                  <a:lnTo>
                    <a:pt x="12940538" y="2154301"/>
                  </a:lnTo>
                  <a:cubicBezTo>
                    <a:pt x="12940538" y="2159000"/>
                    <a:pt x="12936727" y="2162810"/>
                    <a:pt x="12932028" y="2162810"/>
                  </a:cubicBezTo>
                  <a:lnTo>
                    <a:pt x="8509" y="2162810"/>
                  </a:lnTo>
                  <a:cubicBezTo>
                    <a:pt x="3810" y="2162810"/>
                    <a:pt x="0" y="2159000"/>
                    <a:pt x="0" y="2154301"/>
                  </a:cubicBezTo>
                  <a:lnTo>
                    <a:pt x="0" y="8509"/>
                  </a:lnTo>
                  <a:cubicBezTo>
                    <a:pt x="0" y="3810"/>
                    <a:pt x="3810" y="0"/>
                    <a:pt x="8509" y="0"/>
                  </a:cubicBezTo>
                  <a:moveTo>
                    <a:pt x="8509" y="16891"/>
                  </a:moveTo>
                  <a:lnTo>
                    <a:pt x="8509" y="8509"/>
                  </a:lnTo>
                  <a:lnTo>
                    <a:pt x="17018" y="8509"/>
                  </a:lnTo>
                  <a:lnTo>
                    <a:pt x="17018" y="2154301"/>
                  </a:lnTo>
                  <a:lnTo>
                    <a:pt x="8509" y="2154301"/>
                  </a:lnTo>
                  <a:lnTo>
                    <a:pt x="8509" y="2145792"/>
                  </a:lnTo>
                  <a:lnTo>
                    <a:pt x="12932028" y="2145792"/>
                  </a:lnTo>
                  <a:lnTo>
                    <a:pt x="12932028" y="2154301"/>
                  </a:lnTo>
                  <a:lnTo>
                    <a:pt x="12923520" y="2154301"/>
                  </a:lnTo>
                  <a:lnTo>
                    <a:pt x="12923520" y="8509"/>
                  </a:lnTo>
                  <a:lnTo>
                    <a:pt x="12932028" y="8509"/>
                  </a:lnTo>
                  <a:lnTo>
                    <a:pt x="12932028"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86" name="Group 26"/>
          <p:cNvGrpSpPr/>
          <p:nvPr/>
        </p:nvGrpSpPr>
        <p:grpSpPr>
          <a:xfrm>
            <a:off x="536040" y="4339800"/>
            <a:ext cx="9717480" cy="116280"/>
            <a:chOff x="536040" y="4339800"/>
            <a:chExt cx="9717480" cy="116280"/>
          </a:xfrm>
        </p:grpSpPr>
        <p:sp>
          <p:nvSpPr>
            <p:cNvPr id="1287" name="Freeform 27"/>
            <p:cNvSpPr/>
            <p:nvPr/>
          </p:nvSpPr>
          <p:spPr>
            <a:xfrm>
              <a:off x="548640" y="4352400"/>
              <a:ext cx="9692280" cy="91080"/>
            </a:xfrm>
            <a:custGeom>
              <a:avLst/>
              <a:gdLst>
                <a:gd name="textAreaLeft" fmla="*/ 0 w 9692280"/>
                <a:gd name="textAreaRight" fmla="*/ 9692640 w 9692280"/>
                <a:gd name="textAreaTop" fmla="*/ 0 h 91080"/>
                <a:gd name="textAreaBottom" fmla="*/ 91440 h 91080"/>
              </a:gdLst>
              <a:ahLst/>
              <a:rect l="textAreaLeft" t="textAreaTop" r="textAreaRight" b="textAreaBottom"/>
              <a:pathLst>
                <a:path w="12923520" h="121920">
                  <a:moveTo>
                    <a:pt x="0" y="0"/>
                  </a:moveTo>
                  <a:lnTo>
                    <a:pt x="12923520" y="0"/>
                  </a:lnTo>
                  <a:lnTo>
                    <a:pt x="12923520" y="121920"/>
                  </a:lnTo>
                  <a:lnTo>
                    <a:pt x="0" y="121920"/>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8" name="Freeform 28"/>
            <p:cNvSpPr/>
            <p:nvPr/>
          </p:nvSpPr>
          <p:spPr>
            <a:xfrm>
              <a:off x="536040" y="4339800"/>
              <a:ext cx="9717480" cy="116280"/>
            </a:xfrm>
            <a:custGeom>
              <a:avLst/>
              <a:gdLst>
                <a:gd name="textAreaLeft" fmla="*/ 0 w 9717480"/>
                <a:gd name="textAreaRight" fmla="*/ 9717840 w 9717480"/>
                <a:gd name="textAreaTop" fmla="*/ 0 h 116280"/>
                <a:gd name="textAreaBottom" fmla="*/ 116640 h 116280"/>
              </a:gdLst>
              <a:ahLst/>
              <a:rect l="textAreaLeft" t="textAreaTop" r="textAreaRight" b="textAreaBottom"/>
              <a:pathLst>
                <a:path w="12957302" h="155704">
                  <a:moveTo>
                    <a:pt x="16891" y="0"/>
                  </a:moveTo>
                  <a:lnTo>
                    <a:pt x="12940411" y="0"/>
                  </a:lnTo>
                  <a:cubicBezTo>
                    <a:pt x="12949809" y="0"/>
                    <a:pt x="12957302" y="7620"/>
                    <a:pt x="12957302" y="16891"/>
                  </a:cubicBezTo>
                  <a:lnTo>
                    <a:pt x="12957302" y="138811"/>
                  </a:lnTo>
                  <a:cubicBezTo>
                    <a:pt x="12957302" y="148209"/>
                    <a:pt x="12949682" y="155702"/>
                    <a:pt x="1294041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2940411" y="121920"/>
                  </a:lnTo>
                  <a:lnTo>
                    <a:pt x="12940411" y="138811"/>
                  </a:lnTo>
                  <a:lnTo>
                    <a:pt x="12923520" y="138811"/>
                  </a:lnTo>
                  <a:lnTo>
                    <a:pt x="12923520" y="16891"/>
                  </a:lnTo>
                  <a:lnTo>
                    <a:pt x="12940411" y="16891"/>
                  </a:lnTo>
                  <a:lnTo>
                    <a:pt x="12940411"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289" name="Group 29"/>
          <p:cNvGrpSpPr/>
          <p:nvPr/>
        </p:nvGrpSpPr>
        <p:grpSpPr>
          <a:xfrm>
            <a:off x="822960" y="4466160"/>
            <a:ext cx="9143640" cy="654120"/>
            <a:chOff x="822960" y="4466160"/>
            <a:chExt cx="9143640" cy="654120"/>
          </a:xfrm>
        </p:grpSpPr>
        <p:sp>
          <p:nvSpPr>
            <p:cNvPr id="1290" name="Freeform 30"/>
            <p:cNvSpPr/>
            <p:nvPr/>
          </p:nvSpPr>
          <p:spPr>
            <a:xfrm>
              <a:off x="822960" y="4480560"/>
              <a:ext cx="9143640" cy="639720"/>
            </a:xfrm>
            <a:custGeom>
              <a:avLst/>
              <a:gdLst>
                <a:gd name="textAreaLeft" fmla="*/ 0 w 9143640"/>
                <a:gd name="textAreaRight" fmla="*/ 9144000 w 9143640"/>
                <a:gd name="textAreaTop" fmla="*/ 0 h 639720"/>
                <a:gd name="textAreaBottom" fmla="*/ 640080 h 639720"/>
              </a:gdLst>
              <a:ahLst/>
              <a:rect l="textAreaLeft" t="textAreaTop" r="textAreaRight" b="textAreaBottom"/>
              <a:pathLst>
                <a:path w="12192000" h="853440">
                  <a:moveTo>
                    <a:pt x="0" y="0"/>
                  </a:moveTo>
                  <a:lnTo>
                    <a:pt x="12192000" y="0"/>
                  </a:lnTo>
                  <a:lnTo>
                    <a:pt x="12192000" y="853440"/>
                  </a:lnTo>
                  <a:lnTo>
                    <a:pt x="0" y="853440"/>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91" name="TextBox 31"/>
            <p:cNvSpPr/>
            <p:nvPr/>
          </p:nvSpPr>
          <p:spPr>
            <a:xfrm>
              <a:off x="822960" y="4466160"/>
              <a:ext cx="9143640" cy="65412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1a2332"/>
                  </a:solidFill>
                  <a:latin typeface="Trebuchet MS Bold"/>
                  <a:ea typeface="Trebuchet MS Bold"/>
                </a:rPr>
                <a:t>Resource limits</a:t>
              </a:r>
              <a:endParaRPr b="0" lang="en-US" sz="2200" spc="-1" strike="noStrike">
                <a:solidFill>
                  <a:srgbClr val="000000"/>
                </a:solidFill>
                <a:latin typeface="Arial"/>
              </a:endParaRPr>
            </a:p>
          </p:txBody>
        </p:sp>
      </p:grpSp>
      <p:grpSp>
        <p:nvGrpSpPr>
          <p:cNvPr id="1292" name="Group 32"/>
          <p:cNvGrpSpPr/>
          <p:nvPr/>
        </p:nvGrpSpPr>
        <p:grpSpPr>
          <a:xfrm>
            <a:off x="822960" y="5092920"/>
            <a:ext cx="9143640" cy="758880"/>
            <a:chOff x="822960" y="5092920"/>
            <a:chExt cx="9143640" cy="758880"/>
          </a:xfrm>
        </p:grpSpPr>
        <p:sp>
          <p:nvSpPr>
            <p:cNvPr id="1293" name="Freeform 33"/>
            <p:cNvSpPr/>
            <p:nvPr/>
          </p:nvSpPr>
          <p:spPr>
            <a:xfrm>
              <a:off x="822960" y="5157360"/>
              <a:ext cx="9143640" cy="694440"/>
            </a:xfrm>
            <a:custGeom>
              <a:avLst/>
              <a:gdLst>
                <a:gd name="textAreaLeft" fmla="*/ 0 w 9143640"/>
                <a:gd name="textAreaRight" fmla="*/ 9144000 w 9143640"/>
                <a:gd name="textAreaTop" fmla="*/ 0 h 694440"/>
                <a:gd name="textAreaBottom" fmla="*/ 694800 h 694440"/>
              </a:gdLst>
              <a:ahLst/>
              <a:rect l="textAreaLeft" t="textAreaTop" r="textAreaRight" b="textAreaBottom"/>
              <a:pathLst>
                <a:path w="12192000" h="926592">
                  <a:moveTo>
                    <a:pt x="0" y="0"/>
                  </a:moveTo>
                  <a:lnTo>
                    <a:pt x="12192000" y="0"/>
                  </a:lnTo>
                  <a:lnTo>
                    <a:pt x="12192000" y="926592"/>
                  </a:lnTo>
                  <a:lnTo>
                    <a:pt x="0" y="926592"/>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94" name="TextBox 34"/>
            <p:cNvSpPr/>
            <p:nvPr/>
          </p:nvSpPr>
          <p:spPr>
            <a:xfrm>
              <a:off x="822960" y="5092920"/>
              <a:ext cx="9143640" cy="758880"/>
            </a:xfrm>
            <a:prstGeom prst="rect">
              <a:avLst/>
            </a:prstGeom>
            <a:noFill/>
            <a:ln w="0">
              <a:noFill/>
            </a:ln>
          </p:spPr>
          <p:style>
            <a:lnRef idx="0"/>
            <a:fillRef idx="0"/>
            <a:effectRef idx="0"/>
            <a:fontRef idx="minor"/>
          </p:style>
          <p:txBody>
            <a:bodyPr lIns="0" rIns="0" tIns="0" bIns="0" anchor="ctr">
              <a:noAutofit/>
            </a:bodyPr>
            <a:p>
              <a:pPr defTabSz="914400">
                <a:lnSpc>
                  <a:spcPts val="2735"/>
                </a:lnSpc>
              </a:pPr>
              <a:r>
                <a:rPr b="0" lang="en-US" sz="1900" spc="-1" strike="noStrike">
                  <a:solidFill>
                    <a:srgbClr val="64748b"/>
                  </a:solidFill>
                  <a:latin typeface="Calibri (MS)"/>
                  <a:ea typeface="Calibri (MS)"/>
                </a:rPr>
                <a:t>WFP cannot monitor every market in every district. They sample strategically, focusing on accessible, higher-risk areas.</a:t>
              </a:r>
              <a:endParaRPr b="0" lang="en-US" sz="1900" spc="-1" strike="noStrike">
                <a:solidFill>
                  <a:srgbClr val="000000"/>
                </a:solidFill>
                <a:latin typeface="Arial"/>
              </a:endParaRPr>
            </a:p>
          </p:txBody>
        </p:sp>
      </p:grpSp>
      <p:grpSp>
        <p:nvGrpSpPr>
          <p:cNvPr id="1295" name="Group 35"/>
          <p:cNvGrpSpPr/>
          <p:nvPr/>
        </p:nvGrpSpPr>
        <p:grpSpPr>
          <a:xfrm>
            <a:off x="542160" y="6138360"/>
            <a:ext cx="9704880" cy="1621800"/>
            <a:chOff x="542160" y="6138360"/>
            <a:chExt cx="9704880" cy="1621800"/>
          </a:xfrm>
        </p:grpSpPr>
        <p:sp>
          <p:nvSpPr>
            <p:cNvPr id="1296" name="Freeform 36"/>
            <p:cNvSpPr/>
            <p:nvPr/>
          </p:nvSpPr>
          <p:spPr>
            <a:xfrm>
              <a:off x="548640" y="6144840"/>
              <a:ext cx="9692280" cy="1608840"/>
            </a:xfrm>
            <a:custGeom>
              <a:avLst/>
              <a:gdLst>
                <a:gd name="textAreaLeft" fmla="*/ 0 w 9692280"/>
                <a:gd name="textAreaRight" fmla="*/ 9692640 w 9692280"/>
                <a:gd name="textAreaTop" fmla="*/ 0 h 1608840"/>
                <a:gd name="textAreaBottom" fmla="*/ 1609200 h 1608840"/>
              </a:gdLst>
              <a:ahLst/>
              <a:rect l="textAreaLeft" t="textAreaTop" r="textAreaRight" b="textAreaBottom"/>
              <a:pathLst>
                <a:path w="12923519" h="2145792">
                  <a:moveTo>
                    <a:pt x="0" y="0"/>
                  </a:moveTo>
                  <a:lnTo>
                    <a:pt x="12923519" y="0"/>
                  </a:lnTo>
                  <a:lnTo>
                    <a:pt x="12923519" y="2145792"/>
                  </a:lnTo>
                  <a:lnTo>
                    <a:pt x="0" y="2145792"/>
                  </a:lnTo>
                  <a:close/>
                </a:path>
              </a:pathLst>
            </a:custGeom>
            <a:solidFill>
              <a:srgbClr val="fef3e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97" name="Freeform 37"/>
            <p:cNvSpPr/>
            <p:nvPr/>
          </p:nvSpPr>
          <p:spPr>
            <a:xfrm>
              <a:off x="542160" y="6138360"/>
              <a:ext cx="9704880" cy="1621800"/>
            </a:xfrm>
            <a:custGeom>
              <a:avLst/>
              <a:gdLst>
                <a:gd name="textAreaLeft" fmla="*/ 0 w 9704880"/>
                <a:gd name="textAreaRight" fmla="*/ 9705240 w 9704880"/>
                <a:gd name="textAreaTop" fmla="*/ 0 h 1621800"/>
                <a:gd name="textAreaBottom" fmla="*/ 1622160 h 1621800"/>
              </a:gdLst>
              <a:ahLst/>
              <a:rect l="textAreaLeft" t="textAreaTop" r="textAreaRight" b="textAreaBottom"/>
              <a:pathLst>
                <a:path w="12940538" h="2162810">
                  <a:moveTo>
                    <a:pt x="8509" y="0"/>
                  </a:moveTo>
                  <a:lnTo>
                    <a:pt x="12932028" y="0"/>
                  </a:lnTo>
                  <a:cubicBezTo>
                    <a:pt x="12936727" y="0"/>
                    <a:pt x="12940538" y="3810"/>
                    <a:pt x="12940538" y="8509"/>
                  </a:cubicBezTo>
                  <a:lnTo>
                    <a:pt x="12940538" y="2154301"/>
                  </a:lnTo>
                  <a:cubicBezTo>
                    <a:pt x="12940538" y="2159000"/>
                    <a:pt x="12936727" y="2162810"/>
                    <a:pt x="12932028" y="2162810"/>
                  </a:cubicBezTo>
                  <a:lnTo>
                    <a:pt x="8509" y="2162810"/>
                  </a:lnTo>
                  <a:cubicBezTo>
                    <a:pt x="3810" y="2162810"/>
                    <a:pt x="0" y="2159000"/>
                    <a:pt x="0" y="2154301"/>
                  </a:cubicBezTo>
                  <a:lnTo>
                    <a:pt x="0" y="8509"/>
                  </a:lnTo>
                  <a:cubicBezTo>
                    <a:pt x="0" y="3810"/>
                    <a:pt x="3810" y="0"/>
                    <a:pt x="8509" y="0"/>
                  </a:cubicBezTo>
                  <a:moveTo>
                    <a:pt x="8509" y="16891"/>
                  </a:moveTo>
                  <a:lnTo>
                    <a:pt x="8509" y="8509"/>
                  </a:lnTo>
                  <a:lnTo>
                    <a:pt x="17018" y="8509"/>
                  </a:lnTo>
                  <a:lnTo>
                    <a:pt x="17018" y="2154301"/>
                  </a:lnTo>
                  <a:lnTo>
                    <a:pt x="8509" y="2154301"/>
                  </a:lnTo>
                  <a:lnTo>
                    <a:pt x="8509" y="2145792"/>
                  </a:lnTo>
                  <a:lnTo>
                    <a:pt x="12932028" y="2145792"/>
                  </a:lnTo>
                  <a:lnTo>
                    <a:pt x="12932028" y="2154301"/>
                  </a:lnTo>
                  <a:lnTo>
                    <a:pt x="12923520" y="2154301"/>
                  </a:lnTo>
                  <a:lnTo>
                    <a:pt x="12923520" y="8509"/>
                  </a:lnTo>
                  <a:lnTo>
                    <a:pt x="12932028" y="8509"/>
                  </a:lnTo>
                  <a:lnTo>
                    <a:pt x="12932028"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298" name="Group 38"/>
          <p:cNvGrpSpPr/>
          <p:nvPr/>
        </p:nvGrpSpPr>
        <p:grpSpPr>
          <a:xfrm>
            <a:off x="536040" y="6132240"/>
            <a:ext cx="9717480" cy="116280"/>
            <a:chOff x="536040" y="6132240"/>
            <a:chExt cx="9717480" cy="116280"/>
          </a:xfrm>
        </p:grpSpPr>
        <p:sp>
          <p:nvSpPr>
            <p:cNvPr id="1299" name="Freeform 39"/>
            <p:cNvSpPr/>
            <p:nvPr/>
          </p:nvSpPr>
          <p:spPr>
            <a:xfrm>
              <a:off x="548640" y="6144840"/>
              <a:ext cx="9692280" cy="91080"/>
            </a:xfrm>
            <a:custGeom>
              <a:avLst/>
              <a:gdLst>
                <a:gd name="textAreaLeft" fmla="*/ 0 w 9692280"/>
                <a:gd name="textAreaRight" fmla="*/ 9692640 w 9692280"/>
                <a:gd name="textAreaTop" fmla="*/ 0 h 91080"/>
                <a:gd name="textAreaBottom" fmla="*/ 91440 h 91080"/>
              </a:gdLst>
              <a:ahLst/>
              <a:rect l="textAreaLeft" t="textAreaTop" r="textAreaRight" b="textAreaBottom"/>
              <a:pathLst>
                <a:path w="12923520" h="121920">
                  <a:moveTo>
                    <a:pt x="0" y="0"/>
                  </a:moveTo>
                  <a:lnTo>
                    <a:pt x="12923520" y="0"/>
                  </a:lnTo>
                  <a:lnTo>
                    <a:pt x="12923520"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00" name="Freeform 40"/>
            <p:cNvSpPr/>
            <p:nvPr/>
          </p:nvSpPr>
          <p:spPr>
            <a:xfrm>
              <a:off x="536040" y="6132240"/>
              <a:ext cx="9717480" cy="116280"/>
            </a:xfrm>
            <a:custGeom>
              <a:avLst/>
              <a:gdLst>
                <a:gd name="textAreaLeft" fmla="*/ 0 w 9717480"/>
                <a:gd name="textAreaRight" fmla="*/ 9717840 w 9717480"/>
                <a:gd name="textAreaTop" fmla="*/ 0 h 116280"/>
                <a:gd name="textAreaBottom" fmla="*/ 116640 h 116280"/>
              </a:gdLst>
              <a:ahLst/>
              <a:rect l="textAreaLeft" t="textAreaTop" r="textAreaRight" b="textAreaBottom"/>
              <a:pathLst>
                <a:path w="12957302" h="155704">
                  <a:moveTo>
                    <a:pt x="16891" y="0"/>
                  </a:moveTo>
                  <a:lnTo>
                    <a:pt x="12940411" y="0"/>
                  </a:lnTo>
                  <a:cubicBezTo>
                    <a:pt x="12949809" y="0"/>
                    <a:pt x="12957302" y="7620"/>
                    <a:pt x="12957302" y="16891"/>
                  </a:cubicBezTo>
                  <a:lnTo>
                    <a:pt x="12957302" y="138811"/>
                  </a:lnTo>
                  <a:cubicBezTo>
                    <a:pt x="12957302" y="148209"/>
                    <a:pt x="12949682" y="155702"/>
                    <a:pt x="1294041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2940411" y="121920"/>
                  </a:lnTo>
                  <a:lnTo>
                    <a:pt x="12940411" y="138811"/>
                  </a:lnTo>
                  <a:lnTo>
                    <a:pt x="12923520" y="138811"/>
                  </a:lnTo>
                  <a:lnTo>
                    <a:pt x="12923520" y="16891"/>
                  </a:lnTo>
                  <a:lnTo>
                    <a:pt x="12940411" y="16891"/>
                  </a:lnTo>
                  <a:lnTo>
                    <a:pt x="1294041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301" name="Group 41"/>
          <p:cNvGrpSpPr/>
          <p:nvPr/>
        </p:nvGrpSpPr>
        <p:grpSpPr>
          <a:xfrm>
            <a:off x="822960" y="6258600"/>
            <a:ext cx="9143640" cy="654120"/>
            <a:chOff x="822960" y="6258600"/>
            <a:chExt cx="9143640" cy="654120"/>
          </a:xfrm>
        </p:grpSpPr>
        <p:sp>
          <p:nvSpPr>
            <p:cNvPr id="1302" name="Freeform 42"/>
            <p:cNvSpPr/>
            <p:nvPr/>
          </p:nvSpPr>
          <p:spPr>
            <a:xfrm>
              <a:off x="822960" y="6272640"/>
              <a:ext cx="9143640" cy="639720"/>
            </a:xfrm>
            <a:custGeom>
              <a:avLst/>
              <a:gdLst>
                <a:gd name="textAreaLeft" fmla="*/ 0 w 9143640"/>
                <a:gd name="textAreaRight" fmla="*/ 9144000 w 9143640"/>
                <a:gd name="textAreaTop" fmla="*/ 0 h 639720"/>
                <a:gd name="textAreaBottom" fmla="*/ 640080 h 639720"/>
              </a:gdLst>
              <a:ahLst/>
              <a:rect l="textAreaLeft" t="textAreaTop" r="textAreaRight" b="textAreaBottom"/>
              <a:pathLst>
                <a:path w="12192000" h="853440">
                  <a:moveTo>
                    <a:pt x="0" y="0"/>
                  </a:moveTo>
                  <a:lnTo>
                    <a:pt x="12192000" y="0"/>
                  </a:lnTo>
                  <a:lnTo>
                    <a:pt x="12192000" y="853440"/>
                  </a:lnTo>
                  <a:lnTo>
                    <a:pt x="0" y="853440"/>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03" name="TextBox 43"/>
            <p:cNvSpPr/>
            <p:nvPr/>
          </p:nvSpPr>
          <p:spPr>
            <a:xfrm>
              <a:off x="822960" y="6258600"/>
              <a:ext cx="9143640" cy="65412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1a2332"/>
                  </a:solidFill>
                  <a:latin typeface="Trebuchet MS Bold"/>
                  <a:ea typeface="Trebuchet MS Bold"/>
                </a:rPr>
                <a:t>Accessibility</a:t>
              </a:r>
              <a:endParaRPr b="0" lang="en-US" sz="2200" spc="-1" strike="noStrike">
                <a:solidFill>
                  <a:srgbClr val="000000"/>
                </a:solidFill>
                <a:latin typeface="Arial"/>
              </a:endParaRPr>
            </a:p>
          </p:txBody>
        </p:sp>
      </p:grpSp>
      <p:grpSp>
        <p:nvGrpSpPr>
          <p:cNvPr id="1304" name="Group 44"/>
          <p:cNvGrpSpPr/>
          <p:nvPr/>
        </p:nvGrpSpPr>
        <p:grpSpPr>
          <a:xfrm>
            <a:off x="822960" y="6885000"/>
            <a:ext cx="9143640" cy="758880"/>
            <a:chOff x="822960" y="6885000"/>
            <a:chExt cx="9143640" cy="758880"/>
          </a:xfrm>
        </p:grpSpPr>
        <p:sp>
          <p:nvSpPr>
            <p:cNvPr id="1305" name="Freeform 45"/>
            <p:cNvSpPr/>
            <p:nvPr/>
          </p:nvSpPr>
          <p:spPr>
            <a:xfrm>
              <a:off x="822960" y="6949440"/>
              <a:ext cx="9143640" cy="694440"/>
            </a:xfrm>
            <a:custGeom>
              <a:avLst/>
              <a:gdLst>
                <a:gd name="textAreaLeft" fmla="*/ 0 w 9143640"/>
                <a:gd name="textAreaRight" fmla="*/ 9144000 w 9143640"/>
                <a:gd name="textAreaTop" fmla="*/ 0 h 694440"/>
                <a:gd name="textAreaBottom" fmla="*/ 694800 h 694440"/>
              </a:gdLst>
              <a:ahLst/>
              <a:rect l="textAreaLeft" t="textAreaTop" r="textAreaRight" b="textAreaBottom"/>
              <a:pathLst>
                <a:path w="12192000" h="926592">
                  <a:moveTo>
                    <a:pt x="0" y="0"/>
                  </a:moveTo>
                  <a:lnTo>
                    <a:pt x="12192000" y="0"/>
                  </a:lnTo>
                  <a:lnTo>
                    <a:pt x="12192000" y="926592"/>
                  </a:lnTo>
                  <a:lnTo>
                    <a:pt x="0" y="926592"/>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06" name="TextBox 46"/>
            <p:cNvSpPr/>
            <p:nvPr/>
          </p:nvSpPr>
          <p:spPr>
            <a:xfrm>
              <a:off x="822960" y="6885000"/>
              <a:ext cx="9143640" cy="758880"/>
            </a:xfrm>
            <a:prstGeom prst="rect">
              <a:avLst/>
            </a:prstGeom>
            <a:noFill/>
            <a:ln w="0">
              <a:noFill/>
            </a:ln>
          </p:spPr>
          <p:style>
            <a:lnRef idx="0"/>
            <a:fillRef idx="0"/>
            <a:effectRef idx="0"/>
            <a:fontRef idx="minor"/>
          </p:style>
          <p:txBody>
            <a:bodyPr lIns="0" rIns="0" tIns="0" bIns="0" anchor="ctr">
              <a:noAutofit/>
            </a:bodyPr>
            <a:p>
              <a:pPr defTabSz="914400">
                <a:lnSpc>
                  <a:spcPts val="2735"/>
                </a:lnSpc>
              </a:pPr>
              <a:r>
                <a:rPr b="0" lang="en-US" sz="1900" spc="-1" strike="noStrike">
                  <a:solidFill>
                    <a:srgbClr val="64748b"/>
                  </a:solidFill>
                  <a:latin typeface="Calibri (MS)"/>
                  <a:ea typeface="Calibri (MS)"/>
                </a:rPr>
                <a:t>Remote districts with poor roads or security challenges are harder and more expensive to reach. Monitoring is lower there.</a:t>
              </a:r>
              <a:endParaRPr b="0" lang="en-US" sz="1900" spc="-1" strike="noStrike">
                <a:solidFill>
                  <a:srgbClr val="000000"/>
                </a:solidFill>
                <a:latin typeface="Arial"/>
              </a:endParaRPr>
            </a:p>
          </p:txBody>
        </p:sp>
      </p:grpSp>
      <p:grpSp>
        <p:nvGrpSpPr>
          <p:cNvPr id="1307" name="Group 47"/>
          <p:cNvGrpSpPr/>
          <p:nvPr/>
        </p:nvGrpSpPr>
        <p:grpSpPr>
          <a:xfrm>
            <a:off x="542160" y="7930800"/>
            <a:ext cx="9704880" cy="1621800"/>
            <a:chOff x="542160" y="7930800"/>
            <a:chExt cx="9704880" cy="1621800"/>
          </a:xfrm>
        </p:grpSpPr>
        <p:sp>
          <p:nvSpPr>
            <p:cNvPr id="1308" name="Freeform 48"/>
            <p:cNvSpPr/>
            <p:nvPr/>
          </p:nvSpPr>
          <p:spPr>
            <a:xfrm>
              <a:off x="548640" y="7936920"/>
              <a:ext cx="9692280" cy="1608840"/>
            </a:xfrm>
            <a:custGeom>
              <a:avLst/>
              <a:gdLst>
                <a:gd name="textAreaLeft" fmla="*/ 0 w 9692280"/>
                <a:gd name="textAreaRight" fmla="*/ 9692640 w 9692280"/>
                <a:gd name="textAreaTop" fmla="*/ 0 h 1608840"/>
                <a:gd name="textAreaBottom" fmla="*/ 1609200 h 1608840"/>
              </a:gdLst>
              <a:ahLst/>
              <a:rect l="textAreaLeft" t="textAreaTop" r="textAreaRight" b="textAreaBottom"/>
              <a:pathLst>
                <a:path w="12923519" h="2145792">
                  <a:moveTo>
                    <a:pt x="0" y="0"/>
                  </a:moveTo>
                  <a:lnTo>
                    <a:pt x="12923519" y="0"/>
                  </a:lnTo>
                  <a:lnTo>
                    <a:pt x="12923519" y="2145792"/>
                  </a:lnTo>
                  <a:lnTo>
                    <a:pt x="0" y="2145792"/>
                  </a:lnTo>
                  <a:close/>
                </a:path>
              </a:pathLst>
            </a:custGeom>
            <a:solidFill>
              <a:srgbClr val="e8f8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09" name="Freeform 49"/>
            <p:cNvSpPr/>
            <p:nvPr/>
          </p:nvSpPr>
          <p:spPr>
            <a:xfrm>
              <a:off x="542160" y="7930800"/>
              <a:ext cx="9704880" cy="1621800"/>
            </a:xfrm>
            <a:custGeom>
              <a:avLst/>
              <a:gdLst>
                <a:gd name="textAreaLeft" fmla="*/ 0 w 9704880"/>
                <a:gd name="textAreaRight" fmla="*/ 9705240 w 9704880"/>
                <a:gd name="textAreaTop" fmla="*/ 0 h 1621800"/>
                <a:gd name="textAreaBottom" fmla="*/ 1622160 h 1621800"/>
              </a:gdLst>
              <a:ahLst/>
              <a:rect l="textAreaLeft" t="textAreaTop" r="textAreaRight" b="textAreaBottom"/>
              <a:pathLst>
                <a:path w="12940538" h="2162810">
                  <a:moveTo>
                    <a:pt x="8509" y="0"/>
                  </a:moveTo>
                  <a:lnTo>
                    <a:pt x="12932028" y="0"/>
                  </a:lnTo>
                  <a:cubicBezTo>
                    <a:pt x="12936727" y="0"/>
                    <a:pt x="12940538" y="3810"/>
                    <a:pt x="12940538" y="8509"/>
                  </a:cubicBezTo>
                  <a:lnTo>
                    <a:pt x="12940538" y="2154301"/>
                  </a:lnTo>
                  <a:cubicBezTo>
                    <a:pt x="12940538" y="2159000"/>
                    <a:pt x="12936727" y="2162810"/>
                    <a:pt x="12932028" y="2162810"/>
                  </a:cubicBezTo>
                  <a:lnTo>
                    <a:pt x="8509" y="2162810"/>
                  </a:lnTo>
                  <a:cubicBezTo>
                    <a:pt x="3810" y="2162810"/>
                    <a:pt x="0" y="2159000"/>
                    <a:pt x="0" y="2154301"/>
                  </a:cubicBezTo>
                  <a:lnTo>
                    <a:pt x="0" y="8509"/>
                  </a:lnTo>
                  <a:cubicBezTo>
                    <a:pt x="0" y="3810"/>
                    <a:pt x="3810" y="0"/>
                    <a:pt x="8509" y="0"/>
                  </a:cubicBezTo>
                  <a:moveTo>
                    <a:pt x="8509" y="16891"/>
                  </a:moveTo>
                  <a:lnTo>
                    <a:pt x="8509" y="8509"/>
                  </a:lnTo>
                  <a:lnTo>
                    <a:pt x="17018" y="8509"/>
                  </a:lnTo>
                  <a:lnTo>
                    <a:pt x="17018" y="2154301"/>
                  </a:lnTo>
                  <a:lnTo>
                    <a:pt x="8509" y="2154301"/>
                  </a:lnTo>
                  <a:lnTo>
                    <a:pt x="8509" y="2145792"/>
                  </a:lnTo>
                  <a:lnTo>
                    <a:pt x="12932028" y="2145792"/>
                  </a:lnTo>
                  <a:lnTo>
                    <a:pt x="12932028" y="2154301"/>
                  </a:lnTo>
                  <a:lnTo>
                    <a:pt x="12923520" y="2154301"/>
                  </a:lnTo>
                  <a:lnTo>
                    <a:pt x="12923520" y="8509"/>
                  </a:lnTo>
                  <a:lnTo>
                    <a:pt x="12932028" y="8509"/>
                  </a:lnTo>
                  <a:lnTo>
                    <a:pt x="12932028"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310" name="Group 50"/>
          <p:cNvGrpSpPr/>
          <p:nvPr/>
        </p:nvGrpSpPr>
        <p:grpSpPr>
          <a:xfrm>
            <a:off x="536040" y="7924320"/>
            <a:ext cx="9717480" cy="116280"/>
            <a:chOff x="536040" y="7924320"/>
            <a:chExt cx="9717480" cy="116280"/>
          </a:xfrm>
        </p:grpSpPr>
        <p:sp>
          <p:nvSpPr>
            <p:cNvPr id="1311" name="Freeform 51"/>
            <p:cNvSpPr/>
            <p:nvPr/>
          </p:nvSpPr>
          <p:spPr>
            <a:xfrm>
              <a:off x="548640" y="7936920"/>
              <a:ext cx="9692280" cy="91080"/>
            </a:xfrm>
            <a:custGeom>
              <a:avLst/>
              <a:gdLst>
                <a:gd name="textAreaLeft" fmla="*/ 0 w 9692280"/>
                <a:gd name="textAreaRight" fmla="*/ 9692640 w 9692280"/>
                <a:gd name="textAreaTop" fmla="*/ 0 h 91080"/>
                <a:gd name="textAreaBottom" fmla="*/ 91440 h 91080"/>
              </a:gdLst>
              <a:ahLst/>
              <a:rect l="textAreaLeft" t="textAreaTop" r="textAreaRight" b="textAreaBottom"/>
              <a:pathLst>
                <a:path w="12923520" h="121920">
                  <a:moveTo>
                    <a:pt x="0" y="0"/>
                  </a:moveTo>
                  <a:lnTo>
                    <a:pt x="12923520" y="0"/>
                  </a:lnTo>
                  <a:lnTo>
                    <a:pt x="12923520"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12" name="Freeform 52"/>
            <p:cNvSpPr/>
            <p:nvPr/>
          </p:nvSpPr>
          <p:spPr>
            <a:xfrm>
              <a:off x="536040" y="7924320"/>
              <a:ext cx="9717480" cy="116280"/>
            </a:xfrm>
            <a:custGeom>
              <a:avLst/>
              <a:gdLst>
                <a:gd name="textAreaLeft" fmla="*/ 0 w 9717480"/>
                <a:gd name="textAreaRight" fmla="*/ 9717840 w 9717480"/>
                <a:gd name="textAreaTop" fmla="*/ 0 h 116280"/>
                <a:gd name="textAreaBottom" fmla="*/ 116640 h 116280"/>
              </a:gdLst>
              <a:ahLst/>
              <a:rect l="textAreaLeft" t="textAreaTop" r="textAreaRight" b="textAreaBottom"/>
              <a:pathLst>
                <a:path w="12957302" h="155704">
                  <a:moveTo>
                    <a:pt x="16891" y="0"/>
                  </a:moveTo>
                  <a:lnTo>
                    <a:pt x="12940411" y="0"/>
                  </a:lnTo>
                  <a:cubicBezTo>
                    <a:pt x="12949809" y="0"/>
                    <a:pt x="12957302" y="7620"/>
                    <a:pt x="12957302" y="16891"/>
                  </a:cubicBezTo>
                  <a:lnTo>
                    <a:pt x="12957302" y="138811"/>
                  </a:lnTo>
                  <a:cubicBezTo>
                    <a:pt x="12957302" y="148209"/>
                    <a:pt x="12949682" y="155702"/>
                    <a:pt x="1294041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12940411" y="121920"/>
                  </a:lnTo>
                  <a:lnTo>
                    <a:pt x="12940411" y="138811"/>
                  </a:lnTo>
                  <a:lnTo>
                    <a:pt x="12923520" y="138811"/>
                  </a:lnTo>
                  <a:lnTo>
                    <a:pt x="12923520" y="16891"/>
                  </a:lnTo>
                  <a:lnTo>
                    <a:pt x="12940411" y="16891"/>
                  </a:lnTo>
                  <a:lnTo>
                    <a:pt x="12940411"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13" name="Group 53"/>
          <p:cNvGrpSpPr/>
          <p:nvPr/>
        </p:nvGrpSpPr>
        <p:grpSpPr>
          <a:xfrm>
            <a:off x="822960" y="8050680"/>
            <a:ext cx="9143640" cy="654120"/>
            <a:chOff x="822960" y="8050680"/>
            <a:chExt cx="9143640" cy="654120"/>
          </a:xfrm>
        </p:grpSpPr>
        <p:sp>
          <p:nvSpPr>
            <p:cNvPr id="1314" name="Freeform 54"/>
            <p:cNvSpPr/>
            <p:nvPr/>
          </p:nvSpPr>
          <p:spPr>
            <a:xfrm>
              <a:off x="822960" y="8065080"/>
              <a:ext cx="9143640" cy="639720"/>
            </a:xfrm>
            <a:custGeom>
              <a:avLst/>
              <a:gdLst>
                <a:gd name="textAreaLeft" fmla="*/ 0 w 9143640"/>
                <a:gd name="textAreaRight" fmla="*/ 9144000 w 9143640"/>
                <a:gd name="textAreaTop" fmla="*/ 0 h 639720"/>
                <a:gd name="textAreaBottom" fmla="*/ 640080 h 639720"/>
              </a:gdLst>
              <a:ahLst/>
              <a:rect l="textAreaLeft" t="textAreaTop" r="textAreaRight" b="textAreaBottom"/>
              <a:pathLst>
                <a:path w="12192000" h="853440">
                  <a:moveTo>
                    <a:pt x="0" y="0"/>
                  </a:moveTo>
                  <a:lnTo>
                    <a:pt x="12192000" y="0"/>
                  </a:lnTo>
                  <a:lnTo>
                    <a:pt x="12192000" y="853440"/>
                  </a:lnTo>
                  <a:lnTo>
                    <a:pt x="0" y="853440"/>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15" name="TextBox 55"/>
            <p:cNvSpPr/>
            <p:nvPr/>
          </p:nvSpPr>
          <p:spPr>
            <a:xfrm>
              <a:off x="822960" y="8050680"/>
              <a:ext cx="9143640" cy="65412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1a2332"/>
                  </a:solidFill>
                  <a:latin typeface="Trebuchet MS Bold"/>
                  <a:ea typeface="Trebuchet MS Bold"/>
                </a:rPr>
                <a:t>Market structure</a:t>
              </a:r>
              <a:endParaRPr b="0" lang="en-US" sz="2200" spc="-1" strike="noStrike">
                <a:solidFill>
                  <a:srgbClr val="000000"/>
                </a:solidFill>
                <a:latin typeface="Arial"/>
              </a:endParaRPr>
            </a:p>
          </p:txBody>
        </p:sp>
      </p:grpSp>
      <p:grpSp>
        <p:nvGrpSpPr>
          <p:cNvPr id="1316" name="Group 56"/>
          <p:cNvGrpSpPr/>
          <p:nvPr/>
        </p:nvGrpSpPr>
        <p:grpSpPr>
          <a:xfrm>
            <a:off x="822960" y="8677440"/>
            <a:ext cx="9143640" cy="758880"/>
            <a:chOff x="822960" y="8677440"/>
            <a:chExt cx="9143640" cy="758880"/>
          </a:xfrm>
        </p:grpSpPr>
        <p:sp>
          <p:nvSpPr>
            <p:cNvPr id="1317" name="Freeform 57"/>
            <p:cNvSpPr/>
            <p:nvPr/>
          </p:nvSpPr>
          <p:spPr>
            <a:xfrm>
              <a:off x="822960" y="8741520"/>
              <a:ext cx="9143640" cy="694440"/>
            </a:xfrm>
            <a:custGeom>
              <a:avLst/>
              <a:gdLst>
                <a:gd name="textAreaLeft" fmla="*/ 0 w 9143640"/>
                <a:gd name="textAreaRight" fmla="*/ 9144000 w 9143640"/>
                <a:gd name="textAreaTop" fmla="*/ 0 h 694440"/>
                <a:gd name="textAreaBottom" fmla="*/ 694800 h 694440"/>
              </a:gdLst>
              <a:ahLst/>
              <a:rect l="textAreaLeft" t="textAreaTop" r="textAreaRight" b="textAreaBottom"/>
              <a:pathLst>
                <a:path w="12192000" h="926592">
                  <a:moveTo>
                    <a:pt x="0" y="0"/>
                  </a:moveTo>
                  <a:lnTo>
                    <a:pt x="12192000" y="0"/>
                  </a:lnTo>
                  <a:lnTo>
                    <a:pt x="12192000" y="926592"/>
                  </a:lnTo>
                  <a:lnTo>
                    <a:pt x="0" y="926592"/>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18" name="TextBox 58"/>
            <p:cNvSpPr/>
            <p:nvPr/>
          </p:nvSpPr>
          <p:spPr>
            <a:xfrm>
              <a:off x="822960" y="8677440"/>
              <a:ext cx="9143640" cy="758880"/>
            </a:xfrm>
            <a:prstGeom prst="rect">
              <a:avLst/>
            </a:prstGeom>
            <a:noFill/>
            <a:ln w="0">
              <a:noFill/>
            </a:ln>
          </p:spPr>
          <p:style>
            <a:lnRef idx="0"/>
            <a:fillRef idx="0"/>
            <a:effectRef idx="0"/>
            <a:fontRef idx="minor"/>
          </p:style>
          <p:txBody>
            <a:bodyPr lIns="0" rIns="0" tIns="0" bIns="0" anchor="ctr">
              <a:noAutofit/>
            </a:bodyPr>
            <a:p>
              <a:pPr defTabSz="914400">
                <a:lnSpc>
                  <a:spcPts val="2735"/>
                </a:lnSpc>
              </a:pPr>
              <a:r>
                <a:rPr b="0" lang="en-US" sz="1900" spc="-1" strike="noStrike">
                  <a:solidFill>
                    <a:srgbClr val="64748b"/>
                  </a:solidFill>
                  <a:latin typeface="Calibri (MS)"/>
                  <a:ea typeface="Calibri (MS)"/>
                </a:rPr>
                <a:t>Some districts have few formal markets. Prices are set informally, in ways that are not easily captured by standardised surveys.</a:t>
              </a:r>
              <a:endParaRPr b="0" lang="en-US" sz="1900" spc="-1" strike="noStrike">
                <a:solidFill>
                  <a:srgbClr val="000000"/>
                </a:solidFill>
                <a:latin typeface="Arial"/>
              </a:endParaRPr>
            </a:p>
          </p:txBody>
        </p:sp>
      </p:grpSp>
      <p:grpSp>
        <p:nvGrpSpPr>
          <p:cNvPr id="1319" name="Group 59"/>
          <p:cNvGrpSpPr/>
          <p:nvPr/>
        </p:nvGrpSpPr>
        <p:grpSpPr>
          <a:xfrm>
            <a:off x="10676880" y="1730880"/>
            <a:ext cx="7068600" cy="7849800"/>
            <a:chOff x="10676880" y="1730880"/>
            <a:chExt cx="7068600" cy="7849800"/>
          </a:xfrm>
        </p:grpSpPr>
        <p:sp>
          <p:nvSpPr>
            <p:cNvPr id="1320" name="Freeform 60"/>
            <p:cNvSpPr/>
            <p:nvPr/>
          </p:nvSpPr>
          <p:spPr>
            <a:xfrm>
              <a:off x="10698480" y="1737360"/>
              <a:ext cx="7040520" cy="7826760"/>
            </a:xfrm>
            <a:custGeom>
              <a:avLst/>
              <a:gdLst>
                <a:gd name="textAreaLeft" fmla="*/ 0 w 7040520"/>
                <a:gd name="textAreaRight" fmla="*/ 7040880 w 7040520"/>
                <a:gd name="textAreaTop" fmla="*/ 0 h 7826760"/>
                <a:gd name="textAreaBottom" fmla="*/ 7827120 h 7826760"/>
              </a:gdLst>
              <a:ahLst/>
              <a:rect l="textAreaLeft" t="textAreaTop" r="textAreaRight" b="textAreaBottom"/>
              <a:pathLst>
                <a:path w="9387840" h="10436352">
                  <a:moveTo>
                    <a:pt x="0" y="0"/>
                  </a:moveTo>
                  <a:lnTo>
                    <a:pt x="9387840" y="0"/>
                  </a:lnTo>
                  <a:lnTo>
                    <a:pt x="9387840" y="10436352"/>
                  </a:lnTo>
                  <a:lnTo>
                    <a:pt x="0" y="10436352"/>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21" name="Freeform 61"/>
            <p:cNvSpPr/>
            <p:nvPr/>
          </p:nvSpPr>
          <p:spPr>
            <a:xfrm>
              <a:off x="10676880" y="1730880"/>
              <a:ext cx="7068600" cy="7849800"/>
            </a:xfrm>
            <a:custGeom>
              <a:avLst/>
              <a:gdLst>
                <a:gd name="textAreaLeft" fmla="*/ 0 w 7068600"/>
                <a:gd name="textAreaRight" fmla="*/ 7068960 w 7068600"/>
                <a:gd name="textAreaTop" fmla="*/ 0 h 7849800"/>
                <a:gd name="textAreaBottom" fmla="*/ 7850160 h 7849800"/>
              </a:gdLst>
              <a:ahLst/>
              <a:rect l="textAreaLeft" t="textAreaTop" r="textAreaRight" b="textAreaBottom"/>
              <a:pathLst>
                <a:path w="9425050" h="10466705">
                  <a:moveTo>
                    <a:pt x="147193" y="0"/>
                  </a:moveTo>
                  <a:lnTo>
                    <a:pt x="197993" y="0"/>
                  </a:lnTo>
                  <a:lnTo>
                    <a:pt x="197993" y="16891"/>
                  </a:lnTo>
                  <a:lnTo>
                    <a:pt x="147193" y="16891"/>
                  </a:lnTo>
                  <a:close/>
                  <a:moveTo>
                    <a:pt x="265684" y="16891"/>
                  </a:moveTo>
                  <a:lnTo>
                    <a:pt x="316484" y="16891"/>
                  </a:lnTo>
                  <a:lnTo>
                    <a:pt x="265684" y="16891"/>
                  </a:lnTo>
                  <a:close/>
                  <a:moveTo>
                    <a:pt x="384175" y="16891"/>
                  </a:moveTo>
                  <a:lnTo>
                    <a:pt x="434975" y="16891"/>
                  </a:lnTo>
                  <a:lnTo>
                    <a:pt x="384175" y="16891"/>
                  </a:lnTo>
                  <a:close/>
                  <a:moveTo>
                    <a:pt x="502793" y="0"/>
                  </a:moveTo>
                  <a:lnTo>
                    <a:pt x="553593" y="0"/>
                  </a:lnTo>
                  <a:lnTo>
                    <a:pt x="553593" y="16891"/>
                  </a:lnTo>
                  <a:lnTo>
                    <a:pt x="502793" y="16891"/>
                  </a:lnTo>
                  <a:close/>
                  <a:moveTo>
                    <a:pt x="621284" y="16891"/>
                  </a:moveTo>
                  <a:lnTo>
                    <a:pt x="672084" y="16891"/>
                  </a:lnTo>
                  <a:lnTo>
                    <a:pt x="621284" y="16891"/>
                  </a:lnTo>
                  <a:close/>
                  <a:moveTo>
                    <a:pt x="739775" y="16891"/>
                  </a:moveTo>
                  <a:lnTo>
                    <a:pt x="790575" y="16891"/>
                  </a:lnTo>
                  <a:lnTo>
                    <a:pt x="739775" y="16891"/>
                  </a:lnTo>
                  <a:close/>
                  <a:moveTo>
                    <a:pt x="858393" y="0"/>
                  </a:moveTo>
                  <a:lnTo>
                    <a:pt x="909193" y="0"/>
                  </a:lnTo>
                  <a:lnTo>
                    <a:pt x="909193" y="16891"/>
                  </a:lnTo>
                  <a:lnTo>
                    <a:pt x="858393" y="16891"/>
                  </a:lnTo>
                  <a:close/>
                  <a:moveTo>
                    <a:pt x="976884" y="16891"/>
                  </a:moveTo>
                  <a:lnTo>
                    <a:pt x="1027684" y="16891"/>
                  </a:lnTo>
                  <a:lnTo>
                    <a:pt x="976884" y="16891"/>
                  </a:lnTo>
                  <a:close/>
                  <a:moveTo>
                    <a:pt x="1095375" y="16891"/>
                  </a:moveTo>
                  <a:lnTo>
                    <a:pt x="1146175" y="16891"/>
                  </a:lnTo>
                  <a:lnTo>
                    <a:pt x="1095375" y="16891"/>
                  </a:lnTo>
                  <a:close/>
                  <a:moveTo>
                    <a:pt x="1213993" y="0"/>
                  </a:moveTo>
                  <a:lnTo>
                    <a:pt x="1264793" y="0"/>
                  </a:lnTo>
                  <a:lnTo>
                    <a:pt x="1264793" y="16891"/>
                  </a:lnTo>
                  <a:lnTo>
                    <a:pt x="1213993" y="16891"/>
                  </a:lnTo>
                  <a:close/>
                  <a:moveTo>
                    <a:pt x="1332484" y="16891"/>
                  </a:moveTo>
                  <a:lnTo>
                    <a:pt x="1383284" y="16891"/>
                  </a:lnTo>
                  <a:lnTo>
                    <a:pt x="1332484" y="16891"/>
                  </a:lnTo>
                  <a:close/>
                  <a:moveTo>
                    <a:pt x="1450975" y="16891"/>
                  </a:moveTo>
                  <a:lnTo>
                    <a:pt x="1501775" y="16891"/>
                  </a:lnTo>
                  <a:lnTo>
                    <a:pt x="1450975" y="16891"/>
                  </a:lnTo>
                  <a:close/>
                  <a:moveTo>
                    <a:pt x="1569593" y="0"/>
                  </a:moveTo>
                  <a:lnTo>
                    <a:pt x="1620393" y="0"/>
                  </a:lnTo>
                  <a:lnTo>
                    <a:pt x="1620393" y="16891"/>
                  </a:lnTo>
                  <a:lnTo>
                    <a:pt x="1569593" y="16891"/>
                  </a:lnTo>
                  <a:close/>
                  <a:moveTo>
                    <a:pt x="1688084" y="16891"/>
                  </a:moveTo>
                  <a:lnTo>
                    <a:pt x="1738884" y="16891"/>
                  </a:lnTo>
                  <a:lnTo>
                    <a:pt x="1688084" y="16891"/>
                  </a:lnTo>
                  <a:close/>
                  <a:moveTo>
                    <a:pt x="1806575" y="16891"/>
                  </a:moveTo>
                  <a:lnTo>
                    <a:pt x="1857375" y="16891"/>
                  </a:lnTo>
                  <a:lnTo>
                    <a:pt x="1806575" y="16891"/>
                  </a:lnTo>
                  <a:close/>
                  <a:moveTo>
                    <a:pt x="1925193" y="0"/>
                  </a:moveTo>
                  <a:lnTo>
                    <a:pt x="1975993" y="0"/>
                  </a:lnTo>
                  <a:lnTo>
                    <a:pt x="1975993" y="16891"/>
                  </a:lnTo>
                  <a:lnTo>
                    <a:pt x="1925193" y="16891"/>
                  </a:lnTo>
                  <a:close/>
                  <a:moveTo>
                    <a:pt x="2043684" y="16891"/>
                  </a:moveTo>
                  <a:lnTo>
                    <a:pt x="2094484" y="16891"/>
                  </a:lnTo>
                  <a:lnTo>
                    <a:pt x="2043684" y="16891"/>
                  </a:lnTo>
                  <a:close/>
                  <a:moveTo>
                    <a:pt x="2162175" y="16891"/>
                  </a:moveTo>
                  <a:lnTo>
                    <a:pt x="2212975" y="16891"/>
                  </a:lnTo>
                  <a:lnTo>
                    <a:pt x="2162175" y="16891"/>
                  </a:lnTo>
                  <a:close/>
                  <a:moveTo>
                    <a:pt x="2280793" y="0"/>
                  </a:moveTo>
                  <a:lnTo>
                    <a:pt x="2331593" y="0"/>
                  </a:lnTo>
                  <a:lnTo>
                    <a:pt x="2331593" y="16891"/>
                  </a:lnTo>
                  <a:lnTo>
                    <a:pt x="2280793" y="16891"/>
                  </a:lnTo>
                  <a:close/>
                  <a:moveTo>
                    <a:pt x="2399284" y="16891"/>
                  </a:moveTo>
                  <a:lnTo>
                    <a:pt x="2450084" y="16891"/>
                  </a:lnTo>
                  <a:lnTo>
                    <a:pt x="2399284" y="16891"/>
                  </a:lnTo>
                  <a:close/>
                  <a:moveTo>
                    <a:pt x="2517775" y="16891"/>
                  </a:moveTo>
                  <a:lnTo>
                    <a:pt x="2568575" y="16891"/>
                  </a:lnTo>
                  <a:lnTo>
                    <a:pt x="2517775" y="16891"/>
                  </a:lnTo>
                  <a:close/>
                  <a:moveTo>
                    <a:pt x="2636393" y="0"/>
                  </a:moveTo>
                  <a:lnTo>
                    <a:pt x="2687193" y="0"/>
                  </a:lnTo>
                  <a:lnTo>
                    <a:pt x="2687193" y="16891"/>
                  </a:lnTo>
                  <a:lnTo>
                    <a:pt x="2636393" y="16891"/>
                  </a:lnTo>
                  <a:close/>
                  <a:moveTo>
                    <a:pt x="2754884" y="16891"/>
                  </a:moveTo>
                  <a:lnTo>
                    <a:pt x="2805684" y="16891"/>
                  </a:lnTo>
                  <a:lnTo>
                    <a:pt x="2754884" y="16891"/>
                  </a:lnTo>
                  <a:close/>
                  <a:moveTo>
                    <a:pt x="2873375" y="16891"/>
                  </a:moveTo>
                  <a:lnTo>
                    <a:pt x="2924175" y="16891"/>
                  </a:lnTo>
                  <a:lnTo>
                    <a:pt x="2873375" y="16891"/>
                  </a:lnTo>
                  <a:close/>
                  <a:moveTo>
                    <a:pt x="2991993" y="0"/>
                  </a:moveTo>
                  <a:lnTo>
                    <a:pt x="3042793" y="0"/>
                  </a:lnTo>
                  <a:lnTo>
                    <a:pt x="3042793" y="16891"/>
                  </a:lnTo>
                  <a:lnTo>
                    <a:pt x="2991993" y="16891"/>
                  </a:lnTo>
                  <a:close/>
                  <a:moveTo>
                    <a:pt x="3110484" y="16891"/>
                  </a:moveTo>
                  <a:lnTo>
                    <a:pt x="3161284" y="16891"/>
                  </a:lnTo>
                  <a:lnTo>
                    <a:pt x="3110484" y="16891"/>
                  </a:lnTo>
                  <a:close/>
                  <a:moveTo>
                    <a:pt x="3228975" y="16891"/>
                  </a:moveTo>
                  <a:lnTo>
                    <a:pt x="3279775" y="16891"/>
                  </a:lnTo>
                  <a:lnTo>
                    <a:pt x="3228975" y="16891"/>
                  </a:lnTo>
                  <a:close/>
                  <a:moveTo>
                    <a:pt x="3347593" y="0"/>
                  </a:moveTo>
                  <a:lnTo>
                    <a:pt x="3398393" y="0"/>
                  </a:lnTo>
                  <a:lnTo>
                    <a:pt x="3398393" y="16891"/>
                  </a:lnTo>
                  <a:lnTo>
                    <a:pt x="3347593" y="16891"/>
                  </a:lnTo>
                  <a:close/>
                  <a:moveTo>
                    <a:pt x="3466084" y="16891"/>
                  </a:moveTo>
                  <a:lnTo>
                    <a:pt x="3516884" y="16891"/>
                  </a:lnTo>
                  <a:lnTo>
                    <a:pt x="3466084" y="16891"/>
                  </a:lnTo>
                  <a:close/>
                  <a:moveTo>
                    <a:pt x="3584575" y="16891"/>
                  </a:moveTo>
                  <a:lnTo>
                    <a:pt x="3635375" y="16891"/>
                  </a:lnTo>
                  <a:lnTo>
                    <a:pt x="3584575" y="16891"/>
                  </a:lnTo>
                  <a:close/>
                  <a:moveTo>
                    <a:pt x="3703193" y="0"/>
                  </a:moveTo>
                  <a:lnTo>
                    <a:pt x="3753993" y="0"/>
                  </a:lnTo>
                  <a:lnTo>
                    <a:pt x="3753993" y="16891"/>
                  </a:lnTo>
                  <a:lnTo>
                    <a:pt x="3703193" y="16891"/>
                  </a:lnTo>
                  <a:close/>
                  <a:moveTo>
                    <a:pt x="3821684" y="16891"/>
                  </a:moveTo>
                  <a:lnTo>
                    <a:pt x="3872484" y="16891"/>
                  </a:lnTo>
                  <a:lnTo>
                    <a:pt x="3821684" y="16891"/>
                  </a:lnTo>
                  <a:close/>
                  <a:moveTo>
                    <a:pt x="3940175" y="16891"/>
                  </a:moveTo>
                  <a:lnTo>
                    <a:pt x="3990975" y="16891"/>
                  </a:lnTo>
                  <a:lnTo>
                    <a:pt x="3940175" y="16891"/>
                  </a:lnTo>
                  <a:close/>
                  <a:moveTo>
                    <a:pt x="4058793" y="0"/>
                  </a:moveTo>
                  <a:lnTo>
                    <a:pt x="4109593" y="0"/>
                  </a:lnTo>
                  <a:lnTo>
                    <a:pt x="4109593" y="16891"/>
                  </a:lnTo>
                  <a:lnTo>
                    <a:pt x="4058793" y="16891"/>
                  </a:lnTo>
                  <a:close/>
                  <a:moveTo>
                    <a:pt x="4177284" y="16891"/>
                  </a:moveTo>
                  <a:lnTo>
                    <a:pt x="4228084" y="16891"/>
                  </a:lnTo>
                  <a:lnTo>
                    <a:pt x="4177284" y="16891"/>
                  </a:lnTo>
                  <a:close/>
                  <a:moveTo>
                    <a:pt x="4295775" y="16891"/>
                  </a:moveTo>
                  <a:lnTo>
                    <a:pt x="4346575" y="16891"/>
                  </a:lnTo>
                  <a:lnTo>
                    <a:pt x="4295775" y="16891"/>
                  </a:lnTo>
                  <a:close/>
                  <a:moveTo>
                    <a:pt x="4414393" y="0"/>
                  </a:moveTo>
                  <a:lnTo>
                    <a:pt x="4465193" y="0"/>
                  </a:lnTo>
                  <a:lnTo>
                    <a:pt x="4465193" y="16891"/>
                  </a:lnTo>
                  <a:lnTo>
                    <a:pt x="4414393" y="16891"/>
                  </a:lnTo>
                  <a:close/>
                  <a:moveTo>
                    <a:pt x="4532884" y="16891"/>
                  </a:moveTo>
                  <a:lnTo>
                    <a:pt x="4583684" y="16891"/>
                  </a:lnTo>
                  <a:lnTo>
                    <a:pt x="4532884" y="16891"/>
                  </a:lnTo>
                  <a:close/>
                  <a:moveTo>
                    <a:pt x="4651375" y="16891"/>
                  </a:moveTo>
                  <a:lnTo>
                    <a:pt x="4702175" y="16891"/>
                  </a:lnTo>
                  <a:lnTo>
                    <a:pt x="4651375" y="16891"/>
                  </a:lnTo>
                  <a:close/>
                  <a:moveTo>
                    <a:pt x="4769993" y="0"/>
                  </a:moveTo>
                  <a:lnTo>
                    <a:pt x="4820793" y="0"/>
                  </a:lnTo>
                  <a:lnTo>
                    <a:pt x="4820793" y="16891"/>
                  </a:lnTo>
                  <a:lnTo>
                    <a:pt x="4769993" y="16891"/>
                  </a:lnTo>
                  <a:close/>
                  <a:moveTo>
                    <a:pt x="4888484" y="16891"/>
                  </a:moveTo>
                  <a:lnTo>
                    <a:pt x="4939284" y="16891"/>
                  </a:lnTo>
                  <a:lnTo>
                    <a:pt x="4888484" y="16891"/>
                  </a:lnTo>
                  <a:close/>
                  <a:moveTo>
                    <a:pt x="5006975" y="16891"/>
                  </a:moveTo>
                  <a:lnTo>
                    <a:pt x="5057775" y="16891"/>
                  </a:lnTo>
                  <a:lnTo>
                    <a:pt x="5006975" y="16891"/>
                  </a:lnTo>
                  <a:close/>
                  <a:moveTo>
                    <a:pt x="5125593" y="0"/>
                  </a:moveTo>
                  <a:lnTo>
                    <a:pt x="5176393" y="0"/>
                  </a:lnTo>
                  <a:lnTo>
                    <a:pt x="5176393" y="16891"/>
                  </a:lnTo>
                  <a:lnTo>
                    <a:pt x="5125593" y="16891"/>
                  </a:lnTo>
                  <a:close/>
                  <a:moveTo>
                    <a:pt x="5244084" y="16891"/>
                  </a:moveTo>
                  <a:lnTo>
                    <a:pt x="5294884" y="16891"/>
                  </a:lnTo>
                  <a:lnTo>
                    <a:pt x="5244084" y="16891"/>
                  </a:lnTo>
                  <a:close/>
                  <a:moveTo>
                    <a:pt x="5362575" y="16891"/>
                  </a:moveTo>
                  <a:lnTo>
                    <a:pt x="5413375" y="16891"/>
                  </a:lnTo>
                  <a:lnTo>
                    <a:pt x="5362575" y="16891"/>
                  </a:lnTo>
                  <a:close/>
                  <a:moveTo>
                    <a:pt x="5481193" y="0"/>
                  </a:moveTo>
                  <a:lnTo>
                    <a:pt x="5531993" y="0"/>
                  </a:lnTo>
                  <a:lnTo>
                    <a:pt x="5531993" y="16891"/>
                  </a:lnTo>
                  <a:lnTo>
                    <a:pt x="5481193" y="16891"/>
                  </a:lnTo>
                  <a:close/>
                  <a:moveTo>
                    <a:pt x="5599684" y="16891"/>
                  </a:moveTo>
                  <a:lnTo>
                    <a:pt x="5650484" y="16891"/>
                  </a:lnTo>
                  <a:lnTo>
                    <a:pt x="5599684" y="16891"/>
                  </a:lnTo>
                  <a:close/>
                  <a:moveTo>
                    <a:pt x="5718175" y="16891"/>
                  </a:moveTo>
                  <a:lnTo>
                    <a:pt x="5768975" y="16891"/>
                  </a:lnTo>
                  <a:lnTo>
                    <a:pt x="5718175" y="16891"/>
                  </a:lnTo>
                  <a:close/>
                  <a:moveTo>
                    <a:pt x="5836793" y="0"/>
                  </a:moveTo>
                  <a:lnTo>
                    <a:pt x="5887593" y="0"/>
                  </a:lnTo>
                  <a:lnTo>
                    <a:pt x="5887593" y="16891"/>
                  </a:lnTo>
                  <a:lnTo>
                    <a:pt x="5836793" y="16891"/>
                  </a:lnTo>
                  <a:close/>
                  <a:moveTo>
                    <a:pt x="5955284" y="16891"/>
                  </a:moveTo>
                  <a:lnTo>
                    <a:pt x="6006084" y="16891"/>
                  </a:lnTo>
                  <a:lnTo>
                    <a:pt x="5955284" y="16891"/>
                  </a:lnTo>
                  <a:close/>
                  <a:moveTo>
                    <a:pt x="6073775" y="16891"/>
                  </a:moveTo>
                  <a:lnTo>
                    <a:pt x="6124575" y="16891"/>
                  </a:lnTo>
                  <a:lnTo>
                    <a:pt x="6073775" y="16891"/>
                  </a:lnTo>
                  <a:close/>
                  <a:moveTo>
                    <a:pt x="6192393" y="0"/>
                  </a:moveTo>
                  <a:lnTo>
                    <a:pt x="6243193" y="0"/>
                  </a:lnTo>
                  <a:lnTo>
                    <a:pt x="6243193" y="16891"/>
                  </a:lnTo>
                  <a:lnTo>
                    <a:pt x="6192393" y="16891"/>
                  </a:lnTo>
                  <a:close/>
                  <a:moveTo>
                    <a:pt x="6310884" y="16891"/>
                  </a:moveTo>
                  <a:lnTo>
                    <a:pt x="6361684" y="16891"/>
                  </a:lnTo>
                  <a:lnTo>
                    <a:pt x="6310884" y="16891"/>
                  </a:lnTo>
                  <a:close/>
                  <a:moveTo>
                    <a:pt x="6429375" y="16891"/>
                  </a:moveTo>
                  <a:lnTo>
                    <a:pt x="6480175" y="16891"/>
                  </a:lnTo>
                  <a:lnTo>
                    <a:pt x="6429375" y="16891"/>
                  </a:lnTo>
                  <a:close/>
                  <a:moveTo>
                    <a:pt x="6547993" y="0"/>
                  </a:moveTo>
                  <a:lnTo>
                    <a:pt x="6598793" y="0"/>
                  </a:lnTo>
                  <a:lnTo>
                    <a:pt x="6598793" y="16891"/>
                  </a:lnTo>
                  <a:lnTo>
                    <a:pt x="6547993" y="16891"/>
                  </a:lnTo>
                  <a:close/>
                  <a:moveTo>
                    <a:pt x="6666484" y="16891"/>
                  </a:moveTo>
                  <a:lnTo>
                    <a:pt x="6717284" y="16891"/>
                  </a:lnTo>
                  <a:lnTo>
                    <a:pt x="6666484" y="16891"/>
                  </a:lnTo>
                  <a:close/>
                  <a:moveTo>
                    <a:pt x="6784975" y="16891"/>
                  </a:moveTo>
                  <a:lnTo>
                    <a:pt x="6835775" y="16891"/>
                  </a:lnTo>
                  <a:lnTo>
                    <a:pt x="6784975" y="16891"/>
                  </a:lnTo>
                  <a:close/>
                  <a:moveTo>
                    <a:pt x="6903593" y="0"/>
                  </a:moveTo>
                  <a:lnTo>
                    <a:pt x="6954393" y="0"/>
                  </a:lnTo>
                  <a:lnTo>
                    <a:pt x="6954393" y="16891"/>
                  </a:lnTo>
                  <a:lnTo>
                    <a:pt x="6903593" y="16891"/>
                  </a:lnTo>
                  <a:close/>
                  <a:moveTo>
                    <a:pt x="7022084" y="16891"/>
                  </a:moveTo>
                  <a:lnTo>
                    <a:pt x="7072884" y="16891"/>
                  </a:lnTo>
                  <a:lnTo>
                    <a:pt x="7022084" y="16891"/>
                  </a:lnTo>
                  <a:close/>
                  <a:moveTo>
                    <a:pt x="7140575" y="16891"/>
                  </a:moveTo>
                  <a:lnTo>
                    <a:pt x="7191375" y="16891"/>
                  </a:lnTo>
                  <a:lnTo>
                    <a:pt x="7140575" y="16891"/>
                  </a:lnTo>
                  <a:close/>
                  <a:moveTo>
                    <a:pt x="7259193" y="0"/>
                  </a:moveTo>
                  <a:lnTo>
                    <a:pt x="7309993" y="0"/>
                  </a:lnTo>
                  <a:lnTo>
                    <a:pt x="7309993" y="16891"/>
                  </a:lnTo>
                  <a:lnTo>
                    <a:pt x="7259193" y="16891"/>
                  </a:lnTo>
                  <a:close/>
                  <a:moveTo>
                    <a:pt x="7377684" y="16891"/>
                  </a:moveTo>
                  <a:lnTo>
                    <a:pt x="7428484" y="16891"/>
                  </a:lnTo>
                  <a:lnTo>
                    <a:pt x="7377684" y="16891"/>
                  </a:lnTo>
                  <a:close/>
                  <a:moveTo>
                    <a:pt x="7496175" y="16891"/>
                  </a:moveTo>
                  <a:lnTo>
                    <a:pt x="7546975" y="16891"/>
                  </a:lnTo>
                  <a:lnTo>
                    <a:pt x="7496175" y="16891"/>
                  </a:lnTo>
                  <a:close/>
                  <a:moveTo>
                    <a:pt x="7614793" y="0"/>
                  </a:moveTo>
                  <a:lnTo>
                    <a:pt x="7665593" y="0"/>
                  </a:lnTo>
                  <a:lnTo>
                    <a:pt x="7665593" y="16891"/>
                  </a:lnTo>
                  <a:lnTo>
                    <a:pt x="7614793" y="16891"/>
                  </a:lnTo>
                  <a:close/>
                  <a:moveTo>
                    <a:pt x="7733284" y="16891"/>
                  </a:moveTo>
                  <a:lnTo>
                    <a:pt x="7784084" y="16891"/>
                  </a:lnTo>
                  <a:lnTo>
                    <a:pt x="7733284" y="16891"/>
                  </a:lnTo>
                  <a:close/>
                  <a:moveTo>
                    <a:pt x="7851775" y="16891"/>
                  </a:moveTo>
                  <a:lnTo>
                    <a:pt x="7902575" y="16891"/>
                  </a:lnTo>
                  <a:lnTo>
                    <a:pt x="7851775" y="16891"/>
                  </a:lnTo>
                  <a:close/>
                  <a:moveTo>
                    <a:pt x="7970393" y="0"/>
                  </a:moveTo>
                  <a:lnTo>
                    <a:pt x="8021193" y="0"/>
                  </a:lnTo>
                  <a:lnTo>
                    <a:pt x="8021193" y="16891"/>
                  </a:lnTo>
                  <a:lnTo>
                    <a:pt x="7970393" y="16891"/>
                  </a:lnTo>
                  <a:close/>
                  <a:moveTo>
                    <a:pt x="8088884" y="16891"/>
                  </a:moveTo>
                  <a:lnTo>
                    <a:pt x="8139684" y="16891"/>
                  </a:lnTo>
                  <a:lnTo>
                    <a:pt x="8088884" y="16891"/>
                  </a:lnTo>
                  <a:close/>
                  <a:moveTo>
                    <a:pt x="8207375" y="16891"/>
                  </a:moveTo>
                  <a:lnTo>
                    <a:pt x="8258175" y="16891"/>
                  </a:lnTo>
                  <a:lnTo>
                    <a:pt x="8207375" y="16891"/>
                  </a:lnTo>
                  <a:close/>
                  <a:moveTo>
                    <a:pt x="8325993" y="0"/>
                  </a:moveTo>
                  <a:lnTo>
                    <a:pt x="8376793" y="0"/>
                  </a:lnTo>
                  <a:lnTo>
                    <a:pt x="8376793" y="16891"/>
                  </a:lnTo>
                  <a:lnTo>
                    <a:pt x="8325993" y="16891"/>
                  </a:lnTo>
                  <a:close/>
                  <a:moveTo>
                    <a:pt x="8444484" y="16891"/>
                  </a:moveTo>
                  <a:lnTo>
                    <a:pt x="8495284" y="16891"/>
                  </a:lnTo>
                  <a:lnTo>
                    <a:pt x="8444484" y="16891"/>
                  </a:lnTo>
                  <a:close/>
                  <a:moveTo>
                    <a:pt x="8562975" y="16891"/>
                  </a:moveTo>
                  <a:lnTo>
                    <a:pt x="8613775" y="16891"/>
                  </a:lnTo>
                  <a:lnTo>
                    <a:pt x="8562975" y="16891"/>
                  </a:lnTo>
                  <a:close/>
                  <a:moveTo>
                    <a:pt x="8681593" y="0"/>
                  </a:moveTo>
                  <a:lnTo>
                    <a:pt x="8732393" y="0"/>
                  </a:lnTo>
                  <a:lnTo>
                    <a:pt x="8732393" y="16891"/>
                  </a:lnTo>
                  <a:lnTo>
                    <a:pt x="8681593" y="16891"/>
                  </a:lnTo>
                  <a:close/>
                  <a:moveTo>
                    <a:pt x="8800084" y="16891"/>
                  </a:moveTo>
                  <a:lnTo>
                    <a:pt x="8850884" y="16891"/>
                  </a:lnTo>
                  <a:lnTo>
                    <a:pt x="8800084" y="16891"/>
                  </a:lnTo>
                  <a:close/>
                  <a:moveTo>
                    <a:pt x="8918575" y="16891"/>
                  </a:moveTo>
                  <a:lnTo>
                    <a:pt x="8969375" y="16891"/>
                  </a:lnTo>
                  <a:lnTo>
                    <a:pt x="8918575" y="16891"/>
                  </a:lnTo>
                  <a:close/>
                  <a:moveTo>
                    <a:pt x="9037193" y="0"/>
                  </a:moveTo>
                  <a:lnTo>
                    <a:pt x="9087993" y="0"/>
                  </a:lnTo>
                  <a:lnTo>
                    <a:pt x="9087993" y="16891"/>
                  </a:lnTo>
                  <a:lnTo>
                    <a:pt x="9037193" y="16891"/>
                  </a:lnTo>
                  <a:close/>
                  <a:moveTo>
                    <a:pt x="9155684" y="16891"/>
                  </a:moveTo>
                  <a:lnTo>
                    <a:pt x="9206484" y="16891"/>
                  </a:lnTo>
                  <a:lnTo>
                    <a:pt x="9155684" y="16891"/>
                  </a:lnTo>
                  <a:close/>
                  <a:moveTo>
                    <a:pt x="9274175" y="16891"/>
                  </a:moveTo>
                  <a:lnTo>
                    <a:pt x="9324975" y="16891"/>
                  </a:lnTo>
                  <a:lnTo>
                    <a:pt x="9274175" y="16891"/>
                  </a:lnTo>
                  <a:close/>
                  <a:moveTo>
                    <a:pt x="9392793" y="0"/>
                  </a:moveTo>
                  <a:lnTo>
                    <a:pt x="9416542" y="0"/>
                  </a:lnTo>
                  <a:cubicBezTo>
                    <a:pt x="9421241" y="0"/>
                    <a:pt x="9425051" y="3810"/>
                    <a:pt x="9425051" y="8509"/>
                  </a:cubicBezTo>
                  <a:lnTo>
                    <a:pt x="9425051" y="35560"/>
                  </a:lnTo>
                  <a:lnTo>
                    <a:pt x="9408033" y="35560"/>
                  </a:lnTo>
                  <a:lnTo>
                    <a:pt x="9408033" y="8509"/>
                  </a:lnTo>
                  <a:lnTo>
                    <a:pt x="9416542" y="8509"/>
                  </a:lnTo>
                  <a:lnTo>
                    <a:pt x="9416542" y="17018"/>
                  </a:lnTo>
                  <a:lnTo>
                    <a:pt x="9392793" y="17018"/>
                  </a:lnTo>
                  <a:close/>
                  <a:moveTo>
                    <a:pt x="9424924" y="120269"/>
                  </a:moveTo>
                  <a:lnTo>
                    <a:pt x="9424924" y="171069"/>
                  </a:lnTo>
                  <a:lnTo>
                    <a:pt x="9408033" y="171069"/>
                  </a:lnTo>
                  <a:lnTo>
                    <a:pt x="9408033" y="120269"/>
                  </a:lnTo>
                  <a:close/>
                  <a:moveTo>
                    <a:pt x="9408033" y="238760"/>
                  </a:moveTo>
                  <a:lnTo>
                    <a:pt x="9408033" y="289560"/>
                  </a:lnTo>
                  <a:lnTo>
                    <a:pt x="9408033" y="238760"/>
                  </a:lnTo>
                  <a:close/>
                  <a:moveTo>
                    <a:pt x="9408033" y="357251"/>
                  </a:moveTo>
                  <a:lnTo>
                    <a:pt x="9408033" y="408051"/>
                  </a:lnTo>
                  <a:lnTo>
                    <a:pt x="9408033" y="357251"/>
                  </a:lnTo>
                  <a:close/>
                  <a:moveTo>
                    <a:pt x="9408033" y="475742"/>
                  </a:moveTo>
                  <a:lnTo>
                    <a:pt x="9408033" y="526542"/>
                  </a:lnTo>
                  <a:lnTo>
                    <a:pt x="9408033" y="475742"/>
                  </a:lnTo>
                  <a:close/>
                  <a:moveTo>
                    <a:pt x="9408033" y="594233"/>
                  </a:moveTo>
                  <a:lnTo>
                    <a:pt x="9408033" y="645033"/>
                  </a:lnTo>
                  <a:lnTo>
                    <a:pt x="9408033" y="594233"/>
                  </a:lnTo>
                  <a:close/>
                  <a:moveTo>
                    <a:pt x="9408033" y="712724"/>
                  </a:moveTo>
                  <a:lnTo>
                    <a:pt x="9408033" y="763524"/>
                  </a:lnTo>
                  <a:lnTo>
                    <a:pt x="9408033" y="712724"/>
                  </a:lnTo>
                  <a:close/>
                  <a:moveTo>
                    <a:pt x="9408033" y="831215"/>
                  </a:moveTo>
                  <a:lnTo>
                    <a:pt x="9408033" y="882015"/>
                  </a:lnTo>
                  <a:lnTo>
                    <a:pt x="9408033" y="831215"/>
                  </a:lnTo>
                  <a:close/>
                  <a:moveTo>
                    <a:pt x="9408033" y="949706"/>
                  </a:moveTo>
                  <a:lnTo>
                    <a:pt x="9408033" y="1000506"/>
                  </a:lnTo>
                  <a:lnTo>
                    <a:pt x="9408033" y="949706"/>
                  </a:lnTo>
                  <a:close/>
                  <a:moveTo>
                    <a:pt x="9408033" y="1068197"/>
                  </a:moveTo>
                  <a:lnTo>
                    <a:pt x="9408033" y="1118997"/>
                  </a:lnTo>
                  <a:lnTo>
                    <a:pt x="9408033" y="1068197"/>
                  </a:lnTo>
                  <a:close/>
                  <a:moveTo>
                    <a:pt x="9408033" y="1186688"/>
                  </a:moveTo>
                  <a:lnTo>
                    <a:pt x="9408033" y="1237488"/>
                  </a:lnTo>
                  <a:lnTo>
                    <a:pt x="9408033" y="1186688"/>
                  </a:lnTo>
                  <a:close/>
                  <a:moveTo>
                    <a:pt x="9408033" y="1305179"/>
                  </a:moveTo>
                  <a:lnTo>
                    <a:pt x="9408033" y="1355979"/>
                  </a:lnTo>
                  <a:lnTo>
                    <a:pt x="9408033" y="1305179"/>
                  </a:lnTo>
                  <a:close/>
                  <a:moveTo>
                    <a:pt x="9408033" y="1423670"/>
                  </a:moveTo>
                  <a:lnTo>
                    <a:pt x="9408033" y="1474470"/>
                  </a:lnTo>
                  <a:lnTo>
                    <a:pt x="9408033" y="1423670"/>
                  </a:lnTo>
                  <a:close/>
                  <a:moveTo>
                    <a:pt x="9408033" y="1542161"/>
                  </a:moveTo>
                  <a:lnTo>
                    <a:pt x="9408033" y="1592961"/>
                  </a:lnTo>
                  <a:lnTo>
                    <a:pt x="9408033" y="1542161"/>
                  </a:lnTo>
                  <a:close/>
                  <a:moveTo>
                    <a:pt x="9408033" y="1660652"/>
                  </a:moveTo>
                  <a:lnTo>
                    <a:pt x="9408033" y="1711452"/>
                  </a:lnTo>
                  <a:lnTo>
                    <a:pt x="9408033" y="1660652"/>
                  </a:lnTo>
                  <a:close/>
                  <a:moveTo>
                    <a:pt x="9408033" y="1779143"/>
                  </a:moveTo>
                  <a:lnTo>
                    <a:pt x="9408033" y="1829943"/>
                  </a:lnTo>
                  <a:lnTo>
                    <a:pt x="9408033" y="1779143"/>
                  </a:lnTo>
                  <a:close/>
                  <a:moveTo>
                    <a:pt x="9408033" y="1897634"/>
                  </a:moveTo>
                  <a:lnTo>
                    <a:pt x="9408033" y="1948434"/>
                  </a:lnTo>
                  <a:lnTo>
                    <a:pt x="9408033" y="1897634"/>
                  </a:lnTo>
                  <a:close/>
                  <a:moveTo>
                    <a:pt x="9408033" y="2016125"/>
                  </a:moveTo>
                  <a:lnTo>
                    <a:pt x="9408033" y="2066925"/>
                  </a:lnTo>
                  <a:lnTo>
                    <a:pt x="9408033" y="2016125"/>
                  </a:lnTo>
                  <a:close/>
                  <a:moveTo>
                    <a:pt x="9408033" y="2134616"/>
                  </a:moveTo>
                  <a:lnTo>
                    <a:pt x="9408033" y="2185416"/>
                  </a:lnTo>
                  <a:lnTo>
                    <a:pt x="9408033" y="2134616"/>
                  </a:lnTo>
                  <a:close/>
                  <a:moveTo>
                    <a:pt x="9408033" y="2253107"/>
                  </a:moveTo>
                  <a:lnTo>
                    <a:pt x="9408033" y="2303907"/>
                  </a:lnTo>
                  <a:lnTo>
                    <a:pt x="9408033" y="2253107"/>
                  </a:lnTo>
                  <a:close/>
                  <a:moveTo>
                    <a:pt x="9408033" y="2371598"/>
                  </a:moveTo>
                  <a:lnTo>
                    <a:pt x="9408033" y="2422398"/>
                  </a:lnTo>
                  <a:lnTo>
                    <a:pt x="9408033" y="2371598"/>
                  </a:lnTo>
                  <a:close/>
                  <a:moveTo>
                    <a:pt x="9408033" y="2490089"/>
                  </a:moveTo>
                  <a:lnTo>
                    <a:pt x="9408033" y="2540889"/>
                  </a:lnTo>
                  <a:lnTo>
                    <a:pt x="9408033" y="2490089"/>
                  </a:lnTo>
                  <a:close/>
                  <a:moveTo>
                    <a:pt x="9408033" y="2608580"/>
                  </a:moveTo>
                  <a:lnTo>
                    <a:pt x="9408033" y="2659380"/>
                  </a:lnTo>
                  <a:lnTo>
                    <a:pt x="9408033" y="2608580"/>
                  </a:lnTo>
                  <a:close/>
                  <a:moveTo>
                    <a:pt x="9408033" y="2727071"/>
                  </a:moveTo>
                  <a:lnTo>
                    <a:pt x="9408033" y="2777871"/>
                  </a:lnTo>
                  <a:lnTo>
                    <a:pt x="9408033" y="2727071"/>
                  </a:lnTo>
                  <a:close/>
                  <a:moveTo>
                    <a:pt x="9408033" y="2845562"/>
                  </a:moveTo>
                  <a:lnTo>
                    <a:pt x="9408033" y="2896362"/>
                  </a:lnTo>
                  <a:lnTo>
                    <a:pt x="9408033" y="2845562"/>
                  </a:lnTo>
                  <a:close/>
                  <a:moveTo>
                    <a:pt x="9408033" y="2964053"/>
                  </a:moveTo>
                  <a:lnTo>
                    <a:pt x="9408033" y="3014853"/>
                  </a:lnTo>
                  <a:lnTo>
                    <a:pt x="9408033" y="2964053"/>
                  </a:lnTo>
                  <a:close/>
                  <a:moveTo>
                    <a:pt x="9408033" y="3082544"/>
                  </a:moveTo>
                  <a:lnTo>
                    <a:pt x="9408033" y="3133344"/>
                  </a:lnTo>
                  <a:lnTo>
                    <a:pt x="9408033" y="3082544"/>
                  </a:lnTo>
                  <a:close/>
                  <a:moveTo>
                    <a:pt x="9408033" y="3201035"/>
                  </a:moveTo>
                  <a:lnTo>
                    <a:pt x="9408033" y="3251835"/>
                  </a:lnTo>
                  <a:lnTo>
                    <a:pt x="9408033" y="3201035"/>
                  </a:lnTo>
                  <a:close/>
                  <a:moveTo>
                    <a:pt x="9408033" y="3319526"/>
                  </a:moveTo>
                  <a:lnTo>
                    <a:pt x="9408033" y="3370326"/>
                  </a:lnTo>
                  <a:lnTo>
                    <a:pt x="9408033" y="3319526"/>
                  </a:lnTo>
                  <a:close/>
                  <a:moveTo>
                    <a:pt x="9408033" y="3438017"/>
                  </a:moveTo>
                  <a:lnTo>
                    <a:pt x="9408033" y="3488817"/>
                  </a:lnTo>
                  <a:lnTo>
                    <a:pt x="9408033" y="3438017"/>
                  </a:lnTo>
                  <a:close/>
                  <a:moveTo>
                    <a:pt x="9408033" y="3556508"/>
                  </a:moveTo>
                  <a:lnTo>
                    <a:pt x="9408033" y="3607308"/>
                  </a:lnTo>
                  <a:lnTo>
                    <a:pt x="9408033" y="3556508"/>
                  </a:lnTo>
                  <a:close/>
                  <a:moveTo>
                    <a:pt x="9408033" y="3674999"/>
                  </a:moveTo>
                  <a:lnTo>
                    <a:pt x="9408033" y="3725799"/>
                  </a:lnTo>
                  <a:lnTo>
                    <a:pt x="9408033" y="3674999"/>
                  </a:lnTo>
                  <a:close/>
                  <a:moveTo>
                    <a:pt x="9408033" y="3793490"/>
                  </a:moveTo>
                  <a:lnTo>
                    <a:pt x="9408033" y="3844290"/>
                  </a:lnTo>
                  <a:lnTo>
                    <a:pt x="9408033" y="3793490"/>
                  </a:lnTo>
                  <a:close/>
                  <a:moveTo>
                    <a:pt x="9408033" y="3911981"/>
                  </a:moveTo>
                  <a:lnTo>
                    <a:pt x="9408033" y="3962781"/>
                  </a:lnTo>
                  <a:lnTo>
                    <a:pt x="9408033" y="3911981"/>
                  </a:lnTo>
                  <a:close/>
                  <a:moveTo>
                    <a:pt x="9408033" y="4030472"/>
                  </a:moveTo>
                  <a:lnTo>
                    <a:pt x="9408033" y="4081272"/>
                  </a:lnTo>
                  <a:lnTo>
                    <a:pt x="9408033" y="4030472"/>
                  </a:lnTo>
                  <a:close/>
                  <a:moveTo>
                    <a:pt x="9408033" y="4148963"/>
                  </a:moveTo>
                  <a:lnTo>
                    <a:pt x="9408033" y="4199763"/>
                  </a:lnTo>
                  <a:lnTo>
                    <a:pt x="9408033" y="4148963"/>
                  </a:lnTo>
                  <a:close/>
                  <a:moveTo>
                    <a:pt x="9408033" y="4267454"/>
                  </a:moveTo>
                  <a:lnTo>
                    <a:pt x="9408033" y="4318254"/>
                  </a:lnTo>
                  <a:lnTo>
                    <a:pt x="9408033" y="4267454"/>
                  </a:lnTo>
                  <a:close/>
                  <a:moveTo>
                    <a:pt x="9408033" y="4385945"/>
                  </a:moveTo>
                  <a:lnTo>
                    <a:pt x="9408033" y="4436745"/>
                  </a:lnTo>
                  <a:lnTo>
                    <a:pt x="9408033" y="4385945"/>
                  </a:lnTo>
                  <a:close/>
                  <a:moveTo>
                    <a:pt x="9408033" y="4504436"/>
                  </a:moveTo>
                  <a:lnTo>
                    <a:pt x="9408033" y="4555236"/>
                  </a:lnTo>
                  <a:lnTo>
                    <a:pt x="9408033" y="4504436"/>
                  </a:lnTo>
                  <a:close/>
                  <a:moveTo>
                    <a:pt x="9408033" y="4622927"/>
                  </a:moveTo>
                  <a:lnTo>
                    <a:pt x="9408033" y="4673727"/>
                  </a:lnTo>
                  <a:lnTo>
                    <a:pt x="9408033" y="4622927"/>
                  </a:lnTo>
                  <a:close/>
                  <a:moveTo>
                    <a:pt x="9408033" y="4741418"/>
                  </a:moveTo>
                  <a:lnTo>
                    <a:pt x="9408033" y="4792218"/>
                  </a:lnTo>
                  <a:lnTo>
                    <a:pt x="9408033" y="4741418"/>
                  </a:lnTo>
                  <a:close/>
                  <a:moveTo>
                    <a:pt x="9408033" y="4859909"/>
                  </a:moveTo>
                  <a:lnTo>
                    <a:pt x="9408033" y="4910709"/>
                  </a:lnTo>
                  <a:lnTo>
                    <a:pt x="9408033" y="4859909"/>
                  </a:lnTo>
                  <a:close/>
                  <a:moveTo>
                    <a:pt x="9408033" y="4978400"/>
                  </a:moveTo>
                  <a:lnTo>
                    <a:pt x="9408033" y="5029200"/>
                  </a:lnTo>
                  <a:lnTo>
                    <a:pt x="9408033" y="4978400"/>
                  </a:lnTo>
                  <a:close/>
                  <a:moveTo>
                    <a:pt x="9408033" y="5096891"/>
                  </a:moveTo>
                  <a:lnTo>
                    <a:pt x="9408033" y="5147691"/>
                  </a:lnTo>
                  <a:lnTo>
                    <a:pt x="9408033" y="5096891"/>
                  </a:lnTo>
                  <a:close/>
                  <a:moveTo>
                    <a:pt x="9408033" y="5215382"/>
                  </a:moveTo>
                  <a:lnTo>
                    <a:pt x="9408033" y="5266182"/>
                  </a:lnTo>
                  <a:lnTo>
                    <a:pt x="9408033" y="5215382"/>
                  </a:lnTo>
                  <a:close/>
                  <a:moveTo>
                    <a:pt x="9408033" y="5333873"/>
                  </a:moveTo>
                  <a:lnTo>
                    <a:pt x="9408033" y="5384673"/>
                  </a:lnTo>
                  <a:lnTo>
                    <a:pt x="9408033" y="5333873"/>
                  </a:lnTo>
                  <a:close/>
                  <a:moveTo>
                    <a:pt x="9408033" y="5452364"/>
                  </a:moveTo>
                  <a:lnTo>
                    <a:pt x="9408033" y="5503164"/>
                  </a:lnTo>
                  <a:lnTo>
                    <a:pt x="9408033" y="5452364"/>
                  </a:lnTo>
                  <a:close/>
                  <a:moveTo>
                    <a:pt x="9408033" y="5570855"/>
                  </a:moveTo>
                  <a:lnTo>
                    <a:pt x="9408033" y="5621655"/>
                  </a:lnTo>
                  <a:lnTo>
                    <a:pt x="9408033" y="5570855"/>
                  </a:lnTo>
                  <a:close/>
                  <a:moveTo>
                    <a:pt x="9408033" y="5689346"/>
                  </a:moveTo>
                  <a:lnTo>
                    <a:pt x="9408033" y="5740146"/>
                  </a:lnTo>
                  <a:lnTo>
                    <a:pt x="9408033" y="5689346"/>
                  </a:lnTo>
                  <a:close/>
                  <a:moveTo>
                    <a:pt x="9408033" y="5807837"/>
                  </a:moveTo>
                  <a:lnTo>
                    <a:pt x="9408033" y="5858637"/>
                  </a:lnTo>
                  <a:lnTo>
                    <a:pt x="9408033" y="5807837"/>
                  </a:lnTo>
                  <a:close/>
                  <a:moveTo>
                    <a:pt x="9408033" y="5926328"/>
                  </a:moveTo>
                  <a:lnTo>
                    <a:pt x="9408033" y="5977128"/>
                  </a:lnTo>
                  <a:lnTo>
                    <a:pt x="9408033" y="5926328"/>
                  </a:lnTo>
                  <a:close/>
                  <a:moveTo>
                    <a:pt x="9408033" y="6044819"/>
                  </a:moveTo>
                  <a:lnTo>
                    <a:pt x="9408033" y="6095619"/>
                  </a:lnTo>
                  <a:lnTo>
                    <a:pt x="9408033" y="6044819"/>
                  </a:lnTo>
                  <a:close/>
                  <a:moveTo>
                    <a:pt x="9408033" y="6163310"/>
                  </a:moveTo>
                  <a:lnTo>
                    <a:pt x="9408033" y="6214110"/>
                  </a:lnTo>
                  <a:lnTo>
                    <a:pt x="9408033" y="6163310"/>
                  </a:lnTo>
                  <a:close/>
                  <a:moveTo>
                    <a:pt x="9408033" y="6281801"/>
                  </a:moveTo>
                  <a:lnTo>
                    <a:pt x="9408033" y="6332601"/>
                  </a:lnTo>
                  <a:lnTo>
                    <a:pt x="9408033" y="6281801"/>
                  </a:lnTo>
                  <a:close/>
                  <a:moveTo>
                    <a:pt x="9408033" y="6400292"/>
                  </a:moveTo>
                  <a:lnTo>
                    <a:pt x="9408033" y="6451092"/>
                  </a:lnTo>
                  <a:lnTo>
                    <a:pt x="9408033" y="6400292"/>
                  </a:lnTo>
                  <a:close/>
                  <a:moveTo>
                    <a:pt x="9408033" y="6518783"/>
                  </a:moveTo>
                  <a:lnTo>
                    <a:pt x="9408033" y="6569583"/>
                  </a:lnTo>
                  <a:lnTo>
                    <a:pt x="9408033" y="6518783"/>
                  </a:lnTo>
                  <a:close/>
                  <a:moveTo>
                    <a:pt x="9408033" y="6637274"/>
                  </a:moveTo>
                  <a:lnTo>
                    <a:pt x="9408033" y="6688074"/>
                  </a:lnTo>
                  <a:lnTo>
                    <a:pt x="9408033" y="6637274"/>
                  </a:lnTo>
                  <a:close/>
                  <a:moveTo>
                    <a:pt x="9408033" y="6755765"/>
                  </a:moveTo>
                  <a:lnTo>
                    <a:pt x="9408033" y="6806565"/>
                  </a:lnTo>
                  <a:lnTo>
                    <a:pt x="9408033" y="6755765"/>
                  </a:lnTo>
                  <a:close/>
                  <a:moveTo>
                    <a:pt x="9408033" y="6874256"/>
                  </a:moveTo>
                  <a:lnTo>
                    <a:pt x="9408033" y="6925056"/>
                  </a:lnTo>
                  <a:lnTo>
                    <a:pt x="9408033" y="6874256"/>
                  </a:lnTo>
                  <a:close/>
                  <a:moveTo>
                    <a:pt x="9408033" y="6992747"/>
                  </a:moveTo>
                  <a:lnTo>
                    <a:pt x="9408033" y="7043547"/>
                  </a:lnTo>
                  <a:lnTo>
                    <a:pt x="9408033" y="6992747"/>
                  </a:lnTo>
                  <a:close/>
                  <a:moveTo>
                    <a:pt x="9408033" y="7111238"/>
                  </a:moveTo>
                  <a:lnTo>
                    <a:pt x="9408033" y="7162038"/>
                  </a:lnTo>
                  <a:lnTo>
                    <a:pt x="9408033" y="7111238"/>
                  </a:lnTo>
                  <a:close/>
                  <a:moveTo>
                    <a:pt x="9408033" y="7229729"/>
                  </a:moveTo>
                  <a:lnTo>
                    <a:pt x="9408033" y="7280529"/>
                  </a:lnTo>
                  <a:lnTo>
                    <a:pt x="9408033" y="7229729"/>
                  </a:lnTo>
                  <a:close/>
                  <a:moveTo>
                    <a:pt x="9408033" y="7348220"/>
                  </a:moveTo>
                  <a:lnTo>
                    <a:pt x="9408033" y="7399020"/>
                  </a:lnTo>
                  <a:lnTo>
                    <a:pt x="9408033" y="7348220"/>
                  </a:lnTo>
                  <a:close/>
                  <a:moveTo>
                    <a:pt x="9408033" y="7466711"/>
                  </a:moveTo>
                  <a:lnTo>
                    <a:pt x="9408033" y="7517511"/>
                  </a:lnTo>
                  <a:lnTo>
                    <a:pt x="9408033" y="7466711"/>
                  </a:lnTo>
                  <a:close/>
                  <a:moveTo>
                    <a:pt x="9408033" y="7585202"/>
                  </a:moveTo>
                  <a:lnTo>
                    <a:pt x="9408033" y="7636002"/>
                  </a:lnTo>
                  <a:lnTo>
                    <a:pt x="9408033" y="7585202"/>
                  </a:lnTo>
                  <a:close/>
                  <a:moveTo>
                    <a:pt x="9408033" y="7703693"/>
                  </a:moveTo>
                  <a:lnTo>
                    <a:pt x="9408033" y="7754493"/>
                  </a:lnTo>
                  <a:lnTo>
                    <a:pt x="9408033" y="7703693"/>
                  </a:lnTo>
                  <a:close/>
                  <a:moveTo>
                    <a:pt x="9408033" y="7822184"/>
                  </a:moveTo>
                  <a:lnTo>
                    <a:pt x="9408033" y="7872984"/>
                  </a:lnTo>
                  <a:lnTo>
                    <a:pt x="9408033" y="7822184"/>
                  </a:lnTo>
                  <a:close/>
                  <a:moveTo>
                    <a:pt x="9408033" y="7940675"/>
                  </a:moveTo>
                  <a:lnTo>
                    <a:pt x="9408033" y="7991475"/>
                  </a:lnTo>
                  <a:lnTo>
                    <a:pt x="9408033" y="7940675"/>
                  </a:lnTo>
                  <a:close/>
                  <a:moveTo>
                    <a:pt x="9408033" y="8059166"/>
                  </a:moveTo>
                  <a:lnTo>
                    <a:pt x="9408033" y="8109966"/>
                  </a:lnTo>
                  <a:lnTo>
                    <a:pt x="9408033" y="8059166"/>
                  </a:lnTo>
                  <a:close/>
                  <a:moveTo>
                    <a:pt x="9408033" y="8177657"/>
                  </a:moveTo>
                  <a:lnTo>
                    <a:pt x="9408033" y="8228457"/>
                  </a:lnTo>
                  <a:lnTo>
                    <a:pt x="9408033" y="8177657"/>
                  </a:lnTo>
                  <a:close/>
                  <a:moveTo>
                    <a:pt x="9408033" y="8296148"/>
                  </a:moveTo>
                  <a:lnTo>
                    <a:pt x="9408033" y="8346948"/>
                  </a:lnTo>
                  <a:lnTo>
                    <a:pt x="9408033" y="8296148"/>
                  </a:lnTo>
                  <a:close/>
                  <a:moveTo>
                    <a:pt x="9408033" y="8414639"/>
                  </a:moveTo>
                  <a:lnTo>
                    <a:pt x="9408033" y="8465439"/>
                  </a:lnTo>
                  <a:lnTo>
                    <a:pt x="9408033" y="8414639"/>
                  </a:lnTo>
                  <a:close/>
                  <a:moveTo>
                    <a:pt x="9408033" y="8533130"/>
                  </a:moveTo>
                  <a:lnTo>
                    <a:pt x="9408033" y="8583930"/>
                  </a:lnTo>
                  <a:lnTo>
                    <a:pt x="9408033" y="8533130"/>
                  </a:lnTo>
                  <a:close/>
                  <a:moveTo>
                    <a:pt x="9408033" y="8651621"/>
                  </a:moveTo>
                  <a:lnTo>
                    <a:pt x="9408033" y="8702421"/>
                  </a:lnTo>
                  <a:lnTo>
                    <a:pt x="9408033" y="8651621"/>
                  </a:lnTo>
                  <a:close/>
                  <a:moveTo>
                    <a:pt x="9408033" y="8770112"/>
                  </a:moveTo>
                  <a:lnTo>
                    <a:pt x="9408033" y="8820912"/>
                  </a:lnTo>
                  <a:lnTo>
                    <a:pt x="9408033" y="8770112"/>
                  </a:lnTo>
                  <a:close/>
                  <a:moveTo>
                    <a:pt x="9408033" y="8888603"/>
                  </a:moveTo>
                  <a:lnTo>
                    <a:pt x="9408033" y="8939403"/>
                  </a:lnTo>
                  <a:lnTo>
                    <a:pt x="9408033" y="8888603"/>
                  </a:lnTo>
                  <a:close/>
                  <a:moveTo>
                    <a:pt x="9408033" y="9007094"/>
                  </a:moveTo>
                  <a:lnTo>
                    <a:pt x="9408033" y="9057894"/>
                  </a:lnTo>
                  <a:lnTo>
                    <a:pt x="9408033" y="9007094"/>
                  </a:lnTo>
                  <a:close/>
                  <a:moveTo>
                    <a:pt x="9408033" y="9125585"/>
                  </a:moveTo>
                  <a:lnTo>
                    <a:pt x="9408033" y="9176385"/>
                  </a:lnTo>
                  <a:lnTo>
                    <a:pt x="9408033" y="9125585"/>
                  </a:lnTo>
                  <a:close/>
                  <a:moveTo>
                    <a:pt x="9408033" y="9244076"/>
                  </a:moveTo>
                  <a:lnTo>
                    <a:pt x="9408033" y="9294876"/>
                  </a:lnTo>
                  <a:lnTo>
                    <a:pt x="9408033" y="9244076"/>
                  </a:lnTo>
                  <a:close/>
                  <a:moveTo>
                    <a:pt x="9408033" y="9362567"/>
                  </a:moveTo>
                  <a:lnTo>
                    <a:pt x="9408033" y="9413367"/>
                  </a:lnTo>
                  <a:lnTo>
                    <a:pt x="9408033" y="9362567"/>
                  </a:lnTo>
                  <a:close/>
                  <a:moveTo>
                    <a:pt x="9408033" y="9481058"/>
                  </a:moveTo>
                  <a:lnTo>
                    <a:pt x="9408033" y="9531858"/>
                  </a:lnTo>
                  <a:lnTo>
                    <a:pt x="9408033" y="9481058"/>
                  </a:lnTo>
                  <a:close/>
                  <a:moveTo>
                    <a:pt x="9408033" y="9599549"/>
                  </a:moveTo>
                  <a:lnTo>
                    <a:pt x="9408033" y="9650349"/>
                  </a:lnTo>
                  <a:lnTo>
                    <a:pt x="9408033" y="9599549"/>
                  </a:lnTo>
                  <a:close/>
                  <a:moveTo>
                    <a:pt x="9408033" y="9718040"/>
                  </a:moveTo>
                  <a:lnTo>
                    <a:pt x="9408033" y="9768840"/>
                  </a:lnTo>
                  <a:lnTo>
                    <a:pt x="9408033" y="9718040"/>
                  </a:lnTo>
                  <a:close/>
                  <a:moveTo>
                    <a:pt x="9408033" y="9836531"/>
                  </a:moveTo>
                  <a:lnTo>
                    <a:pt x="9408033" y="9887331"/>
                  </a:lnTo>
                  <a:lnTo>
                    <a:pt x="9408033" y="9836531"/>
                  </a:lnTo>
                  <a:close/>
                  <a:moveTo>
                    <a:pt x="9408033" y="9955022"/>
                  </a:moveTo>
                  <a:lnTo>
                    <a:pt x="9408033" y="10005822"/>
                  </a:lnTo>
                  <a:lnTo>
                    <a:pt x="9408033" y="9955022"/>
                  </a:lnTo>
                  <a:close/>
                  <a:moveTo>
                    <a:pt x="9408033" y="10073513"/>
                  </a:moveTo>
                  <a:lnTo>
                    <a:pt x="9408033" y="10124313"/>
                  </a:lnTo>
                  <a:lnTo>
                    <a:pt x="9408033" y="10073513"/>
                  </a:lnTo>
                  <a:close/>
                  <a:moveTo>
                    <a:pt x="9408033" y="10192004"/>
                  </a:moveTo>
                  <a:lnTo>
                    <a:pt x="9408033" y="10242804"/>
                  </a:lnTo>
                  <a:lnTo>
                    <a:pt x="9408033" y="10192004"/>
                  </a:lnTo>
                  <a:close/>
                  <a:moveTo>
                    <a:pt x="9408033" y="10310495"/>
                  </a:moveTo>
                  <a:lnTo>
                    <a:pt x="9408033" y="10361295"/>
                  </a:lnTo>
                  <a:lnTo>
                    <a:pt x="9408033" y="10310495"/>
                  </a:lnTo>
                  <a:close/>
                  <a:moveTo>
                    <a:pt x="9408033" y="10428986"/>
                  </a:moveTo>
                  <a:lnTo>
                    <a:pt x="9408033" y="10458069"/>
                  </a:lnTo>
                  <a:cubicBezTo>
                    <a:pt x="9408033" y="10462768"/>
                    <a:pt x="9404223" y="10466578"/>
                    <a:pt x="9399524" y="10466578"/>
                  </a:cubicBezTo>
                  <a:lnTo>
                    <a:pt x="9377807" y="10466578"/>
                  </a:lnTo>
                  <a:lnTo>
                    <a:pt x="9377807" y="10449687"/>
                  </a:lnTo>
                  <a:lnTo>
                    <a:pt x="9399524" y="10449687"/>
                  </a:lnTo>
                  <a:lnTo>
                    <a:pt x="9399524" y="10458196"/>
                  </a:lnTo>
                  <a:lnTo>
                    <a:pt x="9391015" y="10458196"/>
                  </a:lnTo>
                  <a:lnTo>
                    <a:pt x="9391015" y="10429113"/>
                  </a:lnTo>
                  <a:close/>
                  <a:moveTo>
                    <a:pt x="9293098" y="10466705"/>
                  </a:moveTo>
                  <a:lnTo>
                    <a:pt x="9242298" y="10466705"/>
                  </a:lnTo>
                  <a:lnTo>
                    <a:pt x="9242298" y="10449814"/>
                  </a:lnTo>
                  <a:lnTo>
                    <a:pt x="9293098" y="10449814"/>
                  </a:lnTo>
                  <a:close/>
                  <a:moveTo>
                    <a:pt x="9174607" y="10449814"/>
                  </a:moveTo>
                  <a:lnTo>
                    <a:pt x="9123807" y="10449814"/>
                  </a:lnTo>
                  <a:lnTo>
                    <a:pt x="9123807" y="10432923"/>
                  </a:lnTo>
                  <a:lnTo>
                    <a:pt x="9174607" y="10432923"/>
                  </a:lnTo>
                  <a:close/>
                  <a:moveTo>
                    <a:pt x="9056116" y="10432923"/>
                  </a:moveTo>
                  <a:lnTo>
                    <a:pt x="9005316" y="10432923"/>
                  </a:lnTo>
                  <a:lnTo>
                    <a:pt x="9005316" y="10416032"/>
                  </a:lnTo>
                  <a:lnTo>
                    <a:pt x="9056116" y="10416032"/>
                  </a:lnTo>
                  <a:close/>
                  <a:moveTo>
                    <a:pt x="8937625" y="10416032"/>
                  </a:moveTo>
                  <a:lnTo>
                    <a:pt x="8886825" y="10416032"/>
                  </a:lnTo>
                  <a:lnTo>
                    <a:pt x="8886825" y="10399141"/>
                  </a:lnTo>
                  <a:lnTo>
                    <a:pt x="8937625" y="10399141"/>
                  </a:lnTo>
                  <a:close/>
                  <a:moveTo>
                    <a:pt x="8819134" y="10399141"/>
                  </a:moveTo>
                  <a:lnTo>
                    <a:pt x="8768334" y="10399141"/>
                  </a:lnTo>
                  <a:lnTo>
                    <a:pt x="8768334" y="10382250"/>
                  </a:lnTo>
                  <a:lnTo>
                    <a:pt x="8819134" y="10382250"/>
                  </a:lnTo>
                  <a:close/>
                  <a:moveTo>
                    <a:pt x="8700643" y="10382250"/>
                  </a:moveTo>
                  <a:lnTo>
                    <a:pt x="8649843" y="10382250"/>
                  </a:lnTo>
                  <a:lnTo>
                    <a:pt x="8649843" y="10365359"/>
                  </a:lnTo>
                  <a:lnTo>
                    <a:pt x="8700643" y="10365359"/>
                  </a:lnTo>
                  <a:close/>
                  <a:moveTo>
                    <a:pt x="8582152" y="10365359"/>
                  </a:moveTo>
                  <a:lnTo>
                    <a:pt x="8531352" y="10365359"/>
                  </a:lnTo>
                  <a:lnTo>
                    <a:pt x="8531352" y="10348468"/>
                  </a:lnTo>
                  <a:lnTo>
                    <a:pt x="8582152" y="10348468"/>
                  </a:lnTo>
                  <a:close/>
                  <a:moveTo>
                    <a:pt x="8463661" y="10348468"/>
                  </a:moveTo>
                  <a:lnTo>
                    <a:pt x="8412861" y="10348468"/>
                  </a:lnTo>
                  <a:lnTo>
                    <a:pt x="8412861" y="10331577"/>
                  </a:lnTo>
                  <a:lnTo>
                    <a:pt x="8463661" y="10331577"/>
                  </a:lnTo>
                  <a:close/>
                  <a:moveTo>
                    <a:pt x="8345170" y="10331577"/>
                  </a:moveTo>
                  <a:lnTo>
                    <a:pt x="8294370" y="10331577"/>
                  </a:lnTo>
                  <a:lnTo>
                    <a:pt x="8294370" y="10314686"/>
                  </a:lnTo>
                  <a:lnTo>
                    <a:pt x="8345170" y="10314686"/>
                  </a:lnTo>
                  <a:close/>
                  <a:moveTo>
                    <a:pt x="8226679" y="10314686"/>
                  </a:moveTo>
                  <a:lnTo>
                    <a:pt x="8175879" y="10314686"/>
                  </a:lnTo>
                  <a:lnTo>
                    <a:pt x="8175879" y="10297795"/>
                  </a:lnTo>
                  <a:lnTo>
                    <a:pt x="8226679" y="10297795"/>
                  </a:lnTo>
                  <a:close/>
                  <a:moveTo>
                    <a:pt x="8108188" y="10297795"/>
                  </a:moveTo>
                  <a:lnTo>
                    <a:pt x="8057388" y="10297795"/>
                  </a:lnTo>
                  <a:lnTo>
                    <a:pt x="8057388" y="10280904"/>
                  </a:lnTo>
                  <a:lnTo>
                    <a:pt x="8108188" y="10280904"/>
                  </a:lnTo>
                  <a:close/>
                  <a:moveTo>
                    <a:pt x="7989697" y="10280904"/>
                  </a:moveTo>
                  <a:lnTo>
                    <a:pt x="7938897" y="10280904"/>
                  </a:lnTo>
                  <a:lnTo>
                    <a:pt x="7938897" y="10264013"/>
                  </a:lnTo>
                  <a:lnTo>
                    <a:pt x="7989697" y="10264013"/>
                  </a:lnTo>
                  <a:close/>
                  <a:moveTo>
                    <a:pt x="7871206" y="10264013"/>
                  </a:moveTo>
                  <a:lnTo>
                    <a:pt x="7820406" y="10264013"/>
                  </a:lnTo>
                  <a:lnTo>
                    <a:pt x="7820406" y="10247122"/>
                  </a:lnTo>
                  <a:lnTo>
                    <a:pt x="7871206" y="10247122"/>
                  </a:lnTo>
                  <a:close/>
                  <a:moveTo>
                    <a:pt x="7752715" y="10247122"/>
                  </a:moveTo>
                  <a:lnTo>
                    <a:pt x="7701915" y="10247122"/>
                  </a:lnTo>
                  <a:lnTo>
                    <a:pt x="7701915" y="10230231"/>
                  </a:lnTo>
                  <a:lnTo>
                    <a:pt x="7752715" y="10230231"/>
                  </a:lnTo>
                  <a:close/>
                  <a:moveTo>
                    <a:pt x="7634224" y="10230231"/>
                  </a:moveTo>
                  <a:lnTo>
                    <a:pt x="7583424" y="10230231"/>
                  </a:lnTo>
                  <a:lnTo>
                    <a:pt x="7583424" y="10213340"/>
                  </a:lnTo>
                  <a:lnTo>
                    <a:pt x="7634224" y="10213340"/>
                  </a:lnTo>
                  <a:close/>
                  <a:moveTo>
                    <a:pt x="7515733" y="10213340"/>
                  </a:moveTo>
                  <a:lnTo>
                    <a:pt x="7464933" y="10213340"/>
                  </a:lnTo>
                  <a:lnTo>
                    <a:pt x="7464933" y="10196449"/>
                  </a:lnTo>
                  <a:lnTo>
                    <a:pt x="7515733" y="10196449"/>
                  </a:lnTo>
                  <a:close/>
                  <a:moveTo>
                    <a:pt x="7397242" y="10196449"/>
                  </a:moveTo>
                  <a:lnTo>
                    <a:pt x="7346442" y="10196449"/>
                  </a:lnTo>
                  <a:lnTo>
                    <a:pt x="7346442" y="10179558"/>
                  </a:lnTo>
                  <a:lnTo>
                    <a:pt x="7397242" y="10179558"/>
                  </a:lnTo>
                  <a:close/>
                  <a:moveTo>
                    <a:pt x="7278751" y="10179558"/>
                  </a:moveTo>
                  <a:lnTo>
                    <a:pt x="7227951" y="10179558"/>
                  </a:lnTo>
                  <a:lnTo>
                    <a:pt x="7227951" y="10162667"/>
                  </a:lnTo>
                  <a:lnTo>
                    <a:pt x="7278751" y="10162667"/>
                  </a:lnTo>
                  <a:close/>
                  <a:moveTo>
                    <a:pt x="7160260" y="10162667"/>
                  </a:moveTo>
                  <a:lnTo>
                    <a:pt x="7109460" y="10162667"/>
                  </a:lnTo>
                  <a:lnTo>
                    <a:pt x="7109460" y="10145776"/>
                  </a:lnTo>
                  <a:lnTo>
                    <a:pt x="7160260" y="10145776"/>
                  </a:lnTo>
                  <a:close/>
                  <a:moveTo>
                    <a:pt x="7041769" y="10145776"/>
                  </a:moveTo>
                  <a:lnTo>
                    <a:pt x="6990969" y="10145776"/>
                  </a:lnTo>
                  <a:lnTo>
                    <a:pt x="6990969" y="10128885"/>
                  </a:lnTo>
                  <a:lnTo>
                    <a:pt x="7041769" y="10128885"/>
                  </a:lnTo>
                  <a:close/>
                  <a:moveTo>
                    <a:pt x="6923278" y="10128885"/>
                  </a:moveTo>
                  <a:lnTo>
                    <a:pt x="6872478" y="10128885"/>
                  </a:lnTo>
                  <a:lnTo>
                    <a:pt x="6872478" y="10111994"/>
                  </a:lnTo>
                  <a:lnTo>
                    <a:pt x="6923278" y="10111994"/>
                  </a:lnTo>
                  <a:close/>
                  <a:moveTo>
                    <a:pt x="6804787" y="10111994"/>
                  </a:moveTo>
                  <a:lnTo>
                    <a:pt x="6753987" y="10111994"/>
                  </a:lnTo>
                  <a:lnTo>
                    <a:pt x="6753987" y="10095103"/>
                  </a:lnTo>
                  <a:lnTo>
                    <a:pt x="6804787" y="10095103"/>
                  </a:lnTo>
                  <a:close/>
                  <a:moveTo>
                    <a:pt x="6686296" y="10095103"/>
                  </a:moveTo>
                  <a:lnTo>
                    <a:pt x="6635496" y="10095103"/>
                  </a:lnTo>
                  <a:lnTo>
                    <a:pt x="6635496" y="10078212"/>
                  </a:lnTo>
                  <a:lnTo>
                    <a:pt x="6686296" y="10078212"/>
                  </a:lnTo>
                  <a:close/>
                  <a:moveTo>
                    <a:pt x="6567805" y="10078212"/>
                  </a:moveTo>
                  <a:lnTo>
                    <a:pt x="6517005" y="10078212"/>
                  </a:lnTo>
                  <a:lnTo>
                    <a:pt x="6517005" y="10061321"/>
                  </a:lnTo>
                  <a:lnTo>
                    <a:pt x="6567805" y="10061321"/>
                  </a:lnTo>
                  <a:close/>
                  <a:moveTo>
                    <a:pt x="6449314" y="10061321"/>
                  </a:moveTo>
                  <a:lnTo>
                    <a:pt x="6398514" y="10061321"/>
                  </a:lnTo>
                  <a:lnTo>
                    <a:pt x="6398514" y="10044430"/>
                  </a:lnTo>
                  <a:lnTo>
                    <a:pt x="6449314" y="10044430"/>
                  </a:lnTo>
                  <a:close/>
                  <a:moveTo>
                    <a:pt x="6330823" y="10044430"/>
                  </a:moveTo>
                  <a:lnTo>
                    <a:pt x="6280023" y="10044430"/>
                  </a:lnTo>
                  <a:lnTo>
                    <a:pt x="6280023" y="10027539"/>
                  </a:lnTo>
                  <a:lnTo>
                    <a:pt x="6330823" y="10027539"/>
                  </a:lnTo>
                  <a:close/>
                  <a:moveTo>
                    <a:pt x="6212332" y="10027539"/>
                  </a:moveTo>
                  <a:lnTo>
                    <a:pt x="6161532" y="10027539"/>
                  </a:lnTo>
                  <a:lnTo>
                    <a:pt x="6161532" y="10010648"/>
                  </a:lnTo>
                  <a:lnTo>
                    <a:pt x="6212332" y="10010648"/>
                  </a:lnTo>
                  <a:close/>
                  <a:moveTo>
                    <a:pt x="6093841" y="10010648"/>
                  </a:moveTo>
                  <a:lnTo>
                    <a:pt x="6043041" y="10010648"/>
                  </a:lnTo>
                  <a:lnTo>
                    <a:pt x="6043041" y="9993757"/>
                  </a:lnTo>
                  <a:lnTo>
                    <a:pt x="6093841" y="9993757"/>
                  </a:lnTo>
                  <a:close/>
                  <a:moveTo>
                    <a:pt x="5975350" y="9993757"/>
                  </a:moveTo>
                  <a:lnTo>
                    <a:pt x="5924550" y="9993757"/>
                  </a:lnTo>
                  <a:lnTo>
                    <a:pt x="5924550" y="9976866"/>
                  </a:lnTo>
                  <a:lnTo>
                    <a:pt x="5975350" y="9976866"/>
                  </a:lnTo>
                  <a:close/>
                  <a:moveTo>
                    <a:pt x="5856859" y="9976866"/>
                  </a:moveTo>
                  <a:lnTo>
                    <a:pt x="5806059" y="9976866"/>
                  </a:lnTo>
                  <a:lnTo>
                    <a:pt x="5806059" y="9959975"/>
                  </a:lnTo>
                  <a:lnTo>
                    <a:pt x="5856859" y="9959975"/>
                  </a:lnTo>
                  <a:close/>
                  <a:moveTo>
                    <a:pt x="5738368" y="9959975"/>
                  </a:moveTo>
                  <a:lnTo>
                    <a:pt x="5687568" y="9959975"/>
                  </a:lnTo>
                  <a:lnTo>
                    <a:pt x="5687568" y="9943084"/>
                  </a:lnTo>
                  <a:lnTo>
                    <a:pt x="5738368" y="9943084"/>
                  </a:lnTo>
                  <a:close/>
                  <a:moveTo>
                    <a:pt x="5619877" y="9943084"/>
                  </a:moveTo>
                  <a:lnTo>
                    <a:pt x="5569077" y="9943084"/>
                  </a:lnTo>
                  <a:lnTo>
                    <a:pt x="5569077" y="9926193"/>
                  </a:lnTo>
                  <a:lnTo>
                    <a:pt x="5619877" y="9926193"/>
                  </a:lnTo>
                  <a:close/>
                  <a:moveTo>
                    <a:pt x="5501386" y="9926193"/>
                  </a:moveTo>
                  <a:lnTo>
                    <a:pt x="5450586" y="9926193"/>
                  </a:lnTo>
                  <a:lnTo>
                    <a:pt x="5450586" y="9909302"/>
                  </a:lnTo>
                  <a:lnTo>
                    <a:pt x="5501386" y="9909302"/>
                  </a:lnTo>
                  <a:close/>
                  <a:moveTo>
                    <a:pt x="5382895" y="9909302"/>
                  </a:moveTo>
                  <a:lnTo>
                    <a:pt x="5332095" y="9909302"/>
                  </a:lnTo>
                  <a:lnTo>
                    <a:pt x="5332095" y="9892411"/>
                  </a:lnTo>
                  <a:lnTo>
                    <a:pt x="5382895" y="9892411"/>
                  </a:lnTo>
                  <a:close/>
                  <a:moveTo>
                    <a:pt x="5264404" y="9892411"/>
                  </a:moveTo>
                  <a:lnTo>
                    <a:pt x="5213604" y="9892411"/>
                  </a:lnTo>
                  <a:lnTo>
                    <a:pt x="5213604" y="9875520"/>
                  </a:lnTo>
                  <a:lnTo>
                    <a:pt x="5264404" y="9875520"/>
                  </a:lnTo>
                  <a:close/>
                  <a:moveTo>
                    <a:pt x="5145913" y="9875520"/>
                  </a:moveTo>
                  <a:lnTo>
                    <a:pt x="5095113" y="9875520"/>
                  </a:lnTo>
                  <a:lnTo>
                    <a:pt x="5095113" y="9858629"/>
                  </a:lnTo>
                  <a:lnTo>
                    <a:pt x="5145913" y="9858629"/>
                  </a:lnTo>
                  <a:close/>
                  <a:moveTo>
                    <a:pt x="5027422" y="9858629"/>
                  </a:moveTo>
                  <a:lnTo>
                    <a:pt x="4976622" y="9858629"/>
                  </a:lnTo>
                  <a:lnTo>
                    <a:pt x="4976622" y="9841738"/>
                  </a:lnTo>
                  <a:lnTo>
                    <a:pt x="5027422" y="9841738"/>
                  </a:lnTo>
                  <a:close/>
                  <a:moveTo>
                    <a:pt x="4908931" y="9841738"/>
                  </a:moveTo>
                  <a:lnTo>
                    <a:pt x="4858131" y="9841738"/>
                  </a:lnTo>
                  <a:lnTo>
                    <a:pt x="4858131" y="9824847"/>
                  </a:lnTo>
                  <a:lnTo>
                    <a:pt x="4908931" y="9824847"/>
                  </a:lnTo>
                  <a:close/>
                  <a:moveTo>
                    <a:pt x="4790440" y="9824847"/>
                  </a:moveTo>
                  <a:lnTo>
                    <a:pt x="4739640" y="9824847"/>
                  </a:lnTo>
                  <a:lnTo>
                    <a:pt x="4739640" y="9807956"/>
                  </a:lnTo>
                  <a:lnTo>
                    <a:pt x="4790440" y="9807956"/>
                  </a:lnTo>
                  <a:close/>
                  <a:moveTo>
                    <a:pt x="4671949" y="9807956"/>
                  </a:moveTo>
                  <a:lnTo>
                    <a:pt x="4621149" y="9807956"/>
                  </a:lnTo>
                  <a:lnTo>
                    <a:pt x="4621149" y="9791065"/>
                  </a:lnTo>
                  <a:lnTo>
                    <a:pt x="4671949" y="9791065"/>
                  </a:lnTo>
                  <a:close/>
                  <a:moveTo>
                    <a:pt x="4553458" y="9791065"/>
                  </a:moveTo>
                  <a:lnTo>
                    <a:pt x="4502658" y="9791065"/>
                  </a:lnTo>
                  <a:lnTo>
                    <a:pt x="4502658" y="9774174"/>
                  </a:lnTo>
                  <a:lnTo>
                    <a:pt x="4553458" y="9774174"/>
                  </a:lnTo>
                  <a:close/>
                  <a:moveTo>
                    <a:pt x="4434967" y="9774174"/>
                  </a:moveTo>
                  <a:lnTo>
                    <a:pt x="4384167" y="9774174"/>
                  </a:lnTo>
                  <a:lnTo>
                    <a:pt x="4384167" y="9757283"/>
                  </a:lnTo>
                  <a:lnTo>
                    <a:pt x="4434967" y="9757283"/>
                  </a:lnTo>
                  <a:close/>
                  <a:moveTo>
                    <a:pt x="4316476" y="9757283"/>
                  </a:moveTo>
                  <a:lnTo>
                    <a:pt x="4265676" y="9757283"/>
                  </a:lnTo>
                  <a:lnTo>
                    <a:pt x="4265676" y="9740392"/>
                  </a:lnTo>
                  <a:lnTo>
                    <a:pt x="4316476" y="9740392"/>
                  </a:lnTo>
                  <a:close/>
                  <a:moveTo>
                    <a:pt x="4197985" y="9740392"/>
                  </a:moveTo>
                  <a:lnTo>
                    <a:pt x="4147185" y="9740392"/>
                  </a:lnTo>
                  <a:lnTo>
                    <a:pt x="4147185" y="9723501"/>
                  </a:lnTo>
                  <a:lnTo>
                    <a:pt x="4197985" y="9723501"/>
                  </a:lnTo>
                  <a:close/>
                  <a:moveTo>
                    <a:pt x="4079494" y="9723501"/>
                  </a:moveTo>
                  <a:lnTo>
                    <a:pt x="4028694" y="9723501"/>
                  </a:lnTo>
                  <a:lnTo>
                    <a:pt x="4028694" y="9706610"/>
                  </a:lnTo>
                  <a:lnTo>
                    <a:pt x="4079494" y="9706610"/>
                  </a:lnTo>
                  <a:close/>
                  <a:moveTo>
                    <a:pt x="3961003" y="9706610"/>
                  </a:moveTo>
                  <a:lnTo>
                    <a:pt x="3910203" y="9706610"/>
                  </a:lnTo>
                  <a:lnTo>
                    <a:pt x="3910203" y="9689719"/>
                  </a:lnTo>
                  <a:lnTo>
                    <a:pt x="3961003" y="9689719"/>
                  </a:lnTo>
                  <a:close/>
                  <a:moveTo>
                    <a:pt x="3842512" y="9689719"/>
                  </a:moveTo>
                  <a:lnTo>
                    <a:pt x="3791712" y="9689719"/>
                  </a:lnTo>
                  <a:lnTo>
                    <a:pt x="3791712" y="9672828"/>
                  </a:lnTo>
                  <a:lnTo>
                    <a:pt x="3842512" y="9672828"/>
                  </a:lnTo>
                  <a:close/>
                  <a:moveTo>
                    <a:pt x="3724021" y="9672828"/>
                  </a:moveTo>
                  <a:lnTo>
                    <a:pt x="3673221" y="9672828"/>
                  </a:lnTo>
                  <a:lnTo>
                    <a:pt x="3673221" y="9655937"/>
                  </a:lnTo>
                  <a:lnTo>
                    <a:pt x="3724021" y="9655937"/>
                  </a:lnTo>
                  <a:close/>
                  <a:moveTo>
                    <a:pt x="3605530" y="9655937"/>
                  </a:moveTo>
                  <a:lnTo>
                    <a:pt x="3554730" y="9655937"/>
                  </a:lnTo>
                  <a:lnTo>
                    <a:pt x="3554730" y="9639046"/>
                  </a:lnTo>
                  <a:lnTo>
                    <a:pt x="3605530" y="9639046"/>
                  </a:lnTo>
                  <a:close/>
                  <a:moveTo>
                    <a:pt x="3487039" y="9639046"/>
                  </a:moveTo>
                  <a:lnTo>
                    <a:pt x="3436239" y="9639046"/>
                  </a:lnTo>
                  <a:lnTo>
                    <a:pt x="3436239" y="9622155"/>
                  </a:lnTo>
                  <a:lnTo>
                    <a:pt x="3487039" y="9622155"/>
                  </a:lnTo>
                  <a:close/>
                  <a:moveTo>
                    <a:pt x="3368548" y="9622155"/>
                  </a:moveTo>
                  <a:lnTo>
                    <a:pt x="3317748" y="9622155"/>
                  </a:lnTo>
                  <a:lnTo>
                    <a:pt x="3317748" y="9605264"/>
                  </a:lnTo>
                  <a:lnTo>
                    <a:pt x="3368548" y="9605264"/>
                  </a:lnTo>
                  <a:close/>
                  <a:moveTo>
                    <a:pt x="3250057" y="9605264"/>
                  </a:moveTo>
                  <a:lnTo>
                    <a:pt x="3199257" y="9605264"/>
                  </a:lnTo>
                  <a:lnTo>
                    <a:pt x="3199257" y="9588373"/>
                  </a:lnTo>
                  <a:lnTo>
                    <a:pt x="3250057" y="9588373"/>
                  </a:lnTo>
                  <a:close/>
                  <a:moveTo>
                    <a:pt x="3131566" y="9588373"/>
                  </a:moveTo>
                  <a:lnTo>
                    <a:pt x="3080766" y="9588373"/>
                  </a:lnTo>
                  <a:lnTo>
                    <a:pt x="3080766" y="9571482"/>
                  </a:lnTo>
                  <a:lnTo>
                    <a:pt x="3131566" y="9571482"/>
                  </a:lnTo>
                  <a:close/>
                  <a:moveTo>
                    <a:pt x="3013075" y="9571482"/>
                  </a:moveTo>
                  <a:lnTo>
                    <a:pt x="2962275" y="9571482"/>
                  </a:lnTo>
                  <a:lnTo>
                    <a:pt x="2962275" y="9554591"/>
                  </a:lnTo>
                  <a:lnTo>
                    <a:pt x="3013075" y="9554591"/>
                  </a:lnTo>
                  <a:close/>
                  <a:moveTo>
                    <a:pt x="2894584" y="9554591"/>
                  </a:moveTo>
                  <a:lnTo>
                    <a:pt x="2843784" y="9554591"/>
                  </a:lnTo>
                  <a:lnTo>
                    <a:pt x="2843784" y="9537700"/>
                  </a:lnTo>
                  <a:lnTo>
                    <a:pt x="2894584" y="9537700"/>
                  </a:lnTo>
                  <a:close/>
                  <a:moveTo>
                    <a:pt x="2776093" y="9537700"/>
                  </a:moveTo>
                  <a:lnTo>
                    <a:pt x="2725293" y="9537700"/>
                  </a:lnTo>
                  <a:lnTo>
                    <a:pt x="2725293" y="9520809"/>
                  </a:lnTo>
                  <a:lnTo>
                    <a:pt x="2776093" y="9520809"/>
                  </a:lnTo>
                  <a:close/>
                  <a:moveTo>
                    <a:pt x="2657602" y="9520809"/>
                  </a:moveTo>
                  <a:lnTo>
                    <a:pt x="2606802" y="9520809"/>
                  </a:lnTo>
                  <a:lnTo>
                    <a:pt x="2606802" y="9503918"/>
                  </a:lnTo>
                  <a:lnTo>
                    <a:pt x="2657602" y="9503918"/>
                  </a:lnTo>
                  <a:close/>
                  <a:moveTo>
                    <a:pt x="2539111" y="9503918"/>
                  </a:moveTo>
                  <a:lnTo>
                    <a:pt x="2488311" y="9503918"/>
                  </a:lnTo>
                  <a:lnTo>
                    <a:pt x="2488311" y="9487027"/>
                  </a:lnTo>
                  <a:lnTo>
                    <a:pt x="2539111" y="9487027"/>
                  </a:lnTo>
                  <a:close/>
                  <a:moveTo>
                    <a:pt x="2420620" y="9487027"/>
                  </a:moveTo>
                  <a:lnTo>
                    <a:pt x="2369820" y="9487027"/>
                  </a:lnTo>
                  <a:lnTo>
                    <a:pt x="2369820" y="9470136"/>
                  </a:lnTo>
                  <a:lnTo>
                    <a:pt x="2420620" y="9470136"/>
                  </a:lnTo>
                  <a:close/>
                  <a:moveTo>
                    <a:pt x="2302129" y="9470136"/>
                  </a:moveTo>
                  <a:lnTo>
                    <a:pt x="2251329" y="9470136"/>
                  </a:lnTo>
                  <a:lnTo>
                    <a:pt x="2251329" y="9453245"/>
                  </a:lnTo>
                  <a:lnTo>
                    <a:pt x="2302129" y="9453245"/>
                  </a:lnTo>
                  <a:close/>
                  <a:moveTo>
                    <a:pt x="2183638" y="9453245"/>
                  </a:moveTo>
                  <a:lnTo>
                    <a:pt x="2132838" y="9453245"/>
                  </a:lnTo>
                  <a:lnTo>
                    <a:pt x="2132838" y="9436354"/>
                  </a:lnTo>
                  <a:lnTo>
                    <a:pt x="2183638" y="9436354"/>
                  </a:lnTo>
                  <a:close/>
                  <a:moveTo>
                    <a:pt x="2065147" y="9436354"/>
                  </a:moveTo>
                  <a:lnTo>
                    <a:pt x="2014347" y="9436354"/>
                  </a:lnTo>
                  <a:lnTo>
                    <a:pt x="2014347" y="9419463"/>
                  </a:lnTo>
                  <a:lnTo>
                    <a:pt x="2065147" y="9419463"/>
                  </a:lnTo>
                  <a:close/>
                  <a:moveTo>
                    <a:pt x="1946656" y="9419463"/>
                  </a:moveTo>
                  <a:lnTo>
                    <a:pt x="1895856" y="9419463"/>
                  </a:lnTo>
                  <a:lnTo>
                    <a:pt x="1895856" y="9402572"/>
                  </a:lnTo>
                  <a:lnTo>
                    <a:pt x="1946656" y="9402572"/>
                  </a:lnTo>
                  <a:close/>
                  <a:moveTo>
                    <a:pt x="1828165" y="9402572"/>
                  </a:moveTo>
                  <a:lnTo>
                    <a:pt x="1777365" y="9402572"/>
                  </a:lnTo>
                  <a:lnTo>
                    <a:pt x="1777365" y="9385681"/>
                  </a:lnTo>
                  <a:lnTo>
                    <a:pt x="1828165" y="9385681"/>
                  </a:lnTo>
                  <a:close/>
                  <a:moveTo>
                    <a:pt x="1709674" y="9385681"/>
                  </a:moveTo>
                  <a:lnTo>
                    <a:pt x="1658874" y="9385681"/>
                  </a:lnTo>
                  <a:lnTo>
                    <a:pt x="1658874" y="9368790"/>
                  </a:lnTo>
                  <a:lnTo>
                    <a:pt x="1709674" y="9368790"/>
                  </a:lnTo>
                  <a:close/>
                  <a:moveTo>
                    <a:pt x="1591183" y="9368790"/>
                  </a:moveTo>
                  <a:lnTo>
                    <a:pt x="1540383" y="9368790"/>
                  </a:lnTo>
                  <a:lnTo>
                    <a:pt x="1540383" y="9351899"/>
                  </a:lnTo>
                  <a:lnTo>
                    <a:pt x="1591183" y="9351899"/>
                  </a:lnTo>
                  <a:close/>
                  <a:moveTo>
                    <a:pt x="1472692" y="9351899"/>
                  </a:moveTo>
                  <a:lnTo>
                    <a:pt x="1421892" y="9351899"/>
                  </a:lnTo>
                  <a:lnTo>
                    <a:pt x="1421892" y="9335008"/>
                  </a:lnTo>
                  <a:lnTo>
                    <a:pt x="1472692" y="9335008"/>
                  </a:lnTo>
                  <a:close/>
                  <a:moveTo>
                    <a:pt x="1354201" y="9335008"/>
                  </a:moveTo>
                  <a:lnTo>
                    <a:pt x="1303401" y="9335008"/>
                  </a:lnTo>
                  <a:lnTo>
                    <a:pt x="1303401" y="9318117"/>
                  </a:lnTo>
                  <a:lnTo>
                    <a:pt x="1354201" y="9318117"/>
                  </a:lnTo>
                  <a:close/>
                  <a:moveTo>
                    <a:pt x="1235710" y="9318117"/>
                  </a:moveTo>
                  <a:lnTo>
                    <a:pt x="1184910" y="9318117"/>
                  </a:lnTo>
                  <a:lnTo>
                    <a:pt x="1184910" y="9301226"/>
                  </a:lnTo>
                  <a:lnTo>
                    <a:pt x="1235710" y="9301226"/>
                  </a:lnTo>
                  <a:close/>
                  <a:moveTo>
                    <a:pt x="1117219" y="9301226"/>
                  </a:moveTo>
                  <a:lnTo>
                    <a:pt x="1066419" y="9301226"/>
                  </a:lnTo>
                  <a:lnTo>
                    <a:pt x="1066419" y="9284335"/>
                  </a:lnTo>
                  <a:lnTo>
                    <a:pt x="1117219" y="9284335"/>
                  </a:lnTo>
                  <a:close/>
                  <a:moveTo>
                    <a:pt x="998728" y="9284335"/>
                  </a:moveTo>
                  <a:lnTo>
                    <a:pt x="947928" y="9284335"/>
                  </a:lnTo>
                  <a:lnTo>
                    <a:pt x="947928" y="9267444"/>
                  </a:lnTo>
                  <a:lnTo>
                    <a:pt x="998728" y="9267444"/>
                  </a:lnTo>
                  <a:close/>
                  <a:moveTo>
                    <a:pt x="880237" y="9267444"/>
                  </a:moveTo>
                  <a:lnTo>
                    <a:pt x="829437" y="9267444"/>
                  </a:lnTo>
                  <a:lnTo>
                    <a:pt x="829437" y="9250553"/>
                  </a:lnTo>
                  <a:lnTo>
                    <a:pt x="880237" y="9250553"/>
                  </a:lnTo>
                  <a:close/>
                  <a:moveTo>
                    <a:pt x="761746" y="9250553"/>
                  </a:moveTo>
                  <a:lnTo>
                    <a:pt x="710946" y="9250553"/>
                  </a:lnTo>
                  <a:lnTo>
                    <a:pt x="710946" y="9233662"/>
                  </a:lnTo>
                  <a:lnTo>
                    <a:pt x="761746" y="9233662"/>
                  </a:lnTo>
                  <a:close/>
                  <a:moveTo>
                    <a:pt x="643255" y="9233662"/>
                  </a:moveTo>
                  <a:lnTo>
                    <a:pt x="592455" y="9233662"/>
                  </a:lnTo>
                  <a:lnTo>
                    <a:pt x="592455" y="9216771"/>
                  </a:lnTo>
                  <a:lnTo>
                    <a:pt x="643255" y="9216771"/>
                  </a:lnTo>
                  <a:close/>
                  <a:moveTo>
                    <a:pt x="524764" y="9216771"/>
                  </a:moveTo>
                  <a:lnTo>
                    <a:pt x="473964" y="9216771"/>
                  </a:lnTo>
                  <a:lnTo>
                    <a:pt x="473964" y="9199880"/>
                  </a:lnTo>
                  <a:lnTo>
                    <a:pt x="524764" y="9199880"/>
                  </a:lnTo>
                  <a:close/>
                  <a:moveTo>
                    <a:pt x="406273" y="9199880"/>
                  </a:moveTo>
                  <a:lnTo>
                    <a:pt x="355473" y="9199880"/>
                  </a:lnTo>
                  <a:lnTo>
                    <a:pt x="355473" y="9182989"/>
                  </a:lnTo>
                  <a:lnTo>
                    <a:pt x="406273" y="9182989"/>
                  </a:lnTo>
                  <a:close/>
                  <a:moveTo>
                    <a:pt x="287782" y="9182989"/>
                  </a:moveTo>
                  <a:lnTo>
                    <a:pt x="236982" y="9182989"/>
                  </a:lnTo>
                  <a:lnTo>
                    <a:pt x="236982" y="9166098"/>
                  </a:lnTo>
                  <a:lnTo>
                    <a:pt x="287782" y="9166098"/>
                  </a:lnTo>
                  <a:close/>
                  <a:moveTo>
                    <a:pt x="169291" y="9166098"/>
                  </a:moveTo>
                  <a:lnTo>
                    <a:pt x="118491" y="9166098"/>
                  </a:lnTo>
                  <a:lnTo>
                    <a:pt x="118491" y="9149207"/>
                  </a:lnTo>
                  <a:lnTo>
                    <a:pt x="169291" y="9149207"/>
                  </a:lnTo>
                  <a:close/>
                  <a:moveTo>
                    <a:pt x="50800" y="9149207"/>
                  </a:moveTo>
                  <a:lnTo>
                    <a:pt x="0" y="9149207"/>
                  </a:lnTo>
                  <a:lnTo>
                    <a:pt x="0" y="9132316"/>
                  </a:lnTo>
                  <a:lnTo>
                    <a:pt x="50800" y="9132316"/>
                  </a:lnTo>
                  <a:close/>
                  <a:moveTo>
                    <a:pt x="20193" y="10379075"/>
                  </a:moveTo>
                  <a:lnTo>
                    <a:pt x="20193" y="10328275"/>
                  </a:lnTo>
                  <a:lnTo>
                    <a:pt x="37084" y="10328275"/>
                  </a:lnTo>
                  <a:lnTo>
                    <a:pt x="37084" y="10379075"/>
                  </a:lnTo>
                  <a:close/>
                  <a:moveTo>
                    <a:pt x="37084" y="10260584"/>
                  </a:moveTo>
                  <a:lnTo>
                    <a:pt x="37084" y="10209784"/>
                  </a:lnTo>
                  <a:lnTo>
                    <a:pt x="37084" y="10260584"/>
                  </a:lnTo>
                  <a:close/>
                  <a:moveTo>
                    <a:pt x="37084" y="10142093"/>
                  </a:moveTo>
                  <a:lnTo>
                    <a:pt x="37084" y="10091293"/>
                  </a:lnTo>
                  <a:lnTo>
                    <a:pt x="37084" y="10142093"/>
                  </a:lnTo>
                  <a:close/>
                  <a:moveTo>
                    <a:pt x="37084" y="10023602"/>
                  </a:moveTo>
                  <a:lnTo>
                    <a:pt x="37084" y="9972802"/>
                  </a:lnTo>
                  <a:lnTo>
                    <a:pt x="37084" y="10023602"/>
                  </a:lnTo>
                  <a:close/>
                  <a:moveTo>
                    <a:pt x="37084" y="9905111"/>
                  </a:moveTo>
                  <a:lnTo>
                    <a:pt x="37084" y="9854311"/>
                  </a:lnTo>
                  <a:lnTo>
                    <a:pt x="37084" y="9905111"/>
                  </a:lnTo>
                  <a:close/>
                  <a:moveTo>
                    <a:pt x="37084" y="9786620"/>
                  </a:moveTo>
                  <a:lnTo>
                    <a:pt x="37084" y="9735820"/>
                  </a:lnTo>
                  <a:lnTo>
                    <a:pt x="37084" y="9786620"/>
                  </a:lnTo>
                  <a:close/>
                  <a:moveTo>
                    <a:pt x="37084" y="9668129"/>
                  </a:moveTo>
                  <a:lnTo>
                    <a:pt x="37084" y="9617329"/>
                  </a:lnTo>
                  <a:lnTo>
                    <a:pt x="37084" y="9668129"/>
                  </a:lnTo>
                  <a:close/>
                  <a:moveTo>
                    <a:pt x="37084" y="9549638"/>
                  </a:moveTo>
                  <a:lnTo>
                    <a:pt x="37084" y="9498838"/>
                  </a:lnTo>
                  <a:lnTo>
                    <a:pt x="37084" y="9549638"/>
                  </a:lnTo>
                  <a:close/>
                  <a:moveTo>
                    <a:pt x="37084" y="9431147"/>
                  </a:moveTo>
                  <a:lnTo>
                    <a:pt x="37084" y="9380347"/>
                  </a:lnTo>
                  <a:lnTo>
                    <a:pt x="37084" y="9431147"/>
                  </a:lnTo>
                  <a:close/>
                  <a:moveTo>
                    <a:pt x="37084" y="9312656"/>
                  </a:moveTo>
                  <a:lnTo>
                    <a:pt x="37084" y="9261856"/>
                  </a:lnTo>
                  <a:lnTo>
                    <a:pt x="37084" y="9312656"/>
                  </a:lnTo>
                  <a:close/>
                  <a:moveTo>
                    <a:pt x="37084" y="9194165"/>
                  </a:moveTo>
                  <a:lnTo>
                    <a:pt x="37084" y="9143365"/>
                  </a:lnTo>
                  <a:lnTo>
                    <a:pt x="37084" y="9194165"/>
                  </a:lnTo>
                  <a:close/>
                  <a:moveTo>
                    <a:pt x="37084" y="9075674"/>
                  </a:moveTo>
                  <a:lnTo>
                    <a:pt x="37084" y="9024874"/>
                  </a:lnTo>
                  <a:lnTo>
                    <a:pt x="37084" y="9075674"/>
                  </a:lnTo>
                  <a:close/>
                  <a:moveTo>
                    <a:pt x="37084" y="8957183"/>
                  </a:moveTo>
                  <a:lnTo>
                    <a:pt x="37084" y="8906383"/>
                  </a:lnTo>
                  <a:lnTo>
                    <a:pt x="37084" y="8957183"/>
                  </a:lnTo>
                  <a:close/>
                  <a:moveTo>
                    <a:pt x="37084" y="8838692"/>
                  </a:moveTo>
                  <a:lnTo>
                    <a:pt x="37084" y="8787892"/>
                  </a:lnTo>
                  <a:lnTo>
                    <a:pt x="37084" y="8838692"/>
                  </a:lnTo>
                  <a:close/>
                  <a:moveTo>
                    <a:pt x="37084" y="8720201"/>
                  </a:moveTo>
                  <a:lnTo>
                    <a:pt x="37084" y="8669401"/>
                  </a:lnTo>
                  <a:lnTo>
                    <a:pt x="37084" y="8720201"/>
                  </a:lnTo>
                  <a:close/>
                  <a:moveTo>
                    <a:pt x="37084" y="8601710"/>
                  </a:moveTo>
                  <a:lnTo>
                    <a:pt x="37084" y="8550910"/>
                  </a:lnTo>
                  <a:lnTo>
                    <a:pt x="37084" y="8601710"/>
                  </a:lnTo>
                  <a:close/>
                  <a:moveTo>
                    <a:pt x="37084" y="8483219"/>
                  </a:moveTo>
                  <a:lnTo>
                    <a:pt x="37084" y="8432419"/>
                  </a:lnTo>
                  <a:lnTo>
                    <a:pt x="37084" y="8483219"/>
                  </a:lnTo>
                  <a:close/>
                  <a:moveTo>
                    <a:pt x="37084" y="8364728"/>
                  </a:moveTo>
                  <a:lnTo>
                    <a:pt x="37084" y="8313928"/>
                  </a:lnTo>
                  <a:lnTo>
                    <a:pt x="37084" y="8364728"/>
                  </a:lnTo>
                  <a:close/>
                  <a:moveTo>
                    <a:pt x="37084" y="8246237"/>
                  </a:moveTo>
                  <a:lnTo>
                    <a:pt x="37084" y="8195437"/>
                  </a:lnTo>
                  <a:lnTo>
                    <a:pt x="37084" y="8246237"/>
                  </a:lnTo>
                  <a:close/>
                  <a:moveTo>
                    <a:pt x="37084" y="8127746"/>
                  </a:moveTo>
                  <a:lnTo>
                    <a:pt x="37084" y="8076946"/>
                  </a:lnTo>
                  <a:lnTo>
                    <a:pt x="37084" y="8127746"/>
                  </a:lnTo>
                  <a:close/>
                  <a:moveTo>
                    <a:pt x="37084" y="8009255"/>
                  </a:moveTo>
                  <a:lnTo>
                    <a:pt x="37084" y="7958455"/>
                  </a:lnTo>
                  <a:lnTo>
                    <a:pt x="37084" y="8009255"/>
                  </a:lnTo>
                  <a:close/>
                  <a:moveTo>
                    <a:pt x="37084" y="7890764"/>
                  </a:moveTo>
                  <a:lnTo>
                    <a:pt x="37084" y="7839964"/>
                  </a:lnTo>
                  <a:lnTo>
                    <a:pt x="37084" y="7890764"/>
                  </a:lnTo>
                  <a:close/>
                  <a:moveTo>
                    <a:pt x="37084" y="7772273"/>
                  </a:moveTo>
                  <a:lnTo>
                    <a:pt x="37084" y="7721473"/>
                  </a:lnTo>
                  <a:lnTo>
                    <a:pt x="37084" y="7772273"/>
                  </a:lnTo>
                  <a:close/>
                  <a:moveTo>
                    <a:pt x="37084" y="7653782"/>
                  </a:moveTo>
                  <a:lnTo>
                    <a:pt x="37084" y="7602982"/>
                  </a:lnTo>
                  <a:lnTo>
                    <a:pt x="37084" y="7653782"/>
                  </a:lnTo>
                  <a:close/>
                  <a:moveTo>
                    <a:pt x="37084" y="7535291"/>
                  </a:moveTo>
                  <a:lnTo>
                    <a:pt x="37084" y="7484491"/>
                  </a:lnTo>
                  <a:lnTo>
                    <a:pt x="37084" y="7535291"/>
                  </a:lnTo>
                  <a:close/>
                  <a:moveTo>
                    <a:pt x="37084" y="7416800"/>
                  </a:moveTo>
                  <a:lnTo>
                    <a:pt x="37084" y="7366000"/>
                  </a:lnTo>
                  <a:lnTo>
                    <a:pt x="37084" y="7416800"/>
                  </a:lnTo>
                  <a:close/>
                  <a:moveTo>
                    <a:pt x="37084" y="7298309"/>
                  </a:moveTo>
                  <a:lnTo>
                    <a:pt x="37084" y="7247509"/>
                  </a:lnTo>
                  <a:lnTo>
                    <a:pt x="37084" y="7298309"/>
                  </a:lnTo>
                  <a:close/>
                  <a:moveTo>
                    <a:pt x="37084" y="7179818"/>
                  </a:moveTo>
                  <a:lnTo>
                    <a:pt x="37084" y="7129018"/>
                  </a:lnTo>
                  <a:lnTo>
                    <a:pt x="37084" y="7179818"/>
                  </a:lnTo>
                  <a:close/>
                  <a:moveTo>
                    <a:pt x="37084" y="7061327"/>
                  </a:moveTo>
                  <a:lnTo>
                    <a:pt x="37084" y="7010527"/>
                  </a:lnTo>
                  <a:lnTo>
                    <a:pt x="37084" y="7061327"/>
                  </a:lnTo>
                  <a:close/>
                  <a:moveTo>
                    <a:pt x="37084" y="6942836"/>
                  </a:moveTo>
                  <a:lnTo>
                    <a:pt x="37084" y="6892036"/>
                  </a:lnTo>
                  <a:lnTo>
                    <a:pt x="37084" y="6942836"/>
                  </a:lnTo>
                  <a:close/>
                  <a:moveTo>
                    <a:pt x="37084" y="6824345"/>
                  </a:moveTo>
                  <a:lnTo>
                    <a:pt x="37084" y="6773545"/>
                  </a:lnTo>
                  <a:lnTo>
                    <a:pt x="37084" y="6824345"/>
                  </a:lnTo>
                  <a:close/>
                  <a:moveTo>
                    <a:pt x="37084" y="6705854"/>
                  </a:moveTo>
                  <a:lnTo>
                    <a:pt x="37084" y="6655054"/>
                  </a:lnTo>
                  <a:lnTo>
                    <a:pt x="37084" y="6705854"/>
                  </a:lnTo>
                  <a:close/>
                  <a:moveTo>
                    <a:pt x="37084" y="6587363"/>
                  </a:moveTo>
                  <a:lnTo>
                    <a:pt x="37084" y="6536563"/>
                  </a:lnTo>
                  <a:lnTo>
                    <a:pt x="37084" y="6587363"/>
                  </a:lnTo>
                  <a:close/>
                  <a:moveTo>
                    <a:pt x="37084" y="6468872"/>
                  </a:moveTo>
                  <a:lnTo>
                    <a:pt x="37084" y="6418072"/>
                  </a:lnTo>
                  <a:lnTo>
                    <a:pt x="37084" y="6468872"/>
                  </a:lnTo>
                  <a:close/>
                  <a:moveTo>
                    <a:pt x="37084" y="6350381"/>
                  </a:moveTo>
                  <a:lnTo>
                    <a:pt x="37084" y="6299581"/>
                  </a:lnTo>
                  <a:lnTo>
                    <a:pt x="37084" y="6350381"/>
                  </a:lnTo>
                  <a:close/>
                  <a:moveTo>
                    <a:pt x="37084" y="6231890"/>
                  </a:moveTo>
                  <a:lnTo>
                    <a:pt x="37084" y="6181090"/>
                  </a:lnTo>
                  <a:lnTo>
                    <a:pt x="37084" y="6231890"/>
                  </a:lnTo>
                  <a:close/>
                  <a:moveTo>
                    <a:pt x="37084" y="6113399"/>
                  </a:moveTo>
                  <a:lnTo>
                    <a:pt x="37084" y="6062599"/>
                  </a:lnTo>
                  <a:lnTo>
                    <a:pt x="37084" y="6113399"/>
                  </a:lnTo>
                  <a:close/>
                  <a:moveTo>
                    <a:pt x="37084" y="5994908"/>
                  </a:moveTo>
                  <a:lnTo>
                    <a:pt x="37084" y="5944108"/>
                  </a:lnTo>
                  <a:lnTo>
                    <a:pt x="37084" y="5994908"/>
                  </a:lnTo>
                  <a:close/>
                  <a:moveTo>
                    <a:pt x="37084" y="5876417"/>
                  </a:moveTo>
                  <a:lnTo>
                    <a:pt x="37084" y="5825617"/>
                  </a:lnTo>
                  <a:lnTo>
                    <a:pt x="37084" y="5876417"/>
                  </a:lnTo>
                  <a:close/>
                  <a:moveTo>
                    <a:pt x="37084" y="5757926"/>
                  </a:moveTo>
                  <a:lnTo>
                    <a:pt x="37084" y="5707126"/>
                  </a:lnTo>
                  <a:lnTo>
                    <a:pt x="37084" y="5757926"/>
                  </a:lnTo>
                  <a:close/>
                  <a:moveTo>
                    <a:pt x="37084" y="5639435"/>
                  </a:moveTo>
                  <a:lnTo>
                    <a:pt x="37084" y="5588635"/>
                  </a:lnTo>
                  <a:lnTo>
                    <a:pt x="37084" y="5639435"/>
                  </a:lnTo>
                  <a:close/>
                  <a:moveTo>
                    <a:pt x="37084" y="5520944"/>
                  </a:moveTo>
                  <a:lnTo>
                    <a:pt x="37084" y="5470144"/>
                  </a:lnTo>
                  <a:lnTo>
                    <a:pt x="37084" y="5520944"/>
                  </a:lnTo>
                  <a:close/>
                  <a:moveTo>
                    <a:pt x="37084" y="5402453"/>
                  </a:moveTo>
                  <a:lnTo>
                    <a:pt x="37084" y="5351653"/>
                  </a:lnTo>
                  <a:lnTo>
                    <a:pt x="37084" y="5402453"/>
                  </a:lnTo>
                  <a:close/>
                  <a:moveTo>
                    <a:pt x="37084" y="5283962"/>
                  </a:moveTo>
                  <a:lnTo>
                    <a:pt x="37084" y="5233162"/>
                  </a:lnTo>
                  <a:lnTo>
                    <a:pt x="37084" y="5283962"/>
                  </a:lnTo>
                  <a:close/>
                  <a:moveTo>
                    <a:pt x="37084" y="5165471"/>
                  </a:moveTo>
                  <a:lnTo>
                    <a:pt x="37084" y="5114671"/>
                  </a:lnTo>
                  <a:lnTo>
                    <a:pt x="37084" y="5165471"/>
                  </a:lnTo>
                  <a:close/>
                  <a:moveTo>
                    <a:pt x="37084" y="5046980"/>
                  </a:moveTo>
                  <a:lnTo>
                    <a:pt x="37084" y="4996180"/>
                  </a:lnTo>
                  <a:lnTo>
                    <a:pt x="37084" y="5046980"/>
                  </a:lnTo>
                  <a:close/>
                  <a:moveTo>
                    <a:pt x="37084" y="4928489"/>
                  </a:moveTo>
                  <a:lnTo>
                    <a:pt x="37084" y="4877689"/>
                  </a:lnTo>
                  <a:lnTo>
                    <a:pt x="37084" y="4928489"/>
                  </a:lnTo>
                  <a:close/>
                  <a:moveTo>
                    <a:pt x="37084" y="4809998"/>
                  </a:moveTo>
                  <a:lnTo>
                    <a:pt x="37084" y="4759198"/>
                  </a:lnTo>
                  <a:lnTo>
                    <a:pt x="37084" y="4809998"/>
                  </a:lnTo>
                  <a:close/>
                  <a:moveTo>
                    <a:pt x="37084" y="4691507"/>
                  </a:moveTo>
                  <a:lnTo>
                    <a:pt x="37084" y="4640707"/>
                  </a:lnTo>
                  <a:lnTo>
                    <a:pt x="37084" y="4691507"/>
                  </a:lnTo>
                  <a:close/>
                  <a:moveTo>
                    <a:pt x="37084" y="4573016"/>
                  </a:moveTo>
                  <a:lnTo>
                    <a:pt x="37084" y="4522216"/>
                  </a:lnTo>
                  <a:lnTo>
                    <a:pt x="37084" y="4573016"/>
                  </a:lnTo>
                  <a:close/>
                  <a:moveTo>
                    <a:pt x="37084" y="4454525"/>
                  </a:moveTo>
                  <a:lnTo>
                    <a:pt x="37084" y="4403725"/>
                  </a:lnTo>
                  <a:lnTo>
                    <a:pt x="37084" y="4454525"/>
                  </a:lnTo>
                  <a:close/>
                  <a:moveTo>
                    <a:pt x="37084" y="4336034"/>
                  </a:moveTo>
                  <a:lnTo>
                    <a:pt x="37084" y="4285234"/>
                  </a:lnTo>
                  <a:lnTo>
                    <a:pt x="37084" y="4336034"/>
                  </a:lnTo>
                  <a:close/>
                  <a:moveTo>
                    <a:pt x="37084" y="4217543"/>
                  </a:moveTo>
                  <a:lnTo>
                    <a:pt x="37084" y="4166743"/>
                  </a:lnTo>
                  <a:lnTo>
                    <a:pt x="37084" y="4217543"/>
                  </a:lnTo>
                  <a:close/>
                  <a:moveTo>
                    <a:pt x="37084" y="4099052"/>
                  </a:moveTo>
                  <a:lnTo>
                    <a:pt x="37084" y="4048252"/>
                  </a:lnTo>
                  <a:lnTo>
                    <a:pt x="37084" y="4099052"/>
                  </a:lnTo>
                  <a:close/>
                  <a:moveTo>
                    <a:pt x="37084" y="3980561"/>
                  </a:moveTo>
                  <a:lnTo>
                    <a:pt x="37084" y="3929761"/>
                  </a:lnTo>
                  <a:lnTo>
                    <a:pt x="37084" y="3980561"/>
                  </a:lnTo>
                  <a:close/>
                  <a:moveTo>
                    <a:pt x="37084" y="3862070"/>
                  </a:moveTo>
                  <a:lnTo>
                    <a:pt x="37084" y="3811270"/>
                  </a:lnTo>
                  <a:lnTo>
                    <a:pt x="37084" y="3862070"/>
                  </a:lnTo>
                  <a:close/>
                  <a:moveTo>
                    <a:pt x="37084" y="3743579"/>
                  </a:moveTo>
                  <a:lnTo>
                    <a:pt x="37084" y="3692779"/>
                  </a:lnTo>
                  <a:lnTo>
                    <a:pt x="37084" y="3743579"/>
                  </a:lnTo>
                  <a:close/>
                  <a:moveTo>
                    <a:pt x="37084" y="3625088"/>
                  </a:moveTo>
                  <a:lnTo>
                    <a:pt x="37084" y="3574288"/>
                  </a:lnTo>
                  <a:lnTo>
                    <a:pt x="37084" y="3625088"/>
                  </a:lnTo>
                  <a:close/>
                  <a:moveTo>
                    <a:pt x="37084" y="3506597"/>
                  </a:moveTo>
                  <a:lnTo>
                    <a:pt x="37084" y="3455797"/>
                  </a:lnTo>
                  <a:lnTo>
                    <a:pt x="37084" y="3506597"/>
                  </a:lnTo>
                  <a:close/>
                  <a:moveTo>
                    <a:pt x="37084" y="3388106"/>
                  </a:moveTo>
                  <a:lnTo>
                    <a:pt x="37084" y="3337306"/>
                  </a:lnTo>
                  <a:lnTo>
                    <a:pt x="37084" y="3388106"/>
                  </a:lnTo>
                  <a:close/>
                  <a:moveTo>
                    <a:pt x="37084" y="3269615"/>
                  </a:moveTo>
                  <a:lnTo>
                    <a:pt x="37084" y="3218815"/>
                  </a:lnTo>
                  <a:lnTo>
                    <a:pt x="37084" y="3269615"/>
                  </a:lnTo>
                  <a:close/>
                  <a:moveTo>
                    <a:pt x="37084" y="3151124"/>
                  </a:moveTo>
                  <a:lnTo>
                    <a:pt x="37084" y="3100324"/>
                  </a:lnTo>
                  <a:lnTo>
                    <a:pt x="37084" y="3151124"/>
                  </a:lnTo>
                  <a:close/>
                  <a:moveTo>
                    <a:pt x="37084" y="3032633"/>
                  </a:moveTo>
                  <a:lnTo>
                    <a:pt x="37084" y="2981833"/>
                  </a:lnTo>
                  <a:lnTo>
                    <a:pt x="37084" y="3032633"/>
                  </a:lnTo>
                  <a:close/>
                  <a:moveTo>
                    <a:pt x="37084" y="2914142"/>
                  </a:moveTo>
                  <a:lnTo>
                    <a:pt x="37084" y="2863342"/>
                  </a:lnTo>
                  <a:lnTo>
                    <a:pt x="37084" y="2914142"/>
                  </a:lnTo>
                  <a:close/>
                  <a:moveTo>
                    <a:pt x="37084" y="2795651"/>
                  </a:moveTo>
                  <a:lnTo>
                    <a:pt x="37084" y="2744851"/>
                  </a:lnTo>
                  <a:lnTo>
                    <a:pt x="37084" y="2795651"/>
                  </a:lnTo>
                  <a:close/>
                  <a:moveTo>
                    <a:pt x="37084" y="2677160"/>
                  </a:moveTo>
                  <a:lnTo>
                    <a:pt x="37084" y="2626360"/>
                  </a:lnTo>
                  <a:lnTo>
                    <a:pt x="37084" y="2677160"/>
                  </a:lnTo>
                  <a:close/>
                  <a:moveTo>
                    <a:pt x="37084" y="2558669"/>
                  </a:moveTo>
                  <a:lnTo>
                    <a:pt x="37084" y="2507869"/>
                  </a:lnTo>
                  <a:lnTo>
                    <a:pt x="37084" y="2558669"/>
                  </a:lnTo>
                  <a:close/>
                  <a:moveTo>
                    <a:pt x="37084" y="2440178"/>
                  </a:moveTo>
                  <a:lnTo>
                    <a:pt x="37084" y="2389378"/>
                  </a:lnTo>
                  <a:lnTo>
                    <a:pt x="37084" y="2440178"/>
                  </a:lnTo>
                  <a:close/>
                  <a:moveTo>
                    <a:pt x="37084" y="2321687"/>
                  </a:moveTo>
                  <a:lnTo>
                    <a:pt x="37084" y="2270887"/>
                  </a:lnTo>
                  <a:lnTo>
                    <a:pt x="37084" y="2321687"/>
                  </a:lnTo>
                  <a:close/>
                  <a:moveTo>
                    <a:pt x="37084" y="2203196"/>
                  </a:moveTo>
                  <a:lnTo>
                    <a:pt x="37084" y="2152396"/>
                  </a:lnTo>
                  <a:lnTo>
                    <a:pt x="37084" y="2203196"/>
                  </a:lnTo>
                  <a:close/>
                  <a:moveTo>
                    <a:pt x="37084" y="2084705"/>
                  </a:moveTo>
                  <a:lnTo>
                    <a:pt x="37084" y="2033905"/>
                  </a:lnTo>
                  <a:lnTo>
                    <a:pt x="37084" y="2084705"/>
                  </a:lnTo>
                  <a:close/>
                  <a:moveTo>
                    <a:pt x="37084" y="1966214"/>
                  </a:moveTo>
                  <a:lnTo>
                    <a:pt x="37084" y="1915414"/>
                  </a:lnTo>
                  <a:lnTo>
                    <a:pt x="37084" y="1966214"/>
                  </a:lnTo>
                  <a:close/>
                  <a:moveTo>
                    <a:pt x="37084" y="1847723"/>
                  </a:moveTo>
                  <a:lnTo>
                    <a:pt x="37084" y="1796923"/>
                  </a:lnTo>
                  <a:lnTo>
                    <a:pt x="37084" y="1847723"/>
                  </a:lnTo>
                  <a:close/>
                  <a:moveTo>
                    <a:pt x="37084" y="1729232"/>
                  </a:moveTo>
                  <a:lnTo>
                    <a:pt x="37084" y="1678432"/>
                  </a:lnTo>
                  <a:lnTo>
                    <a:pt x="37084" y="1729232"/>
                  </a:lnTo>
                  <a:close/>
                  <a:moveTo>
                    <a:pt x="37084" y="1610741"/>
                  </a:moveTo>
                  <a:lnTo>
                    <a:pt x="37084" y="1559941"/>
                  </a:lnTo>
                  <a:lnTo>
                    <a:pt x="37084" y="1610741"/>
                  </a:lnTo>
                  <a:close/>
                  <a:moveTo>
                    <a:pt x="37084" y="1492250"/>
                  </a:moveTo>
                  <a:lnTo>
                    <a:pt x="37084" y="1441450"/>
                  </a:lnTo>
                  <a:lnTo>
                    <a:pt x="37084" y="1492250"/>
                  </a:lnTo>
                  <a:close/>
                  <a:moveTo>
                    <a:pt x="37084" y="1373759"/>
                  </a:moveTo>
                  <a:lnTo>
                    <a:pt x="37084" y="1322959"/>
                  </a:lnTo>
                  <a:lnTo>
                    <a:pt x="37084" y="1373759"/>
                  </a:lnTo>
                  <a:close/>
                  <a:moveTo>
                    <a:pt x="37084" y="1255268"/>
                  </a:moveTo>
                  <a:lnTo>
                    <a:pt x="37084" y="1204468"/>
                  </a:lnTo>
                  <a:lnTo>
                    <a:pt x="37084" y="1255268"/>
                  </a:lnTo>
                  <a:close/>
                  <a:moveTo>
                    <a:pt x="37084" y="1136777"/>
                  </a:moveTo>
                  <a:lnTo>
                    <a:pt x="37084" y="1085977"/>
                  </a:lnTo>
                  <a:lnTo>
                    <a:pt x="37084" y="1136777"/>
                  </a:lnTo>
                  <a:close/>
                  <a:moveTo>
                    <a:pt x="37084" y="1018286"/>
                  </a:moveTo>
                  <a:lnTo>
                    <a:pt x="37084" y="967486"/>
                  </a:lnTo>
                  <a:lnTo>
                    <a:pt x="37084" y="1018286"/>
                  </a:lnTo>
                  <a:close/>
                  <a:moveTo>
                    <a:pt x="37084" y="899795"/>
                  </a:moveTo>
                  <a:lnTo>
                    <a:pt x="37084" y="848995"/>
                  </a:lnTo>
                  <a:lnTo>
                    <a:pt x="37084" y="899795"/>
                  </a:lnTo>
                  <a:close/>
                  <a:moveTo>
                    <a:pt x="37084" y="781304"/>
                  </a:moveTo>
                  <a:lnTo>
                    <a:pt x="37084" y="730504"/>
                  </a:lnTo>
                  <a:lnTo>
                    <a:pt x="37084" y="781304"/>
                  </a:lnTo>
                  <a:close/>
                  <a:moveTo>
                    <a:pt x="37084" y="662813"/>
                  </a:moveTo>
                  <a:lnTo>
                    <a:pt x="37084" y="612013"/>
                  </a:lnTo>
                  <a:lnTo>
                    <a:pt x="37084" y="662813"/>
                  </a:lnTo>
                  <a:close/>
                  <a:moveTo>
                    <a:pt x="37084" y="544322"/>
                  </a:moveTo>
                  <a:lnTo>
                    <a:pt x="37084" y="493522"/>
                  </a:lnTo>
                  <a:lnTo>
                    <a:pt x="37084" y="544322"/>
                  </a:lnTo>
                  <a:close/>
                  <a:moveTo>
                    <a:pt x="37084" y="425831"/>
                  </a:moveTo>
                  <a:lnTo>
                    <a:pt x="37084" y="375031"/>
                  </a:lnTo>
                  <a:lnTo>
                    <a:pt x="37084" y="425831"/>
                  </a:lnTo>
                  <a:close/>
                  <a:moveTo>
                    <a:pt x="37084" y="307340"/>
                  </a:moveTo>
                  <a:lnTo>
                    <a:pt x="37084" y="256540"/>
                  </a:lnTo>
                  <a:lnTo>
                    <a:pt x="37084" y="307340"/>
                  </a:lnTo>
                  <a:close/>
                  <a:moveTo>
                    <a:pt x="37084" y="188849"/>
                  </a:moveTo>
                  <a:lnTo>
                    <a:pt x="37084" y="138049"/>
                  </a:lnTo>
                  <a:lnTo>
                    <a:pt x="37084" y="188849"/>
                  </a:lnTo>
                  <a:close/>
                  <a:moveTo>
                    <a:pt x="20193" y="66675"/>
                  </a:moveTo>
                  <a:lnTo>
                    <a:pt x="20193" y="15875"/>
                  </a:lnTo>
                  <a:lnTo>
                    <a:pt x="37084" y="15875"/>
                  </a:lnTo>
                  <a:lnTo>
                    <a:pt x="37084" y="66675"/>
                  </a:lnTo>
                  <a:close/>
                  <a:moveTo>
                    <a:pt x="28702" y="0"/>
                  </a:moveTo>
                  <a:lnTo>
                    <a:pt x="79502" y="0"/>
                  </a:lnTo>
                  <a:lnTo>
                    <a:pt x="79502" y="16891"/>
                  </a:lnTo>
                  <a:lnTo>
                    <a:pt x="28702" y="16891"/>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322" name="Group 62"/>
          <p:cNvGrpSpPr/>
          <p:nvPr/>
        </p:nvGrpSpPr>
        <p:grpSpPr>
          <a:xfrm>
            <a:off x="542160" y="9777600"/>
            <a:ext cx="17202960" cy="378000"/>
            <a:chOff x="542160" y="9777600"/>
            <a:chExt cx="17202960" cy="378000"/>
          </a:xfrm>
        </p:grpSpPr>
        <p:sp>
          <p:nvSpPr>
            <p:cNvPr id="1323" name="Freeform 63"/>
            <p:cNvSpPr/>
            <p:nvPr/>
          </p:nvSpPr>
          <p:spPr>
            <a:xfrm>
              <a:off x="548640" y="9784080"/>
              <a:ext cx="17190360" cy="365400"/>
            </a:xfrm>
            <a:custGeom>
              <a:avLst/>
              <a:gdLst>
                <a:gd name="textAreaLeft" fmla="*/ 0 w 17190360"/>
                <a:gd name="textAreaRight" fmla="*/ 17190720 w 17190360"/>
                <a:gd name="textAreaTop" fmla="*/ 0 h 365400"/>
                <a:gd name="textAreaBottom" fmla="*/ 365760 h 365400"/>
              </a:gdLst>
              <a:ahLst/>
              <a:rect l="textAreaLeft" t="textAreaTop" r="textAreaRight" b="textAreaBottom"/>
              <a:pathLst>
                <a:path w="22920961" h="487680">
                  <a:moveTo>
                    <a:pt x="0" y="0"/>
                  </a:moveTo>
                  <a:lnTo>
                    <a:pt x="22920961" y="0"/>
                  </a:lnTo>
                  <a:lnTo>
                    <a:pt x="22920961" y="487680"/>
                  </a:lnTo>
                  <a:lnTo>
                    <a:pt x="0" y="487680"/>
                  </a:lnTo>
                  <a:close/>
                </a:path>
              </a:pathLst>
            </a:custGeom>
            <a:solidFill>
              <a:srgbClr val="fde8e8"/>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24" name="Freeform 64"/>
            <p:cNvSpPr/>
            <p:nvPr/>
          </p:nvSpPr>
          <p:spPr>
            <a:xfrm>
              <a:off x="542160" y="9777600"/>
              <a:ext cx="17202960" cy="378000"/>
            </a:xfrm>
            <a:custGeom>
              <a:avLst/>
              <a:gdLst>
                <a:gd name="textAreaLeft" fmla="*/ 0 w 17202960"/>
                <a:gd name="textAreaRight" fmla="*/ 17203320 w 17202960"/>
                <a:gd name="textAreaTop" fmla="*/ 0 h 378000"/>
                <a:gd name="textAreaBottom" fmla="*/ 378360 h 378000"/>
              </a:gdLst>
              <a:ahLst/>
              <a:rect l="textAreaLeft" t="textAreaTop" r="textAreaRight" b="textAreaBottom"/>
              <a:pathLst>
                <a:path w="22937978" h="504698">
                  <a:moveTo>
                    <a:pt x="8509" y="0"/>
                  </a:moveTo>
                  <a:lnTo>
                    <a:pt x="22929470" y="0"/>
                  </a:lnTo>
                  <a:cubicBezTo>
                    <a:pt x="22934169" y="0"/>
                    <a:pt x="22937978" y="3810"/>
                    <a:pt x="22937978" y="8509"/>
                  </a:cubicBezTo>
                  <a:lnTo>
                    <a:pt x="22937978" y="496189"/>
                  </a:lnTo>
                  <a:cubicBezTo>
                    <a:pt x="22937978" y="500888"/>
                    <a:pt x="22934169" y="504698"/>
                    <a:pt x="22929470" y="504698"/>
                  </a:cubicBezTo>
                  <a:lnTo>
                    <a:pt x="8509" y="504698"/>
                  </a:lnTo>
                  <a:cubicBezTo>
                    <a:pt x="3810" y="504698"/>
                    <a:pt x="0" y="500888"/>
                    <a:pt x="0" y="496189"/>
                  </a:cubicBezTo>
                  <a:lnTo>
                    <a:pt x="0" y="8509"/>
                  </a:lnTo>
                  <a:cubicBezTo>
                    <a:pt x="0" y="3810"/>
                    <a:pt x="3810" y="0"/>
                    <a:pt x="8509" y="0"/>
                  </a:cubicBezTo>
                  <a:moveTo>
                    <a:pt x="8509" y="16891"/>
                  </a:moveTo>
                  <a:lnTo>
                    <a:pt x="8509" y="8509"/>
                  </a:lnTo>
                  <a:lnTo>
                    <a:pt x="17018" y="8509"/>
                  </a:lnTo>
                  <a:lnTo>
                    <a:pt x="17018" y="496189"/>
                  </a:lnTo>
                  <a:lnTo>
                    <a:pt x="8509" y="496189"/>
                  </a:lnTo>
                  <a:lnTo>
                    <a:pt x="8509" y="487680"/>
                  </a:lnTo>
                  <a:lnTo>
                    <a:pt x="22929470" y="487680"/>
                  </a:lnTo>
                  <a:lnTo>
                    <a:pt x="22929470" y="496189"/>
                  </a:lnTo>
                  <a:lnTo>
                    <a:pt x="22920961" y="496189"/>
                  </a:lnTo>
                  <a:lnTo>
                    <a:pt x="22920961" y="8509"/>
                  </a:lnTo>
                  <a:lnTo>
                    <a:pt x="22929470" y="8509"/>
                  </a:lnTo>
                  <a:lnTo>
                    <a:pt x="22929470" y="17018"/>
                  </a:lnTo>
                  <a:lnTo>
                    <a:pt x="8509" y="17018"/>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325" name="Group 65"/>
          <p:cNvGrpSpPr/>
          <p:nvPr/>
        </p:nvGrpSpPr>
        <p:grpSpPr>
          <a:xfrm>
            <a:off x="536040" y="9771480"/>
            <a:ext cx="207720" cy="390600"/>
            <a:chOff x="536040" y="9771480"/>
            <a:chExt cx="207720" cy="390600"/>
          </a:xfrm>
        </p:grpSpPr>
        <p:sp>
          <p:nvSpPr>
            <p:cNvPr id="1326" name="Freeform 66"/>
            <p:cNvSpPr/>
            <p:nvPr/>
          </p:nvSpPr>
          <p:spPr>
            <a:xfrm>
              <a:off x="548640" y="9784080"/>
              <a:ext cx="182520" cy="365400"/>
            </a:xfrm>
            <a:custGeom>
              <a:avLst/>
              <a:gdLst>
                <a:gd name="textAreaLeft" fmla="*/ 0 w 182520"/>
                <a:gd name="textAreaRight" fmla="*/ 182880 w 182520"/>
                <a:gd name="textAreaTop" fmla="*/ 0 h 365400"/>
                <a:gd name="textAreaBottom" fmla="*/ 365760 h 365400"/>
              </a:gdLst>
              <a:ahLst/>
              <a:rect l="textAreaLeft" t="textAreaTop" r="textAreaRight" b="textAreaBottom"/>
              <a:pathLst>
                <a:path w="243840" h="487680">
                  <a:moveTo>
                    <a:pt x="0" y="0"/>
                  </a:moveTo>
                  <a:lnTo>
                    <a:pt x="243840" y="0"/>
                  </a:lnTo>
                  <a:lnTo>
                    <a:pt x="243840" y="487680"/>
                  </a:lnTo>
                  <a:lnTo>
                    <a:pt x="0" y="487680"/>
                  </a:lnTo>
                  <a:close/>
                </a:path>
              </a:pathLst>
            </a:cu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7" name="Freeform 67"/>
            <p:cNvSpPr/>
            <p:nvPr/>
          </p:nvSpPr>
          <p:spPr>
            <a:xfrm>
              <a:off x="536040" y="9771480"/>
              <a:ext cx="207720" cy="390600"/>
            </a:xfrm>
            <a:custGeom>
              <a:avLst/>
              <a:gdLst>
                <a:gd name="textAreaLeft" fmla="*/ 0 w 207720"/>
                <a:gd name="textAreaRight" fmla="*/ 208080 w 207720"/>
                <a:gd name="textAreaTop" fmla="*/ 0 h 390600"/>
                <a:gd name="textAreaBottom" fmla="*/ 390960 h 390600"/>
              </a:gdLst>
              <a:ahLst/>
              <a:rect l="textAreaLeft" t="textAreaTop" r="textAreaRight" b="textAreaBottom"/>
              <a:pathLst>
                <a:path w="277622" h="521464">
                  <a:moveTo>
                    <a:pt x="16891" y="0"/>
                  </a:moveTo>
                  <a:lnTo>
                    <a:pt x="260731" y="0"/>
                  </a:lnTo>
                  <a:cubicBezTo>
                    <a:pt x="270129" y="0"/>
                    <a:pt x="277622" y="7620"/>
                    <a:pt x="277622" y="16891"/>
                  </a:cubicBezTo>
                  <a:lnTo>
                    <a:pt x="277622" y="504571"/>
                  </a:lnTo>
                  <a:cubicBezTo>
                    <a:pt x="277622" y="513969"/>
                    <a:pt x="270002" y="521462"/>
                    <a:pt x="260731"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260731" y="487680"/>
                  </a:lnTo>
                  <a:lnTo>
                    <a:pt x="260731" y="504571"/>
                  </a:lnTo>
                  <a:lnTo>
                    <a:pt x="243840" y="504571"/>
                  </a:lnTo>
                  <a:lnTo>
                    <a:pt x="243840" y="16891"/>
                  </a:lnTo>
                  <a:lnTo>
                    <a:pt x="260731" y="16891"/>
                  </a:lnTo>
                  <a:lnTo>
                    <a:pt x="260731" y="33909"/>
                  </a:lnTo>
                  <a:lnTo>
                    <a:pt x="16891" y="33909"/>
                  </a:lnTo>
                  <a:close/>
                </a:path>
              </a:pathLst>
            </a:cu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28" name="Group 68"/>
          <p:cNvGrpSpPr/>
          <p:nvPr/>
        </p:nvGrpSpPr>
        <p:grpSpPr>
          <a:xfrm>
            <a:off x="914400" y="9755640"/>
            <a:ext cx="16641720" cy="393840"/>
            <a:chOff x="914400" y="9755640"/>
            <a:chExt cx="16641720" cy="393840"/>
          </a:xfrm>
        </p:grpSpPr>
        <p:sp>
          <p:nvSpPr>
            <p:cNvPr id="1329" name="Freeform 69"/>
            <p:cNvSpPr/>
            <p:nvPr/>
          </p:nvSpPr>
          <p:spPr>
            <a:xfrm>
              <a:off x="914400" y="9784080"/>
              <a:ext cx="16641720" cy="365400"/>
            </a:xfrm>
            <a:custGeom>
              <a:avLst/>
              <a:gdLst>
                <a:gd name="textAreaLeft" fmla="*/ 0 w 16641720"/>
                <a:gd name="textAreaRight" fmla="*/ 16642080 w 16641720"/>
                <a:gd name="textAreaTop" fmla="*/ 0 h 365400"/>
                <a:gd name="textAreaBottom" fmla="*/ 365760 h 365400"/>
              </a:gdLst>
              <a:ahLst/>
              <a:rect l="textAreaLeft" t="textAreaTop" r="textAreaRight" b="textAreaBottom"/>
              <a:pathLst>
                <a:path w="22189439" h="487680">
                  <a:moveTo>
                    <a:pt x="0" y="0"/>
                  </a:moveTo>
                  <a:lnTo>
                    <a:pt x="22189439" y="0"/>
                  </a:lnTo>
                  <a:lnTo>
                    <a:pt x="22189439" y="487680"/>
                  </a:lnTo>
                  <a:lnTo>
                    <a:pt x="0" y="487680"/>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30" name="TextBox 70"/>
            <p:cNvSpPr/>
            <p:nvPr/>
          </p:nvSpPr>
          <p:spPr>
            <a:xfrm>
              <a:off x="914400" y="9755640"/>
              <a:ext cx="16641720" cy="39384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i="1" lang="en-US" sz="1800" spc="-1" strike="noStrike">
                  <a:solidFill>
                    <a:srgbClr val="1a2332"/>
                  </a:solidFill>
                  <a:latin typeface="Calibri (MS) Italics"/>
                  <a:ea typeface="Calibri (MS) Italics"/>
                </a:rPr>
                <a:t>A grey district does not mean no food security problem. It may mean the district is the hardest to reach and the most in need. Policy must not treat absence of data as absence of risk.</a:t>
              </a:r>
              <a:endParaRPr b="0" lang="en-US" sz="18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1331" name="Group 2"/>
          <p:cNvGrpSpPr/>
          <p:nvPr/>
        </p:nvGrpSpPr>
        <p:grpSpPr>
          <a:xfrm>
            <a:off x="-12600" y="-12600"/>
            <a:ext cx="281160" cy="10311840"/>
            <a:chOff x="-12600" y="-12600"/>
            <a:chExt cx="281160" cy="10311840"/>
          </a:xfrm>
        </p:grpSpPr>
        <p:sp>
          <p:nvSpPr>
            <p:cNvPr id="1332"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33"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334" name="Group 5"/>
          <p:cNvGrpSpPr/>
          <p:nvPr/>
        </p:nvGrpSpPr>
        <p:grpSpPr>
          <a:xfrm>
            <a:off x="-12600" y="-12600"/>
            <a:ext cx="18312840" cy="1524600"/>
            <a:chOff x="-12600" y="-12600"/>
            <a:chExt cx="18312840" cy="1524600"/>
          </a:xfrm>
        </p:grpSpPr>
        <p:sp>
          <p:nvSpPr>
            <p:cNvPr id="1335" name="Freeform 6"/>
            <p:cNvSpPr/>
            <p:nvPr/>
          </p:nvSpPr>
          <p:spPr>
            <a:xfrm>
              <a:off x="0" y="0"/>
              <a:ext cx="18287640" cy="1499400"/>
            </a:xfrm>
            <a:custGeom>
              <a:avLst/>
              <a:gdLst>
                <a:gd name="textAreaLeft" fmla="*/ 0 w 18287640"/>
                <a:gd name="textAreaRight" fmla="*/ 18288000 w 18287640"/>
                <a:gd name="textAreaTop" fmla="*/ 0 h 1499400"/>
                <a:gd name="textAreaBottom" fmla="*/ 1499760 h 1499400"/>
              </a:gdLst>
              <a:ahLst/>
              <a:rect l="textAreaLeft" t="textAreaTop" r="textAreaRight" b="textAreaBottom"/>
              <a:pathLst>
                <a:path w="24383999" h="1999488">
                  <a:moveTo>
                    <a:pt x="0" y="0"/>
                  </a:moveTo>
                  <a:lnTo>
                    <a:pt x="24383999" y="0"/>
                  </a:lnTo>
                  <a:lnTo>
                    <a:pt x="24383999" y="1999488"/>
                  </a:lnTo>
                  <a:lnTo>
                    <a:pt x="0" y="1999488"/>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36" name="Freeform 7"/>
            <p:cNvSpPr/>
            <p:nvPr/>
          </p:nvSpPr>
          <p:spPr>
            <a:xfrm>
              <a:off x="-12600" y="-12600"/>
              <a:ext cx="18312840" cy="1524600"/>
            </a:xfrm>
            <a:custGeom>
              <a:avLst/>
              <a:gdLst>
                <a:gd name="textAreaLeft" fmla="*/ 0 w 18312840"/>
                <a:gd name="textAreaRight" fmla="*/ 18313200 w 18312840"/>
                <a:gd name="textAreaTop" fmla="*/ 0 h 1524600"/>
                <a:gd name="textAreaBottom" fmla="*/ 1524960 h 1524600"/>
              </a:gdLst>
              <a:ahLst/>
              <a:rect l="textAreaLeft" t="textAreaTop" r="textAreaRight" b="textAreaBottom"/>
              <a:pathLst>
                <a:path w="24417782" h="2033270">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b496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37" name="Group 8"/>
          <p:cNvGrpSpPr/>
          <p:nvPr/>
        </p:nvGrpSpPr>
        <p:grpSpPr>
          <a:xfrm>
            <a:off x="-12600" y="-12600"/>
            <a:ext cx="281160" cy="1524600"/>
            <a:chOff x="-12600" y="-12600"/>
            <a:chExt cx="281160" cy="1524600"/>
          </a:xfrm>
        </p:grpSpPr>
        <p:sp>
          <p:nvSpPr>
            <p:cNvPr id="1338" name="Freeform 9"/>
            <p:cNvSpPr/>
            <p:nvPr/>
          </p:nvSpPr>
          <p:spPr>
            <a:xfrm>
              <a:off x="0" y="0"/>
              <a:ext cx="255600" cy="1499400"/>
            </a:xfrm>
            <a:custGeom>
              <a:avLst/>
              <a:gdLst>
                <a:gd name="textAreaLeft" fmla="*/ 0 w 255600"/>
                <a:gd name="textAreaRight" fmla="*/ 255960 w 255600"/>
                <a:gd name="textAreaTop" fmla="*/ 0 h 1499400"/>
                <a:gd name="textAreaBottom" fmla="*/ 1499760 h 1499400"/>
              </a:gdLst>
              <a:ahLst/>
              <a:rect l="textAreaLeft" t="textAreaTop" r="textAreaRight" b="textAreaBottom"/>
              <a:pathLst>
                <a:path w="341376" h="1999488">
                  <a:moveTo>
                    <a:pt x="0" y="0"/>
                  </a:moveTo>
                  <a:lnTo>
                    <a:pt x="341376" y="0"/>
                  </a:lnTo>
                  <a:lnTo>
                    <a:pt x="341376" y="1999488"/>
                  </a:lnTo>
                  <a:lnTo>
                    <a:pt x="0" y="1999488"/>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39" name="Freeform 10"/>
            <p:cNvSpPr/>
            <p:nvPr/>
          </p:nvSpPr>
          <p:spPr>
            <a:xfrm>
              <a:off x="-12600" y="-12600"/>
              <a:ext cx="281160" cy="1524600"/>
            </a:xfrm>
            <a:custGeom>
              <a:avLst/>
              <a:gdLst>
                <a:gd name="textAreaLeft" fmla="*/ 0 w 281160"/>
                <a:gd name="textAreaRight" fmla="*/ 281520 w 281160"/>
                <a:gd name="textAreaTop" fmla="*/ 0 h 1524600"/>
                <a:gd name="textAreaBottom" fmla="*/ 1524960 h 1524600"/>
              </a:gdLst>
              <a:ahLst/>
              <a:rect l="textAreaLeft" t="textAreaTop" r="textAreaRight" b="textAreaBottom"/>
              <a:pathLst>
                <a:path w="375158" h="2033270">
                  <a:moveTo>
                    <a:pt x="16891" y="0"/>
                  </a:moveTo>
                  <a:lnTo>
                    <a:pt x="358267" y="0"/>
                  </a:lnTo>
                  <a:cubicBezTo>
                    <a:pt x="367665" y="0"/>
                    <a:pt x="375158" y="7620"/>
                    <a:pt x="375158" y="16891"/>
                  </a:cubicBezTo>
                  <a:lnTo>
                    <a:pt x="375158" y="2016379"/>
                  </a:lnTo>
                  <a:cubicBezTo>
                    <a:pt x="375158" y="2025777"/>
                    <a:pt x="367538" y="2033270"/>
                    <a:pt x="358267"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358267" y="1999488"/>
                  </a:lnTo>
                  <a:lnTo>
                    <a:pt x="358267" y="2016379"/>
                  </a:lnTo>
                  <a:lnTo>
                    <a:pt x="341376" y="2016379"/>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340" name="Group 11"/>
          <p:cNvGrpSpPr/>
          <p:nvPr/>
        </p:nvGrpSpPr>
        <p:grpSpPr>
          <a:xfrm>
            <a:off x="640080" y="-14400"/>
            <a:ext cx="17007480" cy="1513800"/>
            <a:chOff x="640080" y="-14400"/>
            <a:chExt cx="17007480" cy="1513800"/>
          </a:xfrm>
        </p:grpSpPr>
        <p:sp>
          <p:nvSpPr>
            <p:cNvPr id="1341" name="Freeform 12"/>
            <p:cNvSpPr/>
            <p:nvPr/>
          </p:nvSpPr>
          <p:spPr>
            <a:xfrm>
              <a:off x="640080" y="0"/>
              <a:ext cx="17007480" cy="1499400"/>
            </a:xfrm>
            <a:custGeom>
              <a:avLst/>
              <a:gdLst>
                <a:gd name="textAreaLeft" fmla="*/ 0 w 17007480"/>
                <a:gd name="textAreaRight" fmla="*/ 17007840 w 17007480"/>
                <a:gd name="textAreaTop" fmla="*/ 0 h 1499400"/>
                <a:gd name="textAreaBottom" fmla="*/ 1499760 h 1499400"/>
              </a:gdLst>
              <a:ahLst/>
              <a:rect l="textAreaLeft" t="textAreaTop" r="textAreaRight" b="textAreaBottom"/>
              <a:pathLst>
                <a:path w="22677120" h="1999488">
                  <a:moveTo>
                    <a:pt x="0" y="0"/>
                  </a:moveTo>
                  <a:lnTo>
                    <a:pt x="22677120" y="0"/>
                  </a:lnTo>
                  <a:lnTo>
                    <a:pt x="22677120" y="1999488"/>
                  </a:lnTo>
                  <a:lnTo>
                    <a:pt x="0" y="1999488"/>
                  </a:lnTo>
                  <a:close/>
                </a:path>
              </a:pathLst>
            </a:custGeom>
            <a:blipFill rotWithShape="0">
              <a:blip r:embed="rId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42" name="TextBox 13"/>
            <p:cNvSpPr/>
            <p:nvPr/>
          </p:nvSpPr>
          <p:spPr>
            <a:xfrm>
              <a:off x="640080" y="-14400"/>
              <a:ext cx="17007480" cy="1513440"/>
            </a:xfrm>
            <a:prstGeom prst="rect">
              <a:avLst/>
            </a:prstGeom>
            <a:noFill/>
            <a:ln w="0">
              <a:noFill/>
            </a:ln>
          </p:spPr>
          <p:style>
            <a:lnRef idx="0"/>
            <a:fillRef idx="0"/>
            <a:effectRef idx="0"/>
            <a:fontRef idx="minor"/>
          </p:style>
          <p:txBody>
            <a:bodyPr lIns="0" rIns="0" tIns="0" bIns="0" anchor="ctr">
              <a:noAutofit/>
            </a:bodyPr>
            <a:p>
              <a:pPr defTabSz="914400">
                <a:lnSpc>
                  <a:spcPts val="4799"/>
                </a:lnSpc>
              </a:pPr>
              <a:r>
                <a:rPr b="1" lang="en-US" sz="4000" spc="-1" strike="noStrike">
                  <a:solidFill>
                    <a:srgbClr val="ffffff"/>
                  </a:solidFill>
                  <a:latin typeface="Trebuchet MS Bold"/>
                  <a:ea typeface="Trebuchet MS Bold"/>
                </a:rPr>
                <a:t>Now Think About Your Problem</a:t>
              </a:r>
              <a:endParaRPr b="0" lang="en-US" sz="4000" spc="-1" strike="noStrike">
                <a:solidFill>
                  <a:srgbClr val="ffffff"/>
                </a:solidFill>
                <a:latin typeface="Arial"/>
              </a:endParaRPr>
            </a:p>
          </p:txBody>
        </p:sp>
      </p:grpSp>
      <p:grpSp>
        <p:nvGrpSpPr>
          <p:cNvPr id="1343" name="Group 14"/>
          <p:cNvGrpSpPr/>
          <p:nvPr/>
        </p:nvGrpSpPr>
        <p:grpSpPr>
          <a:xfrm>
            <a:off x="10966320" y="1730880"/>
            <a:ext cx="6778800" cy="7886160"/>
            <a:chOff x="10966320" y="1730880"/>
            <a:chExt cx="6778800" cy="7886160"/>
          </a:xfrm>
        </p:grpSpPr>
        <p:sp>
          <p:nvSpPr>
            <p:cNvPr id="1344" name="Freeform 15"/>
            <p:cNvSpPr/>
            <p:nvPr/>
          </p:nvSpPr>
          <p:spPr>
            <a:xfrm>
              <a:off x="10972800" y="1737360"/>
              <a:ext cx="6766200" cy="7863480"/>
            </a:xfrm>
            <a:custGeom>
              <a:avLst/>
              <a:gdLst>
                <a:gd name="textAreaLeft" fmla="*/ 0 w 6766200"/>
                <a:gd name="textAreaRight" fmla="*/ 6766560 w 6766200"/>
                <a:gd name="textAreaTop" fmla="*/ 0 h 7863480"/>
                <a:gd name="textAreaBottom" fmla="*/ 7863840 h 7863480"/>
              </a:gdLst>
              <a:ahLst/>
              <a:rect l="textAreaLeft" t="textAreaTop" r="textAreaRight" b="textAreaBottom"/>
              <a:pathLst>
                <a:path w="9022080" h="10485119">
                  <a:moveTo>
                    <a:pt x="0" y="0"/>
                  </a:moveTo>
                  <a:lnTo>
                    <a:pt x="9022080" y="0"/>
                  </a:lnTo>
                  <a:lnTo>
                    <a:pt x="9022080" y="10485119"/>
                  </a:lnTo>
                  <a:lnTo>
                    <a:pt x="0" y="10485119"/>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45" name="Freeform 16"/>
            <p:cNvSpPr/>
            <p:nvPr/>
          </p:nvSpPr>
          <p:spPr>
            <a:xfrm>
              <a:off x="10966320" y="1730880"/>
              <a:ext cx="6778800" cy="7886160"/>
            </a:xfrm>
            <a:custGeom>
              <a:avLst/>
              <a:gdLst>
                <a:gd name="textAreaLeft" fmla="*/ 0 w 6778800"/>
                <a:gd name="textAreaRight" fmla="*/ 6779160 w 6778800"/>
                <a:gd name="textAreaTop" fmla="*/ 0 h 7886160"/>
                <a:gd name="textAreaBottom" fmla="*/ 7886520 h 7886160"/>
              </a:gdLst>
              <a:ahLst/>
              <a:rect l="textAreaLeft" t="textAreaTop" r="textAreaRight" b="textAreaBottom"/>
              <a:pathLst>
                <a:path w="9039098" h="1051534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30589" y="0"/>
                  </a:lnTo>
                  <a:cubicBezTo>
                    <a:pt x="9035288" y="0"/>
                    <a:pt x="9039098" y="3810"/>
                    <a:pt x="9039098" y="8509"/>
                  </a:cubicBezTo>
                  <a:lnTo>
                    <a:pt x="9039098" y="45720"/>
                  </a:lnTo>
                  <a:lnTo>
                    <a:pt x="9022080" y="45720"/>
                  </a:lnTo>
                  <a:lnTo>
                    <a:pt x="9022080" y="8509"/>
                  </a:lnTo>
                  <a:lnTo>
                    <a:pt x="9030589" y="8509"/>
                  </a:lnTo>
                  <a:lnTo>
                    <a:pt x="9030589" y="17018"/>
                  </a:lnTo>
                  <a:lnTo>
                    <a:pt x="9017000" y="17018"/>
                  </a:lnTo>
                  <a:close/>
                  <a:moveTo>
                    <a:pt x="9038971" y="130429"/>
                  </a:moveTo>
                  <a:lnTo>
                    <a:pt x="9038971" y="181229"/>
                  </a:lnTo>
                  <a:lnTo>
                    <a:pt x="9022080" y="181229"/>
                  </a:lnTo>
                  <a:lnTo>
                    <a:pt x="9022080" y="130429"/>
                  </a:lnTo>
                  <a:close/>
                  <a:moveTo>
                    <a:pt x="9022080" y="248920"/>
                  </a:moveTo>
                  <a:lnTo>
                    <a:pt x="9022080" y="299720"/>
                  </a:lnTo>
                  <a:lnTo>
                    <a:pt x="9022080" y="248920"/>
                  </a:lnTo>
                  <a:close/>
                  <a:moveTo>
                    <a:pt x="9022080" y="367411"/>
                  </a:moveTo>
                  <a:lnTo>
                    <a:pt x="9022080" y="418211"/>
                  </a:lnTo>
                  <a:lnTo>
                    <a:pt x="9022080" y="367411"/>
                  </a:lnTo>
                  <a:close/>
                  <a:moveTo>
                    <a:pt x="9022080" y="485902"/>
                  </a:moveTo>
                  <a:lnTo>
                    <a:pt x="9022080" y="536702"/>
                  </a:lnTo>
                  <a:lnTo>
                    <a:pt x="9022080" y="485902"/>
                  </a:lnTo>
                  <a:close/>
                  <a:moveTo>
                    <a:pt x="9022080" y="604393"/>
                  </a:moveTo>
                  <a:lnTo>
                    <a:pt x="9022080" y="655193"/>
                  </a:lnTo>
                  <a:lnTo>
                    <a:pt x="9022080" y="604393"/>
                  </a:lnTo>
                  <a:close/>
                  <a:moveTo>
                    <a:pt x="9022080" y="722884"/>
                  </a:moveTo>
                  <a:lnTo>
                    <a:pt x="9022080" y="773684"/>
                  </a:lnTo>
                  <a:lnTo>
                    <a:pt x="9022080" y="722884"/>
                  </a:lnTo>
                  <a:close/>
                  <a:moveTo>
                    <a:pt x="9022080" y="841375"/>
                  </a:moveTo>
                  <a:lnTo>
                    <a:pt x="9022080" y="892175"/>
                  </a:lnTo>
                  <a:lnTo>
                    <a:pt x="9022080" y="841375"/>
                  </a:lnTo>
                  <a:close/>
                  <a:moveTo>
                    <a:pt x="9022080" y="959866"/>
                  </a:moveTo>
                  <a:lnTo>
                    <a:pt x="9022080" y="1010666"/>
                  </a:lnTo>
                  <a:lnTo>
                    <a:pt x="9022080" y="959866"/>
                  </a:lnTo>
                  <a:close/>
                  <a:moveTo>
                    <a:pt x="9022080" y="1078357"/>
                  </a:moveTo>
                  <a:lnTo>
                    <a:pt x="9022080" y="1129157"/>
                  </a:lnTo>
                  <a:lnTo>
                    <a:pt x="9022080" y="1078357"/>
                  </a:lnTo>
                  <a:close/>
                  <a:moveTo>
                    <a:pt x="9022080" y="1196848"/>
                  </a:moveTo>
                  <a:lnTo>
                    <a:pt x="9022080" y="1247648"/>
                  </a:lnTo>
                  <a:lnTo>
                    <a:pt x="9022080" y="1196848"/>
                  </a:lnTo>
                  <a:close/>
                  <a:moveTo>
                    <a:pt x="9022080" y="1315339"/>
                  </a:moveTo>
                  <a:lnTo>
                    <a:pt x="9022080" y="1366139"/>
                  </a:lnTo>
                  <a:lnTo>
                    <a:pt x="9022080" y="1315339"/>
                  </a:lnTo>
                  <a:close/>
                  <a:moveTo>
                    <a:pt x="9022080" y="1433830"/>
                  </a:moveTo>
                  <a:lnTo>
                    <a:pt x="9022080" y="1484630"/>
                  </a:lnTo>
                  <a:lnTo>
                    <a:pt x="9022080" y="1433830"/>
                  </a:lnTo>
                  <a:close/>
                  <a:moveTo>
                    <a:pt x="9022080" y="1552321"/>
                  </a:moveTo>
                  <a:lnTo>
                    <a:pt x="9022080" y="1603121"/>
                  </a:lnTo>
                  <a:lnTo>
                    <a:pt x="9022080" y="1552321"/>
                  </a:lnTo>
                  <a:close/>
                  <a:moveTo>
                    <a:pt x="9022080" y="1670812"/>
                  </a:moveTo>
                  <a:lnTo>
                    <a:pt x="9022080" y="1721612"/>
                  </a:lnTo>
                  <a:lnTo>
                    <a:pt x="9022080" y="1670812"/>
                  </a:lnTo>
                  <a:close/>
                  <a:moveTo>
                    <a:pt x="9022080" y="1789303"/>
                  </a:moveTo>
                  <a:lnTo>
                    <a:pt x="9022080" y="1840103"/>
                  </a:lnTo>
                  <a:lnTo>
                    <a:pt x="9022080" y="1789303"/>
                  </a:lnTo>
                  <a:close/>
                  <a:moveTo>
                    <a:pt x="9022080" y="1907794"/>
                  </a:moveTo>
                  <a:lnTo>
                    <a:pt x="9022080" y="1958594"/>
                  </a:lnTo>
                  <a:lnTo>
                    <a:pt x="9022080" y="1907794"/>
                  </a:lnTo>
                  <a:close/>
                  <a:moveTo>
                    <a:pt x="9022080" y="2026285"/>
                  </a:moveTo>
                  <a:lnTo>
                    <a:pt x="9022080" y="2077085"/>
                  </a:lnTo>
                  <a:lnTo>
                    <a:pt x="9022080" y="2026285"/>
                  </a:lnTo>
                  <a:close/>
                  <a:moveTo>
                    <a:pt x="9022080" y="2144776"/>
                  </a:moveTo>
                  <a:lnTo>
                    <a:pt x="9022080" y="2195576"/>
                  </a:lnTo>
                  <a:lnTo>
                    <a:pt x="9022080" y="2144776"/>
                  </a:lnTo>
                  <a:close/>
                  <a:moveTo>
                    <a:pt x="9022080" y="2263267"/>
                  </a:moveTo>
                  <a:lnTo>
                    <a:pt x="9022080" y="2314067"/>
                  </a:lnTo>
                  <a:lnTo>
                    <a:pt x="9022080" y="2263267"/>
                  </a:lnTo>
                  <a:close/>
                  <a:moveTo>
                    <a:pt x="9022080" y="2381758"/>
                  </a:moveTo>
                  <a:lnTo>
                    <a:pt x="9022080" y="2432558"/>
                  </a:lnTo>
                  <a:lnTo>
                    <a:pt x="9022080" y="2381758"/>
                  </a:lnTo>
                  <a:close/>
                  <a:moveTo>
                    <a:pt x="9022080" y="2500249"/>
                  </a:moveTo>
                  <a:lnTo>
                    <a:pt x="9022080" y="2551049"/>
                  </a:lnTo>
                  <a:lnTo>
                    <a:pt x="9022080" y="2500249"/>
                  </a:lnTo>
                  <a:close/>
                  <a:moveTo>
                    <a:pt x="9022080" y="2618740"/>
                  </a:moveTo>
                  <a:lnTo>
                    <a:pt x="9022080" y="2669540"/>
                  </a:lnTo>
                  <a:lnTo>
                    <a:pt x="9022080" y="2618740"/>
                  </a:lnTo>
                  <a:close/>
                  <a:moveTo>
                    <a:pt x="9022080" y="2737231"/>
                  </a:moveTo>
                  <a:lnTo>
                    <a:pt x="9022080" y="2788031"/>
                  </a:lnTo>
                  <a:lnTo>
                    <a:pt x="9022080" y="2737231"/>
                  </a:lnTo>
                  <a:close/>
                  <a:moveTo>
                    <a:pt x="9022080" y="2855722"/>
                  </a:moveTo>
                  <a:lnTo>
                    <a:pt x="9022080" y="2906522"/>
                  </a:lnTo>
                  <a:lnTo>
                    <a:pt x="9022080" y="2855722"/>
                  </a:lnTo>
                  <a:close/>
                  <a:moveTo>
                    <a:pt x="9022080" y="2974213"/>
                  </a:moveTo>
                  <a:lnTo>
                    <a:pt x="9022080" y="3025013"/>
                  </a:lnTo>
                  <a:lnTo>
                    <a:pt x="9022080" y="2974213"/>
                  </a:lnTo>
                  <a:close/>
                  <a:moveTo>
                    <a:pt x="9022080" y="3092704"/>
                  </a:moveTo>
                  <a:lnTo>
                    <a:pt x="9022080" y="3143504"/>
                  </a:lnTo>
                  <a:lnTo>
                    <a:pt x="9022080" y="3092704"/>
                  </a:lnTo>
                  <a:close/>
                  <a:moveTo>
                    <a:pt x="9022080" y="3211195"/>
                  </a:moveTo>
                  <a:lnTo>
                    <a:pt x="9022080" y="3261995"/>
                  </a:lnTo>
                  <a:lnTo>
                    <a:pt x="9022080" y="3211195"/>
                  </a:lnTo>
                  <a:close/>
                  <a:moveTo>
                    <a:pt x="9022080" y="3329686"/>
                  </a:moveTo>
                  <a:lnTo>
                    <a:pt x="9022080" y="3380486"/>
                  </a:lnTo>
                  <a:lnTo>
                    <a:pt x="9022080" y="3329686"/>
                  </a:lnTo>
                  <a:close/>
                  <a:moveTo>
                    <a:pt x="9022080" y="3448177"/>
                  </a:moveTo>
                  <a:lnTo>
                    <a:pt x="9022080" y="3498977"/>
                  </a:lnTo>
                  <a:lnTo>
                    <a:pt x="9022080" y="3448177"/>
                  </a:lnTo>
                  <a:close/>
                  <a:moveTo>
                    <a:pt x="9022080" y="3566668"/>
                  </a:moveTo>
                  <a:lnTo>
                    <a:pt x="9022080" y="3617468"/>
                  </a:lnTo>
                  <a:lnTo>
                    <a:pt x="9022080" y="3566668"/>
                  </a:lnTo>
                  <a:close/>
                  <a:moveTo>
                    <a:pt x="9022080" y="3685159"/>
                  </a:moveTo>
                  <a:lnTo>
                    <a:pt x="9022080" y="3735959"/>
                  </a:lnTo>
                  <a:lnTo>
                    <a:pt x="9022080" y="3685159"/>
                  </a:lnTo>
                  <a:close/>
                  <a:moveTo>
                    <a:pt x="9022080" y="3803650"/>
                  </a:moveTo>
                  <a:lnTo>
                    <a:pt x="9022080" y="3854450"/>
                  </a:lnTo>
                  <a:lnTo>
                    <a:pt x="9022080" y="3803650"/>
                  </a:lnTo>
                  <a:close/>
                  <a:moveTo>
                    <a:pt x="9022080" y="3922141"/>
                  </a:moveTo>
                  <a:lnTo>
                    <a:pt x="9022080" y="3972941"/>
                  </a:lnTo>
                  <a:lnTo>
                    <a:pt x="9022080" y="3922141"/>
                  </a:lnTo>
                  <a:close/>
                  <a:moveTo>
                    <a:pt x="9022080" y="4040632"/>
                  </a:moveTo>
                  <a:lnTo>
                    <a:pt x="9022080" y="4091432"/>
                  </a:lnTo>
                  <a:lnTo>
                    <a:pt x="9022080" y="4040632"/>
                  </a:lnTo>
                  <a:close/>
                  <a:moveTo>
                    <a:pt x="9022080" y="4159123"/>
                  </a:moveTo>
                  <a:lnTo>
                    <a:pt x="9022080" y="4209923"/>
                  </a:lnTo>
                  <a:lnTo>
                    <a:pt x="9022080" y="4159123"/>
                  </a:lnTo>
                  <a:close/>
                  <a:moveTo>
                    <a:pt x="9022080" y="4277614"/>
                  </a:moveTo>
                  <a:lnTo>
                    <a:pt x="9022080" y="4328414"/>
                  </a:lnTo>
                  <a:lnTo>
                    <a:pt x="9022080" y="4277614"/>
                  </a:lnTo>
                  <a:close/>
                  <a:moveTo>
                    <a:pt x="9022080" y="4396105"/>
                  </a:moveTo>
                  <a:lnTo>
                    <a:pt x="9022080" y="4446905"/>
                  </a:lnTo>
                  <a:lnTo>
                    <a:pt x="9022080" y="4396105"/>
                  </a:lnTo>
                  <a:close/>
                  <a:moveTo>
                    <a:pt x="9022080" y="4514596"/>
                  </a:moveTo>
                  <a:lnTo>
                    <a:pt x="9022080" y="4565396"/>
                  </a:lnTo>
                  <a:lnTo>
                    <a:pt x="9022080" y="4514596"/>
                  </a:lnTo>
                  <a:close/>
                  <a:moveTo>
                    <a:pt x="9022080" y="4633087"/>
                  </a:moveTo>
                  <a:lnTo>
                    <a:pt x="9022080" y="4683887"/>
                  </a:lnTo>
                  <a:lnTo>
                    <a:pt x="9022080" y="4633087"/>
                  </a:lnTo>
                  <a:close/>
                  <a:moveTo>
                    <a:pt x="9022080" y="4751578"/>
                  </a:moveTo>
                  <a:lnTo>
                    <a:pt x="9022080" y="4802378"/>
                  </a:lnTo>
                  <a:lnTo>
                    <a:pt x="9022080" y="4751578"/>
                  </a:lnTo>
                  <a:close/>
                  <a:moveTo>
                    <a:pt x="9022080" y="4870069"/>
                  </a:moveTo>
                  <a:lnTo>
                    <a:pt x="9022080" y="4920869"/>
                  </a:lnTo>
                  <a:lnTo>
                    <a:pt x="9022080" y="4870069"/>
                  </a:lnTo>
                  <a:close/>
                  <a:moveTo>
                    <a:pt x="9022080" y="4988560"/>
                  </a:moveTo>
                  <a:lnTo>
                    <a:pt x="9022080" y="5039360"/>
                  </a:lnTo>
                  <a:lnTo>
                    <a:pt x="9022080" y="4988560"/>
                  </a:lnTo>
                  <a:close/>
                  <a:moveTo>
                    <a:pt x="9022080" y="5107051"/>
                  </a:moveTo>
                  <a:lnTo>
                    <a:pt x="9022080" y="5157851"/>
                  </a:lnTo>
                  <a:lnTo>
                    <a:pt x="9022080" y="5107051"/>
                  </a:lnTo>
                  <a:close/>
                  <a:moveTo>
                    <a:pt x="9022080" y="5225542"/>
                  </a:moveTo>
                  <a:lnTo>
                    <a:pt x="9022080" y="5276342"/>
                  </a:lnTo>
                  <a:lnTo>
                    <a:pt x="9022080" y="5225542"/>
                  </a:lnTo>
                  <a:close/>
                  <a:moveTo>
                    <a:pt x="9022080" y="5344033"/>
                  </a:moveTo>
                  <a:lnTo>
                    <a:pt x="9022080" y="5394833"/>
                  </a:lnTo>
                  <a:lnTo>
                    <a:pt x="9022080" y="5344033"/>
                  </a:lnTo>
                  <a:close/>
                  <a:moveTo>
                    <a:pt x="9022080" y="5462524"/>
                  </a:moveTo>
                  <a:lnTo>
                    <a:pt x="9022080" y="5513324"/>
                  </a:lnTo>
                  <a:lnTo>
                    <a:pt x="9022080" y="5462524"/>
                  </a:lnTo>
                  <a:close/>
                  <a:moveTo>
                    <a:pt x="9022080" y="5581015"/>
                  </a:moveTo>
                  <a:lnTo>
                    <a:pt x="9022080" y="5631815"/>
                  </a:lnTo>
                  <a:lnTo>
                    <a:pt x="9022080" y="5581015"/>
                  </a:lnTo>
                  <a:close/>
                  <a:moveTo>
                    <a:pt x="9022080" y="5699506"/>
                  </a:moveTo>
                  <a:lnTo>
                    <a:pt x="9022080" y="5750306"/>
                  </a:lnTo>
                  <a:lnTo>
                    <a:pt x="9022080" y="5699506"/>
                  </a:lnTo>
                  <a:close/>
                  <a:moveTo>
                    <a:pt x="9022080" y="5817997"/>
                  </a:moveTo>
                  <a:lnTo>
                    <a:pt x="9022080" y="5868797"/>
                  </a:lnTo>
                  <a:lnTo>
                    <a:pt x="9022080" y="5817997"/>
                  </a:lnTo>
                  <a:close/>
                  <a:moveTo>
                    <a:pt x="9022080" y="5936488"/>
                  </a:moveTo>
                  <a:lnTo>
                    <a:pt x="9022080" y="5987288"/>
                  </a:lnTo>
                  <a:lnTo>
                    <a:pt x="9022080" y="5936488"/>
                  </a:lnTo>
                  <a:close/>
                  <a:moveTo>
                    <a:pt x="9022080" y="6054979"/>
                  </a:moveTo>
                  <a:lnTo>
                    <a:pt x="9022080" y="6105779"/>
                  </a:lnTo>
                  <a:lnTo>
                    <a:pt x="9022080" y="6054979"/>
                  </a:lnTo>
                  <a:close/>
                  <a:moveTo>
                    <a:pt x="9022080" y="6173470"/>
                  </a:moveTo>
                  <a:lnTo>
                    <a:pt x="9022080" y="6224270"/>
                  </a:lnTo>
                  <a:lnTo>
                    <a:pt x="9022080" y="6173470"/>
                  </a:lnTo>
                  <a:close/>
                  <a:moveTo>
                    <a:pt x="9022080" y="6291961"/>
                  </a:moveTo>
                  <a:lnTo>
                    <a:pt x="9022080" y="6342761"/>
                  </a:lnTo>
                  <a:lnTo>
                    <a:pt x="9022080" y="6291961"/>
                  </a:lnTo>
                  <a:close/>
                  <a:moveTo>
                    <a:pt x="9022080" y="6410452"/>
                  </a:moveTo>
                  <a:lnTo>
                    <a:pt x="9022080" y="6461252"/>
                  </a:lnTo>
                  <a:lnTo>
                    <a:pt x="9022080" y="6410452"/>
                  </a:lnTo>
                  <a:close/>
                  <a:moveTo>
                    <a:pt x="9022080" y="6528943"/>
                  </a:moveTo>
                  <a:lnTo>
                    <a:pt x="9022080" y="6579743"/>
                  </a:lnTo>
                  <a:lnTo>
                    <a:pt x="9022080" y="6528943"/>
                  </a:lnTo>
                  <a:close/>
                  <a:moveTo>
                    <a:pt x="9022080" y="6647434"/>
                  </a:moveTo>
                  <a:lnTo>
                    <a:pt x="9022080" y="6698234"/>
                  </a:lnTo>
                  <a:lnTo>
                    <a:pt x="9022080" y="6647434"/>
                  </a:lnTo>
                  <a:close/>
                  <a:moveTo>
                    <a:pt x="9022080" y="6765925"/>
                  </a:moveTo>
                  <a:lnTo>
                    <a:pt x="9022080" y="6816725"/>
                  </a:lnTo>
                  <a:lnTo>
                    <a:pt x="9022080" y="6765925"/>
                  </a:lnTo>
                  <a:close/>
                  <a:moveTo>
                    <a:pt x="9022080" y="6884416"/>
                  </a:moveTo>
                  <a:lnTo>
                    <a:pt x="9022080" y="6935216"/>
                  </a:lnTo>
                  <a:lnTo>
                    <a:pt x="9022080" y="6884416"/>
                  </a:lnTo>
                  <a:close/>
                  <a:moveTo>
                    <a:pt x="9022080" y="7002907"/>
                  </a:moveTo>
                  <a:lnTo>
                    <a:pt x="9022080" y="7053707"/>
                  </a:lnTo>
                  <a:lnTo>
                    <a:pt x="9022080" y="7002907"/>
                  </a:lnTo>
                  <a:close/>
                  <a:moveTo>
                    <a:pt x="9022080" y="7121398"/>
                  </a:moveTo>
                  <a:lnTo>
                    <a:pt x="9022080" y="7172198"/>
                  </a:lnTo>
                  <a:lnTo>
                    <a:pt x="9022080" y="7121398"/>
                  </a:lnTo>
                  <a:close/>
                  <a:moveTo>
                    <a:pt x="9022080" y="7239889"/>
                  </a:moveTo>
                  <a:lnTo>
                    <a:pt x="9022080" y="7290689"/>
                  </a:lnTo>
                  <a:lnTo>
                    <a:pt x="9022080" y="7239889"/>
                  </a:lnTo>
                  <a:close/>
                  <a:moveTo>
                    <a:pt x="9022080" y="7358380"/>
                  </a:moveTo>
                  <a:lnTo>
                    <a:pt x="9022080" y="7409180"/>
                  </a:lnTo>
                  <a:lnTo>
                    <a:pt x="9022080" y="7358380"/>
                  </a:lnTo>
                  <a:close/>
                  <a:moveTo>
                    <a:pt x="9022080" y="7476871"/>
                  </a:moveTo>
                  <a:lnTo>
                    <a:pt x="9022080" y="7527671"/>
                  </a:lnTo>
                  <a:lnTo>
                    <a:pt x="9022080" y="7476871"/>
                  </a:lnTo>
                  <a:close/>
                  <a:moveTo>
                    <a:pt x="9022080" y="7595362"/>
                  </a:moveTo>
                  <a:lnTo>
                    <a:pt x="9022080" y="7646162"/>
                  </a:lnTo>
                  <a:lnTo>
                    <a:pt x="9022080" y="7595362"/>
                  </a:lnTo>
                  <a:close/>
                  <a:moveTo>
                    <a:pt x="9022080" y="7713853"/>
                  </a:moveTo>
                  <a:lnTo>
                    <a:pt x="9022080" y="7764653"/>
                  </a:lnTo>
                  <a:lnTo>
                    <a:pt x="9022080" y="7713853"/>
                  </a:lnTo>
                  <a:close/>
                  <a:moveTo>
                    <a:pt x="9022080" y="7832344"/>
                  </a:moveTo>
                  <a:lnTo>
                    <a:pt x="9022080" y="7883144"/>
                  </a:lnTo>
                  <a:lnTo>
                    <a:pt x="9022080" y="7832344"/>
                  </a:lnTo>
                  <a:close/>
                  <a:moveTo>
                    <a:pt x="9022080" y="7950835"/>
                  </a:moveTo>
                  <a:lnTo>
                    <a:pt x="9022080" y="8001635"/>
                  </a:lnTo>
                  <a:lnTo>
                    <a:pt x="9022080" y="7950835"/>
                  </a:lnTo>
                  <a:close/>
                  <a:moveTo>
                    <a:pt x="9022080" y="8069326"/>
                  </a:moveTo>
                  <a:lnTo>
                    <a:pt x="9022080" y="8120126"/>
                  </a:lnTo>
                  <a:lnTo>
                    <a:pt x="9022080" y="8069326"/>
                  </a:lnTo>
                  <a:close/>
                  <a:moveTo>
                    <a:pt x="9022080" y="8187817"/>
                  </a:moveTo>
                  <a:lnTo>
                    <a:pt x="9022080" y="8238617"/>
                  </a:lnTo>
                  <a:lnTo>
                    <a:pt x="9022080" y="8187817"/>
                  </a:lnTo>
                  <a:close/>
                  <a:moveTo>
                    <a:pt x="9022080" y="8306308"/>
                  </a:moveTo>
                  <a:lnTo>
                    <a:pt x="9022080" y="8357108"/>
                  </a:lnTo>
                  <a:lnTo>
                    <a:pt x="9022080" y="8306308"/>
                  </a:lnTo>
                  <a:close/>
                  <a:moveTo>
                    <a:pt x="9022080" y="8424799"/>
                  </a:moveTo>
                  <a:lnTo>
                    <a:pt x="9022080" y="8475599"/>
                  </a:lnTo>
                  <a:lnTo>
                    <a:pt x="9022080" y="8424799"/>
                  </a:lnTo>
                  <a:close/>
                  <a:moveTo>
                    <a:pt x="9022080" y="8543290"/>
                  </a:moveTo>
                  <a:lnTo>
                    <a:pt x="9022080" y="8594090"/>
                  </a:lnTo>
                  <a:lnTo>
                    <a:pt x="9022080" y="8543290"/>
                  </a:lnTo>
                  <a:close/>
                  <a:moveTo>
                    <a:pt x="9022080" y="8661781"/>
                  </a:moveTo>
                  <a:lnTo>
                    <a:pt x="9022080" y="8712581"/>
                  </a:lnTo>
                  <a:lnTo>
                    <a:pt x="9022080" y="8661781"/>
                  </a:lnTo>
                  <a:close/>
                  <a:moveTo>
                    <a:pt x="9022080" y="8780272"/>
                  </a:moveTo>
                  <a:lnTo>
                    <a:pt x="9022080" y="8831072"/>
                  </a:lnTo>
                  <a:lnTo>
                    <a:pt x="9022080" y="8780272"/>
                  </a:lnTo>
                  <a:close/>
                  <a:moveTo>
                    <a:pt x="9022080" y="8898763"/>
                  </a:moveTo>
                  <a:lnTo>
                    <a:pt x="9022080" y="8949563"/>
                  </a:lnTo>
                  <a:lnTo>
                    <a:pt x="9022080" y="8898763"/>
                  </a:lnTo>
                  <a:close/>
                  <a:moveTo>
                    <a:pt x="9022080" y="9017254"/>
                  </a:moveTo>
                  <a:lnTo>
                    <a:pt x="9022080" y="9068054"/>
                  </a:lnTo>
                  <a:lnTo>
                    <a:pt x="9022080" y="9017254"/>
                  </a:lnTo>
                  <a:close/>
                  <a:moveTo>
                    <a:pt x="9022080" y="9135745"/>
                  </a:moveTo>
                  <a:lnTo>
                    <a:pt x="9022080" y="9186545"/>
                  </a:lnTo>
                  <a:lnTo>
                    <a:pt x="9022080" y="9135745"/>
                  </a:lnTo>
                  <a:close/>
                  <a:moveTo>
                    <a:pt x="9022080" y="9254236"/>
                  </a:moveTo>
                  <a:lnTo>
                    <a:pt x="9022080" y="9305036"/>
                  </a:lnTo>
                  <a:lnTo>
                    <a:pt x="9022080" y="9254236"/>
                  </a:lnTo>
                  <a:close/>
                  <a:moveTo>
                    <a:pt x="9022080" y="9372727"/>
                  </a:moveTo>
                  <a:lnTo>
                    <a:pt x="9022080" y="9423527"/>
                  </a:lnTo>
                  <a:lnTo>
                    <a:pt x="9022080" y="9372727"/>
                  </a:lnTo>
                  <a:close/>
                  <a:moveTo>
                    <a:pt x="9022080" y="9491218"/>
                  </a:moveTo>
                  <a:lnTo>
                    <a:pt x="9022080" y="9542018"/>
                  </a:lnTo>
                  <a:lnTo>
                    <a:pt x="9022080" y="9491218"/>
                  </a:lnTo>
                  <a:close/>
                  <a:moveTo>
                    <a:pt x="9022080" y="9609709"/>
                  </a:moveTo>
                  <a:lnTo>
                    <a:pt x="9022080" y="9660509"/>
                  </a:lnTo>
                  <a:lnTo>
                    <a:pt x="9022080" y="9609709"/>
                  </a:lnTo>
                  <a:close/>
                  <a:moveTo>
                    <a:pt x="9022080" y="9728200"/>
                  </a:moveTo>
                  <a:lnTo>
                    <a:pt x="9022080" y="9779000"/>
                  </a:lnTo>
                  <a:lnTo>
                    <a:pt x="9022080" y="9728200"/>
                  </a:lnTo>
                  <a:close/>
                  <a:moveTo>
                    <a:pt x="9022080" y="9846691"/>
                  </a:moveTo>
                  <a:lnTo>
                    <a:pt x="9022080" y="9897491"/>
                  </a:lnTo>
                  <a:lnTo>
                    <a:pt x="9022080" y="9846691"/>
                  </a:lnTo>
                  <a:close/>
                  <a:moveTo>
                    <a:pt x="9022080" y="9965182"/>
                  </a:moveTo>
                  <a:lnTo>
                    <a:pt x="9022080" y="10015982"/>
                  </a:lnTo>
                  <a:lnTo>
                    <a:pt x="9022080" y="9965182"/>
                  </a:lnTo>
                  <a:close/>
                  <a:moveTo>
                    <a:pt x="9022080" y="10083673"/>
                  </a:moveTo>
                  <a:lnTo>
                    <a:pt x="9022080" y="10134473"/>
                  </a:lnTo>
                  <a:lnTo>
                    <a:pt x="9022080" y="10083673"/>
                  </a:lnTo>
                  <a:close/>
                  <a:moveTo>
                    <a:pt x="9022080" y="10202164"/>
                  </a:moveTo>
                  <a:lnTo>
                    <a:pt x="9022080" y="10252964"/>
                  </a:lnTo>
                  <a:lnTo>
                    <a:pt x="9022080" y="10202164"/>
                  </a:lnTo>
                  <a:close/>
                  <a:moveTo>
                    <a:pt x="9022080" y="10320655"/>
                  </a:moveTo>
                  <a:lnTo>
                    <a:pt x="9022080" y="10371455"/>
                  </a:lnTo>
                  <a:lnTo>
                    <a:pt x="9022080" y="10320655"/>
                  </a:lnTo>
                  <a:close/>
                  <a:moveTo>
                    <a:pt x="9022080" y="10439146"/>
                  </a:moveTo>
                  <a:lnTo>
                    <a:pt x="9022080" y="10489946"/>
                  </a:lnTo>
                  <a:lnTo>
                    <a:pt x="9022080" y="10439146"/>
                  </a:lnTo>
                  <a:close/>
                  <a:moveTo>
                    <a:pt x="8962772" y="10515346"/>
                  </a:moveTo>
                  <a:lnTo>
                    <a:pt x="8911972" y="10515346"/>
                  </a:lnTo>
                  <a:lnTo>
                    <a:pt x="8911972" y="10485120"/>
                  </a:lnTo>
                  <a:lnTo>
                    <a:pt x="8962772" y="10485120"/>
                  </a:lnTo>
                  <a:close/>
                  <a:moveTo>
                    <a:pt x="8844280" y="10485120"/>
                  </a:moveTo>
                  <a:lnTo>
                    <a:pt x="8793480" y="10485120"/>
                  </a:lnTo>
                  <a:lnTo>
                    <a:pt x="8844280" y="10485120"/>
                  </a:lnTo>
                  <a:close/>
                  <a:moveTo>
                    <a:pt x="8725789" y="10485120"/>
                  </a:moveTo>
                  <a:lnTo>
                    <a:pt x="8674989" y="10485120"/>
                  </a:lnTo>
                  <a:lnTo>
                    <a:pt x="8725789" y="10485120"/>
                  </a:lnTo>
                  <a:close/>
                  <a:moveTo>
                    <a:pt x="8607299" y="10485120"/>
                  </a:moveTo>
                  <a:lnTo>
                    <a:pt x="8556499" y="10485120"/>
                  </a:lnTo>
                  <a:lnTo>
                    <a:pt x="8607299" y="10485120"/>
                  </a:lnTo>
                  <a:close/>
                  <a:moveTo>
                    <a:pt x="8488807" y="10485120"/>
                  </a:moveTo>
                  <a:lnTo>
                    <a:pt x="8438007" y="10485120"/>
                  </a:lnTo>
                  <a:lnTo>
                    <a:pt x="8488807" y="10485120"/>
                  </a:lnTo>
                  <a:close/>
                  <a:moveTo>
                    <a:pt x="8370316" y="10485120"/>
                  </a:moveTo>
                  <a:lnTo>
                    <a:pt x="8319516" y="10485120"/>
                  </a:lnTo>
                  <a:lnTo>
                    <a:pt x="8370316" y="10485120"/>
                  </a:lnTo>
                  <a:close/>
                  <a:moveTo>
                    <a:pt x="8251825" y="10485120"/>
                  </a:moveTo>
                  <a:lnTo>
                    <a:pt x="8201025" y="10485120"/>
                  </a:lnTo>
                  <a:lnTo>
                    <a:pt x="8251825" y="10485120"/>
                  </a:lnTo>
                  <a:close/>
                  <a:moveTo>
                    <a:pt x="8133335" y="10485120"/>
                  </a:moveTo>
                  <a:lnTo>
                    <a:pt x="8082535" y="10485120"/>
                  </a:lnTo>
                  <a:lnTo>
                    <a:pt x="8133335" y="10485120"/>
                  </a:lnTo>
                  <a:close/>
                  <a:moveTo>
                    <a:pt x="8014843" y="10485120"/>
                  </a:moveTo>
                  <a:lnTo>
                    <a:pt x="7964043" y="10485120"/>
                  </a:lnTo>
                  <a:lnTo>
                    <a:pt x="8014843" y="10485120"/>
                  </a:lnTo>
                  <a:close/>
                  <a:moveTo>
                    <a:pt x="7896352" y="10485120"/>
                  </a:moveTo>
                  <a:lnTo>
                    <a:pt x="7845552" y="10485120"/>
                  </a:lnTo>
                  <a:lnTo>
                    <a:pt x="7896352" y="10485120"/>
                  </a:lnTo>
                  <a:close/>
                  <a:moveTo>
                    <a:pt x="7777862" y="10485120"/>
                  </a:moveTo>
                  <a:lnTo>
                    <a:pt x="7727062" y="10485120"/>
                  </a:lnTo>
                  <a:lnTo>
                    <a:pt x="7777862" y="10485120"/>
                  </a:lnTo>
                  <a:close/>
                  <a:moveTo>
                    <a:pt x="7659370" y="10485120"/>
                  </a:moveTo>
                  <a:lnTo>
                    <a:pt x="7608570" y="10485120"/>
                  </a:lnTo>
                  <a:lnTo>
                    <a:pt x="7659370" y="10485120"/>
                  </a:lnTo>
                  <a:close/>
                  <a:moveTo>
                    <a:pt x="7540879" y="10485120"/>
                  </a:moveTo>
                  <a:lnTo>
                    <a:pt x="7490079" y="10485120"/>
                  </a:lnTo>
                  <a:lnTo>
                    <a:pt x="7540879" y="10485120"/>
                  </a:lnTo>
                  <a:close/>
                  <a:moveTo>
                    <a:pt x="7422388" y="10485120"/>
                  </a:moveTo>
                  <a:lnTo>
                    <a:pt x="7371588" y="10485120"/>
                  </a:lnTo>
                  <a:lnTo>
                    <a:pt x="7422388" y="10485120"/>
                  </a:lnTo>
                  <a:close/>
                  <a:moveTo>
                    <a:pt x="7303898" y="10485120"/>
                  </a:moveTo>
                  <a:lnTo>
                    <a:pt x="7253098" y="10485120"/>
                  </a:lnTo>
                  <a:lnTo>
                    <a:pt x="7303898" y="10485120"/>
                  </a:lnTo>
                  <a:close/>
                  <a:moveTo>
                    <a:pt x="7185406" y="10485120"/>
                  </a:moveTo>
                  <a:lnTo>
                    <a:pt x="7134606" y="10485120"/>
                  </a:lnTo>
                  <a:lnTo>
                    <a:pt x="7185406" y="10485120"/>
                  </a:lnTo>
                  <a:close/>
                  <a:moveTo>
                    <a:pt x="7066915" y="10485120"/>
                  </a:moveTo>
                  <a:lnTo>
                    <a:pt x="7016115" y="10485120"/>
                  </a:lnTo>
                  <a:lnTo>
                    <a:pt x="7066915" y="10485120"/>
                  </a:lnTo>
                  <a:close/>
                  <a:moveTo>
                    <a:pt x="6948425" y="10485120"/>
                  </a:moveTo>
                  <a:lnTo>
                    <a:pt x="6897625" y="10485120"/>
                  </a:lnTo>
                  <a:lnTo>
                    <a:pt x="6948425" y="10485120"/>
                  </a:lnTo>
                  <a:close/>
                  <a:moveTo>
                    <a:pt x="6829933" y="10485120"/>
                  </a:moveTo>
                  <a:lnTo>
                    <a:pt x="6779133" y="10485120"/>
                  </a:lnTo>
                  <a:lnTo>
                    <a:pt x="6829933" y="10485120"/>
                  </a:lnTo>
                  <a:close/>
                  <a:moveTo>
                    <a:pt x="6711442" y="10485120"/>
                  </a:moveTo>
                  <a:lnTo>
                    <a:pt x="6660642" y="10485120"/>
                  </a:lnTo>
                  <a:lnTo>
                    <a:pt x="6711442" y="10485120"/>
                  </a:lnTo>
                  <a:close/>
                  <a:moveTo>
                    <a:pt x="6592951" y="10485120"/>
                  </a:moveTo>
                  <a:lnTo>
                    <a:pt x="6542151" y="10485120"/>
                  </a:lnTo>
                  <a:lnTo>
                    <a:pt x="6592951" y="10485120"/>
                  </a:lnTo>
                  <a:close/>
                  <a:moveTo>
                    <a:pt x="6474460" y="10485120"/>
                  </a:moveTo>
                  <a:lnTo>
                    <a:pt x="6423660" y="10485120"/>
                  </a:lnTo>
                  <a:lnTo>
                    <a:pt x="6474460" y="10485120"/>
                  </a:lnTo>
                  <a:close/>
                  <a:moveTo>
                    <a:pt x="6355969" y="10485120"/>
                  </a:moveTo>
                  <a:lnTo>
                    <a:pt x="6305169" y="10485120"/>
                  </a:lnTo>
                  <a:lnTo>
                    <a:pt x="6355969" y="10485120"/>
                  </a:lnTo>
                  <a:close/>
                  <a:moveTo>
                    <a:pt x="6237478" y="10485120"/>
                  </a:moveTo>
                  <a:lnTo>
                    <a:pt x="6186678" y="10485120"/>
                  </a:lnTo>
                  <a:lnTo>
                    <a:pt x="6237478" y="10485120"/>
                  </a:lnTo>
                  <a:close/>
                  <a:moveTo>
                    <a:pt x="6118987" y="10485120"/>
                  </a:moveTo>
                  <a:lnTo>
                    <a:pt x="6068187" y="10485120"/>
                  </a:lnTo>
                  <a:lnTo>
                    <a:pt x="6118987" y="10485120"/>
                  </a:lnTo>
                  <a:close/>
                  <a:moveTo>
                    <a:pt x="6000497" y="10485120"/>
                  </a:moveTo>
                  <a:lnTo>
                    <a:pt x="5949697" y="10485120"/>
                  </a:lnTo>
                  <a:lnTo>
                    <a:pt x="6000497" y="10485120"/>
                  </a:lnTo>
                  <a:close/>
                  <a:moveTo>
                    <a:pt x="5882005" y="10485120"/>
                  </a:moveTo>
                  <a:lnTo>
                    <a:pt x="5831205" y="10485120"/>
                  </a:lnTo>
                  <a:lnTo>
                    <a:pt x="5882005" y="10485120"/>
                  </a:lnTo>
                  <a:close/>
                  <a:moveTo>
                    <a:pt x="5763514" y="10485120"/>
                  </a:moveTo>
                  <a:lnTo>
                    <a:pt x="5712714" y="10485120"/>
                  </a:lnTo>
                  <a:lnTo>
                    <a:pt x="5763514" y="10485120"/>
                  </a:lnTo>
                  <a:close/>
                  <a:moveTo>
                    <a:pt x="5645023" y="10485120"/>
                  </a:moveTo>
                  <a:lnTo>
                    <a:pt x="5594223" y="10485120"/>
                  </a:lnTo>
                  <a:lnTo>
                    <a:pt x="5645023" y="10485120"/>
                  </a:lnTo>
                  <a:close/>
                  <a:moveTo>
                    <a:pt x="5526532" y="10485120"/>
                  </a:moveTo>
                  <a:lnTo>
                    <a:pt x="5475732" y="10485120"/>
                  </a:lnTo>
                  <a:lnTo>
                    <a:pt x="5526532" y="10485120"/>
                  </a:lnTo>
                  <a:close/>
                  <a:moveTo>
                    <a:pt x="5408041" y="10485120"/>
                  </a:moveTo>
                  <a:lnTo>
                    <a:pt x="5357241" y="10485120"/>
                  </a:lnTo>
                  <a:lnTo>
                    <a:pt x="5408041" y="10485120"/>
                  </a:lnTo>
                  <a:close/>
                  <a:moveTo>
                    <a:pt x="5289550" y="10485120"/>
                  </a:moveTo>
                  <a:lnTo>
                    <a:pt x="5238750" y="10485120"/>
                  </a:lnTo>
                  <a:lnTo>
                    <a:pt x="5289550" y="10485120"/>
                  </a:lnTo>
                  <a:close/>
                  <a:moveTo>
                    <a:pt x="5171059" y="10485120"/>
                  </a:moveTo>
                  <a:lnTo>
                    <a:pt x="5120259" y="10485120"/>
                  </a:lnTo>
                  <a:lnTo>
                    <a:pt x="5171059" y="10485120"/>
                  </a:lnTo>
                  <a:close/>
                  <a:moveTo>
                    <a:pt x="5052568" y="10485120"/>
                  </a:moveTo>
                  <a:lnTo>
                    <a:pt x="5001768" y="10485120"/>
                  </a:lnTo>
                  <a:lnTo>
                    <a:pt x="5052568" y="10485120"/>
                  </a:lnTo>
                  <a:close/>
                  <a:moveTo>
                    <a:pt x="4934078" y="10485120"/>
                  </a:moveTo>
                  <a:lnTo>
                    <a:pt x="4883278" y="10485120"/>
                  </a:lnTo>
                  <a:lnTo>
                    <a:pt x="4934078" y="10485120"/>
                  </a:lnTo>
                  <a:close/>
                  <a:moveTo>
                    <a:pt x="4815586" y="10485120"/>
                  </a:moveTo>
                  <a:lnTo>
                    <a:pt x="4764786" y="10485120"/>
                  </a:lnTo>
                  <a:lnTo>
                    <a:pt x="4815586" y="10485120"/>
                  </a:lnTo>
                  <a:close/>
                  <a:moveTo>
                    <a:pt x="4697095" y="10485120"/>
                  </a:moveTo>
                  <a:lnTo>
                    <a:pt x="4646295" y="10485120"/>
                  </a:lnTo>
                  <a:lnTo>
                    <a:pt x="4697095" y="10485120"/>
                  </a:lnTo>
                  <a:close/>
                  <a:moveTo>
                    <a:pt x="4578604" y="10485120"/>
                  </a:moveTo>
                  <a:lnTo>
                    <a:pt x="4527804" y="10485120"/>
                  </a:lnTo>
                  <a:lnTo>
                    <a:pt x="4578604" y="10485120"/>
                  </a:lnTo>
                  <a:close/>
                  <a:moveTo>
                    <a:pt x="4460113" y="10485120"/>
                  </a:moveTo>
                  <a:lnTo>
                    <a:pt x="4409313" y="10485120"/>
                  </a:lnTo>
                  <a:lnTo>
                    <a:pt x="4460113" y="10485120"/>
                  </a:lnTo>
                  <a:close/>
                  <a:moveTo>
                    <a:pt x="4341622" y="10485120"/>
                  </a:moveTo>
                  <a:lnTo>
                    <a:pt x="4290822" y="10485120"/>
                  </a:lnTo>
                  <a:lnTo>
                    <a:pt x="4341622" y="10485120"/>
                  </a:lnTo>
                  <a:close/>
                  <a:moveTo>
                    <a:pt x="4223131" y="10485120"/>
                  </a:moveTo>
                  <a:lnTo>
                    <a:pt x="4172331" y="10485120"/>
                  </a:lnTo>
                  <a:lnTo>
                    <a:pt x="4223131" y="10485120"/>
                  </a:lnTo>
                  <a:close/>
                  <a:moveTo>
                    <a:pt x="4104641" y="10485120"/>
                  </a:moveTo>
                  <a:lnTo>
                    <a:pt x="4053841" y="10485120"/>
                  </a:lnTo>
                  <a:lnTo>
                    <a:pt x="4104641" y="10485120"/>
                  </a:lnTo>
                  <a:close/>
                  <a:moveTo>
                    <a:pt x="3986149" y="10485120"/>
                  </a:moveTo>
                  <a:lnTo>
                    <a:pt x="3935349" y="10485120"/>
                  </a:lnTo>
                  <a:lnTo>
                    <a:pt x="3986149" y="10485120"/>
                  </a:lnTo>
                  <a:close/>
                  <a:moveTo>
                    <a:pt x="3867658" y="10485120"/>
                  </a:moveTo>
                  <a:lnTo>
                    <a:pt x="3816858" y="10485120"/>
                  </a:lnTo>
                  <a:lnTo>
                    <a:pt x="3867658" y="10485120"/>
                  </a:lnTo>
                  <a:close/>
                  <a:moveTo>
                    <a:pt x="3749167" y="10485120"/>
                  </a:moveTo>
                  <a:lnTo>
                    <a:pt x="3698367" y="10485120"/>
                  </a:lnTo>
                  <a:lnTo>
                    <a:pt x="3749167" y="10485120"/>
                  </a:lnTo>
                  <a:close/>
                  <a:moveTo>
                    <a:pt x="3630676" y="10485120"/>
                  </a:moveTo>
                  <a:lnTo>
                    <a:pt x="3579876" y="10485120"/>
                  </a:lnTo>
                  <a:lnTo>
                    <a:pt x="3630676" y="10485120"/>
                  </a:lnTo>
                  <a:close/>
                  <a:moveTo>
                    <a:pt x="3512185" y="10485120"/>
                  </a:moveTo>
                  <a:lnTo>
                    <a:pt x="3461385" y="10485120"/>
                  </a:lnTo>
                  <a:lnTo>
                    <a:pt x="3512185" y="10485120"/>
                  </a:lnTo>
                  <a:close/>
                  <a:moveTo>
                    <a:pt x="3393694" y="10485120"/>
                  </a:moveTo>
                  <a:lnTo>
                    <a:pt x="3342894" y="10485120"/>
                  </a:lnTo>
                  <a:lnTo>
                    <a:pt x="3393694" y="10485120"/>
                  </a:lnTo>
                  <a:close/>
                  <a:moveTo>
                    <a:pt x="3275203" y="10485120"/>
                  </a:moveTo>
                  <a:lnTo>
                    <a:pt x="3224403" y="10485120"/>
                  </a:lnTo>
                  <a:lnTo>
                    <a:pt x="3275203" y="10485120"/>
                  </a:lnTo>
                  <a:close/>
                  <a:moveTo>
                    <a:pt x="3156712" y="10485120"/>
                  </a:moveTo>
                  <a:lnTo>
                    <a:pt x="3105912" y="10485120"/>
                  </a:lnTo>
                  <a:lnTo>
                    <a:pt x="3156712" y="10485120"/>
                  </a:lnTo>
                  <a:close/>
                  <a:moveTo>
                    <a:pt x="3038221" y="10485120"/>
                  </a:moveTo>
                  <a:lnTo>
                    <a:pt x="2987421" y="10485120"/>
                  </a:lnTo>
                  <a:lnTo>
                    <a:pt x="3038221" y="10485120"/>
                  </a:lnTo>
                  <a:close/>
                  <a:moveTo>
                    <a:pt x="2919730" y="10485120"/>
                  </a:moveTo>
                  <a:lnTo>
                    <a:pt x="2868930" y="10485120"/>
                  </a:lnTo>
                  <a:lnTo>
                    <a:pt x="2919730" y="10485120"/>
                  </a:lnTo>
                  <a:close/>
                  <a:moveTo>
                    <a:pt x="2801239" y="10485120"/>
                  </a:moveTo>
                  <a:lnTo>
                    <a:pt x="2750439" y="10485120"/>
                  </a:lnTo>
                  <a:lnTo>
                    <a:pt x="2801239" y="10485120"/>
                  </a:lnTo>
                  <a:close/>
                  <a:moveTo>
                    <a:pt x="2682748" y="10485120"/>
                  </a:moveTo>
                  <a:lnTo>
                    <a:pt x="2631948" y="10485120"/>
                  </a:lnTo>
                  <a:lnTo>
                    <a:pt x="2682748" y="10485120"/>
                  </a:lnTo>
                  <a:close/>
                  <a:moveTo>
                    <a:pt x="2564257" y="10485120"/>
                  </a:moveTo>
                  <a:lnTo>
                    <a:pt x="2513457" y="10485120"/>
                  </a:lnTo>
                  <a:lnTo>
                    <a:pt x="2564257" y="10485120"/>
                  </a:lnTo>
                  <a:close/>
                  <a:moveTo>
                    <a:pt x="2445766" y="10485120"/>
                  </a:moveTo>
                  <a:lnTo>
                    <a:pt x="2394966" y="10485120"/>
                  </a:lnTo>
                  <a:lnTo>
                    <a:pt x="2445766" y="10485120"/>
                  </a:lnTo>
                  <a:close/>
                  <a:moveTo>
                    <a:pt x="2327275" y="10485120"/>
                  </a:moveTo>
                  <a:lnTo>
                    <a:pt x="2276475" y="10485120"/>
                  </a:lnTo>
                  <a:lnTo>
                    <a:pt x="2327275" y="10485120"/>
                  </a:lnTo>
                  <a:close/>
                  <a:moveTo>
                    <a:pt x="2208784" y="10485120"/>
                  </a:moveTo>
                  <a:lnTo>
                    <a:pt x="2157984" y="10485120"/>
                  </a:lnTo>
                  <a:lnTo>
                    <a:pt x="2208784" y="10485120"/>
                  </a:lnTo>
                  <a:close/>
                  <a:moveTo>
                    <a:pt x="2090293" y="10485120"/>
                  </a:moveTo>
                  <a:lnTo>
                    <a:pt x="2039493" y="10485120"/>
                  </a:lnTo>
                  <a:lnTo>
                    <a:pt x="2090293" y="10485120"/>
                  </a:lnTo>
                  <a:close/>
                  <a:moveTo>
                    <a:pt x="1971802" y="10485120"/>
                  </a:moveTo>
                  <a:lnTo>
                    <a:pt x="1921002" y="10485120"/>
                  </a:lnTo>
                  <a:lnTo>
                    <a:pt x="1971802" y="10485120"/>
                  </a:lnTo>
                  <a:close/>
                  <a:moveTo>
                    <a:pt x="1853311" y="10485120"/>
                  </a:moveTo>
                  <a:lnTo>
                    <a:pt x="1802511" y="10485120"/>
                  </a:lnTo>
                  <a:lnTo>
                    <a:pt x="1853311" y="10485120"/>
                  </a:lnTo>
                  <a:close/>
                  <a:moveTo>
                    <a:pt x="1734820" y="10485120"/>
                  </a:moveTo>
                  <a:lnTo>
                    <a:pt x="1684020" y="10485120"/>
                  </a:lnTo>
                  <a:lnTo>
                    <a:pt x="1734820" y="10485120"/>
                  </a:lnTo>
                  <a:close/>
                  <a:moveTo>
                    <a:pt x="1616329" y="10485120"/>
                  </a:moveTo>
                  <a:lnTo>
                    <a:pt x="1565529" y="10485120"/>
                  </a:lnTo>
                  <a:lnTo>
                    <a:pt x="1616329" y="10485120"/>
                  </a:lnTo>
                  <a:close/>
                  <a:moveTo>
                    <a:pt x="1497838" y="10485120"/>
                  </a:moveTo>
                  <a:lnTo>
                    <a:pt x="1447038" y="10485120"/>
                  </a:lnTo>
                  <a:lnTo>
                    <a:pt x="1497838" y="10485120"/>
                  </a:lnTo>
                  <a:close/>
                  <a:moveTo>
                    <a:pt x="1379347" y="10485120"/>
                  </a:moveTo>
                  <a:lnTo>
                    <a:pt x="1328547" y="10485120"/>
                  </a:lnTo>
                  <a:lnTo>
                    <a:pt x="1379347" y="10485120"/>
                  </a:lnTo>
                  <a:close/>
                  <a:moveTo>
                    <a:pt x="1260856" y="10485120"/>
                  </a:moveTo>
                  <a:lnTo>
                    <a:pt x="1210056" y="10485120"/>
                  </a:lnTo>
                  <a:lnTo>
                    <a:pt x="1260856" y="10485120"/>
                  </a:lnTo>
                  <a:close/>
                  <a:moveTo>
                    <a:pt x="1142365" y="10485120"/>
                  </a:moveTo>
                  <a:lnTo>
                    <a:pt x="1091565" y="10485120"/>
                  </a:lnTo>
                  <a:lnTo>
                    <a:pt x="1142365" y="10485120"/>
                  </a:lnTo>
                  <a:close/>
                  <a:moveTo>
                    <a:pt x="1023874" y="10485120"/>
                  </a:moveTo>
                  <a:lnTo>
                    <a:pt x="973074" y="10485120"/>
                  </a:lnTo>
                  <a:lnTo>
                    <a:pt x="1023874" y="10485120"/>
                  </a:lnTo>
                  <a:close/>
                  <a:moveTo>
                    <a:pt x="905383" y="10485120"/>
                  </a:moveTo>
                  <a:lnTo>
                    <a:pt x="854583" y="10485120"/>
                  </a:lnTo>
                  <a:lnTo>
                    <a:pt x="905383" y="10485120"/>
                  </a:lnTo>
                  <a:close/>
                  <a:moveTo>
                    <a:pt x="786892" y="10485120"/>
                  </a:moveTo>
                  <a:lnTo>
                    <a:pt x="736092" y="10485120"/>
                  </a:lnTo>
                  <a:lnTo>
                    <a:pt x="786892" y="10485120"/>
                  </a:lnTo>
                  <a:close/>
                  <a:moveTo>
                    <a:pt x="668401" y="10485120"/>
                  </a:moveTo>
                  <a:lnTo>
                    <a:pt x="617601" y="10485120"/>
                  </a:lnTo>
                  <a:lnTo>
                    <a:pt x="668401" y="10485120"/>
                  </a:lnTo>
                  <a:close/>
                  <a:moveTo>
                    <a:pt x="549910" y="10485120"/>
                  </a:moveTo>
                  <a:lnTo>
                    <a:pt x="499110" y="10485120"/>
                  </a:lnTo>
                  <a:lnTo>
                    <a:pt x="549910" y="10485120"/>
                  </a:lnTo>
                  <a:close/>
                  <a:moveTo>
                    <a:pt x="431419" y="10485120"/>
                  </a:moveTo>
                  <a:lnTo>
                    <a:pt x="380619" y="10485120"/>
                  </a:lnTo>
                  <a:lnTo>
                    <a:pt x="431419" y="10485120"/>
                  </a:lnTo>
                  <a:close/>
                  <a:moveTo>
                    <a:pt x="312928" y="10485120"/>
                  </a:moveTo>
                  <a:lnTo>
                    <a:pt x="262128" y="10485120"/>
                  </a:lnTo>
                  <a:lnTo>
                    <a:pt x="312928" y="10485120"/>
                  </a:lnTo>
                  <a:close/>
                  <a:moveTo>
                    <a:pt x="194437" y="10485120"/>
                  </a:moveTo>
                  <a:lnTo>
                    <a:pt x="143637" y="10485120"/>
                  </a:lnTo>
                  <a:lnTo>
                    <a:pt x="194437" y="10485120"/>
                  </a:lnTo>
                  <a:close/>
                  <a:moveTo>
                    <a:pt x="75946" y="10485120"/>
                  </a:moveTo>
                  <a:lnTo>
                    <a:pt x="25146" y="10485120"/>
                  </a:lnTo>
                  <a:lnTo>
                    <a:pt x="75946" y="10485120"/>
                  </a:lnTo>
                  <a:close/>
                  <a:moveTo>
                    <a:pt x="0" y="10456291"/>
                  </a:moveTo>
                  <a:lnTo>
                    <a:pt x="0" y="10405491"/>
                  </a:lnTo>
                  <a:lnTo>
                    <a:pt x="16891" y="10405491"/>
                  </a:lnTo>
                  <a:lnTo>
                    <a:pt x="16891" y="10456291"/>
                  </a:lnTo>
                  <a:close/>
                  <a:moveTo>
                    <a:pt x="0" y="10337800"/>
                  </a:moveTo>
                  <a:lnTo>
                    <a:pt x="0" y="10287000"/>
                  </a:lnTo>
                  <a:lnTo>
                    <a:pt x="16891" y="10287000"/>
                  </a:lnTo>
                  <a:lnTo>
                    <a:pt x="16891" y="10337800"/>
                  </a:lnTo>
                  <a:close/>
                  <a:moveTo>
                    <a:pt x="16891" y="10219309"/>
                  </a:moveTo>
                  <a:lnTo>
                    <a:pt x="16891" y="10168509"/>
                  </a:lnTo>
                  <a:lnTo>
                    <a:pt x="16891" y="10219309"/>
                  </a:lnTo>
                  <a:close/>
                  <a:moveTo>
                    <a:pt x="16891" y="10100818"/>
                  </a:moveTo>
                  <a:lnTo>
                    <a:pt x="16891" y="10050018"/>
                  </a:lnTo>
                  <a:lnTo>
                    <a:pt x="16891" y="10100818"/>
                  </a:lnTo>
                  <a:close/>
                  <a:moveTo>
                    <a:pt x="0" y="9982200"/>
                  </a:moveTo>
                  <a:lnTo>
                    <a:pt x="0" y="9931400"/>
                  </a:lnTo>
                  <a:lnTo>
                    <a:pt x="16891" y="9931400"/>
                  </a:lnTo>
                  <a:lnTo>
                    <a:pt x="16891" y="9982200"/>
                  </a:lnTo>
                  <a:close/>
                  <a:moveTo>
                    <a:pt x="16891" y="9863709"/>
                  </a:moveTo>
                  <a:lnTo>
                    <a:pt x="16891" y="9812909"/>
                  </a:lnTo>
                  <a:lnTo>
                    <a:pt x="16891" y="9863709"/>
                  </a:lnTo>
                  <a:close/>
                  <a:moveTo>
                    <a:pt x="16891" y="9745218"/>
                  </a:moveTo>
                  <a:lnTo>
                    <a:pt x="16891" y="9694418"/>
                  </a:lnTo>
                  <a:lnTo>
                    <a:pt x="16891" y="9745218"/>
                  </a:lnTo>
                  <a:close/>
                  <a:moveTo>
                    <a:pt x="0" y="9626600"/>
                  </a:moveTo>
                  <a:lnTo>
                    <a:pt x="0" y="9575800"/>
                  </a:lnTo>
                  <a:lnTo>
                    <a:pt x="16891" y="9575800"/>
                  </a:lnTo>
                  <a:lnTo>
                    <a:pt x="16891" y="9626600"/>
                  </a:lnTo>
                  <a:close/>
                  <a:moveTo>
                    <a:pt x="16891" y="9508109"/>
                  </a:moveTo>
                  <a:lnTo>
                    <a:pt x="16891" y="9457309"/>
                  </a:lnTo>
                  <a:lnTo>
                    <a:pt x="16891" y="9508109"/>
                  </a:lnTo>
                  <a:close/>
                  <a:moveTo>
                    <a:pt x="16891" y="9389618"/>
                  </a:moveTo>
                  <a:lnTo>
                    <a:pt x="16891" y="9338818"/>
                  </a:lnTo>
                  <a:lnTo>
                    <a:pt x="16891" y="9389618"/>
                  </a:lnTo>
                  <a:close/>
                  <a:moveTo>
                    <a:pt x="0" y="9271000"/>
                  </a:moveTo>
                  <a:lnTo>
                    <a:pt x="0" y="9220200"/>
                  </a:lnTo>
                  <a:lnTo>
                    <a:pt x="16891" y="9220200"/>
                  </a:lnTo>
                  <a:lnTo>
                    <a:pt x="16891" y="9271000"/>
                  </a:lnTo>
                  <a:close/>
                  <a:moveTo>
                    <a:pt x="16891" y="9152509"/>
                  </a:moveTo>
                  <a:lnTo>
                    <a:pt x="16891" y="9101709"/>
                  </a:lnTo>
                  <a:lnTo>
                    <a:pt x="16891" y="9152509"/>
                  </a:lnTo>
                  <a:close/>
                  <a:moveTo>
                    <a:pt x="16891" y="9034018"/>
                  </a:moveTo>
                  <a:lnTo>
                    <a:pt x="16891" y="8983218"/>
                  </a:lnTo>
                  <a:lnTo>
                    <a:pt x="16891" y="9034018"/>
                  </a:lnTo>
                  <a:close/>
                  <a:moveTo>
                    <a:pt x="0" y="8915400"/>
                  </a:moveTo>
                  <a:lnTo>
                    <a:pt x="0" y="8864600"/>
                  </a:lnTo>
                  <a:lnTo>
                    <a:pt x="16891" y="8864600"/>
                  </a:lnTo>
                  <a:lnTo>
                    <a:pt x="16891" y="8915400"/>
                  </a:lnTo>
                  <a:close/>
                  <a:moveTo>
                    <a:pt x="16891" y="8796909"/>
                  </a:moveTo>
                  <a:lnTo>
                    <a:pt x="16891" y="8746109"/>
                  </a:lnTo>
                  <a:lnTo>
                    <a:pt x="16891" y="8796909"/>
                  </a:lnTo>
                  <a:close/>
                  <a:moveTo>
                    <a:pt x="16891" y="8678418"/>
                  </a:moveTo>
                  <a:lnTo>
                    <a:pt x="16891" y="8627618"/>
                  </a:lnTo>
                  <a:lnTo>
                    <a:pt x="16891" y="8678418"/>
                  </a:lnTo>
                  <a:close/>
                  <a:moveTo>
                    <a:pt x="0" y="8559800"/>
                  </a:moveTo>
                  <a:lnTo>
                    <a:pt x="0" y="8509000"/>
                  </a:lnTo>
                  <a:lnTo>
                    <a:pt x="16891" y="8509000"/>
                  </a:lnTo>
                  <a:lnTo>
                    <a:pt x="16891" y="8559800"/>
                  </a:lnTo>
                  <a:close/>
                  <a:moveTo>
                    <a:pt x="16891" y="8441309"/>
                  </a:moveTo>
                  <a:lnTo>
                    <a:pt x="16891" y="8390509"/>
                  </a:lnTo>
                  <a:lnTo>
                    <a:pt x="16891" y="8441309"/>
                  </a:lnTo>
                  <a:close/>
                  <a:moveTo>
                    <a:pt x="16891" y="8322818"/>
                  </a:moveTo>
                  <a:lnTo>
                    <a:pt x="16891" y="8272018"/>
                  </a:lnTo>
                  <a:lnTo>
                    <a:pt x="16891" y="8322818"/>
                  </a:lnTo>
                  <a:close/>
                  <a:moveTo>
                    <a:pt x="0" y="8204200"/>
                  </a:moveTo>
                  <a:lnTo>
                    <a:pt x="0" y="8153400"/>
                  </a:lnTo>
                  <a:lnTo>
                    <a:pt x="16891" y="8153400"/>
                  </a:lnTo>
                  <a:lnTo>
                    <a:pt x="16891" y="8204200"/>
                  </a:lnTo>
                  <a:close/>
                  <a:moveTo>
                    <a:pt x="16891" y="8085709"/>
                  </a:moveTo>
                  <a:lnTo>
                    <a:pt x="16891" y="8034909"/>
                  </a:lnTo>
                  <a:lnTo>
                    <a:pt x="16891" y="8085709"/>
                  </a:lnTo>
                  <a:close/>
                  <a:moveTo>
                    <a:pt x="16891" y="7967218"/>
                  </a:moveTo>
                  <a:lnTo>
                    <a:pt x="16891" y="7916418"/>
                  </a:lnTo>
                  <a:lnTo>
                    <a:pt x="16891" y="7967218"/>
                  </a:lnTo>
                  <a:close/>
                  <a:moveTo>
                    <a:pt x="0" y="7848600"/>
                  </a:moveTo>
                  <a:lnTo>
                    <a:pt x="0" y="7797800"/>
                  </a:lnTo>
                  <a:lnTo>
                    <a:pt x="16891" y="7797800"/>
                  </a:lnTo>
                  <a:lnTo>
                    <a:pt x="16891" y="7848600"/>
                  </a:lnTo>
                  <a:close/>
                  <a:moveTo>
                    <a:pt x="16891" y="7730109"/>
                  </a:moveTo>
                  <a:lnTo>
                    <a:pt x="16891" y="7679309"/>
                  </a:lnTo>
                  <a:lnTo>
                    <a:pt x="16891" y="7730109"/>
                  </a:lnTo>
                  <a:close/>
                  <a:moveTo>
                    <a:pt x="16891" y="7611618"/>
                  </a:moveTo>
                  <a:lnTo>
                    <a:pt x="16891" y="7560818"/>
                  </a:lnTo>
                  <a:lnTo>
                    <a:pt x="16891" y="7611618"/>
                  </a:lnTo>
                  <a:close/>
                  <a:moveTo>
                    <a:pt x="0" y="7493000"/>
                  </a:moveTo>
                  <a:lnTo>
                    <a:pt x="0" y="7442200"/>
                  </a:lnTo>
                  <a:lnTo>
                    <a:pt x="16891" y="7442200"/>
                  </a:lnTo>
                  <a:lnTo>
                    <a:pt x="16891" y="7493000"/>
                  </a:lnTo>
                  <a:close/>
                  <a:moveTo>
                    <a:pt x="16891" y="7374509"/>
                  </a:moveTo>
                  <a:lnTo>
                    <a:pt x="16891" y="7323709"/>
                  </a:lnTo>
                  <a:lnTo>
                    <a:pt x="16891" y="7374509"/>
                  </a:lnTo>
                  <a:close/>
                  <a:moveTo>
                    <a:pt x="16891" y="7256018"/>
                  </a:moveTo>
                  <a:lnTo>
                    <a:pt x="16891" y="7205218"/>
                  </a:lnTo>
                  <a:lnTo>
                    <a:pt x="16891" y="7256018"/>
                  </a:lnTo>
                  <a:close/>
                  <a:moveTo>
                    <a:pt x="0" y="7137400"/>
                  </a:moveTo>
                  <a:lnTo>
                    <a:pt x="0" y="7086600"/>
                  </a:lnTo>
                  <a:lnTo>
                    <a:pt x="16891" y="7086600"/>
                  </a:lnTo>
                  <a:lnTo>
                    <a:pt x="16891" y="7137400"/>
                  </a:lnTo>
                  <a:close/>
                  <a:moveTo>
                    <a:pt x="16891" y="7018909"/>
                  </a:moveTo>
                  <a:lnTo>
                    <a:pt x="16891" y="6968109"/>
                  </a:lnTo>
                  <a:lnTo>
                    <a:pt x="16891" y="7018909"/>
                  </a:lnTo>
                  <a:close/>
                  <a:moveTo>
                    <a:pt x="16891" y="6900418"/>
                  </a:moveTo>
                  <a:lnTo>
                    <a:pt x="16891" y="6849618"/>
                  </a:lnTo>
                  <a:lnTo>
                    <a:pt x="16891" y="6900418"/>
                  </a:lnTo>
                  <a:close/>
                  <a:moveTo>
                    <a:pt x="0" y="6781800"/>
                  </a:moveTo>
                  <a:lnTo>
                    <a:pt x="0" y="6731000"/>
                  </a:lnTo>
                  <a:lnTo>
                    <a:pt x="16891" y="6731000"/>
                  </a:lnTo>
                  <a:lnTo>
                    <a:pt x="16891" y="6781800"/>
                  </a:lnTo>
                  <a:close/>
                  <a:moveTo>
                    <a:pt x="16891" y="6663309"/>
                  </a:moveTo>
                  <a:lnTo>
                    <a:pt x="16891" y="6612509"/>
                  </a:lnTo>
                  <a:lnTo>
                    <a:pt x="16891" y="6663309"/>
                  </a:lnTo>
                  <a:close/>
                  <a:moveTo>
                    <a:pt x="16891" y="6544818"/>
                  </a:moveTo>
                  <a:lnTo>
                    <a:pt x="16891" y="6494018"/>
                  </a:lnTo>
                  <a:lnTo>
                    <a:pt x="16891" y="6544818"/>
                  </a:lnTo>
                  <a:close/>
                  <a:moveTo>
                    <a:pt x="0" y="6426200"/>
                  </a:moveTo>
                  <a:lnTo>
                    <a:pt x="0" y="6375400"/>
                  </a:lnTo>
                  <a:lnTo>
                    <a:pt x="16891" y="6375400"/>
                  </a:lnTo>
                  <a:lnTo>
                    <a:pt x="16891" y="6426200"/>
                  </a:lnTo>
                  <a:close/>
                  <a:moveTo>
                    <a:pt x="16891" y="6307709"/>
                  </a:moveTo>
                  <a:lnTo>
                    <a:pt x="16891" y="6256909"/>
                  </a:lnTo>
                  <a:lnTo>
                    <a:pt x="16891" y="6307709"/>
                  </a:lnTo>
                  <a:close/>
                  <a:moveTo>
                    <a:pt x="16891" y="6189218"/>
                  </a:moveTo>
                  <a:lnTo>
                    <a:pt x="16891" y="6138418"/>
                  </a:lnTo>
                  <a:lnTo>
                    <a:pt x="16891" y="6189218"/>
                  </a:lnTo>
                  <a:close/>
                  <a:moveTo>
                    <a:pt x="0" y="6070600"/>
                  </a:moveTo>
                  <a:lnTo>
                    <a:pt x="0" y="6019800"/>
                  </a:lnTo>
                  <a:lnTo>
                    <a:pt x="16891" y="6019800"/>
                  </a:lnTo>
                  <a:lnTo>
                    <a:pt x="16891" y="6070600"/>
                  </a:lnTo>
                  <a:close/>
                  <a:moveTo>
                    <a:pt x="16891" y="5952109"/>
                  </a:moveTo>
                  <a:lnTo>
                    <a:pt x="16891" y="5901309"/>
                  </a:lnTo>
                  <a:lnTo>
                    <a:pt x="16891" y="5952109"/>
                  </a:lnTo>
                  <a:close/>
                  <a:moveTo>
                    <a:pt x="16891" y="5833618"/>
                  </a:moveTo>
                  <a:lnTo>
                    <a:pt x="16891" y="5782818"/>
                  </a:lnTo>
                  <a:lnTo>
                    <a:pt x="16891" y="5833618"/>
                  </a:lnTo>
                  <a:close/>
                  <a:moveTo>
                    <a:pt x="0" y="5715000"/>
                  </a:moveTo>
                  <a:lnTo>
                    <a:pt x="0" y="5664200"/>
                  </a:lnTo>
                  <a:lnTo>
                    <a:pt x="16891" y="5664200"/>
                  </a:lnTo>
                  <a:lnTo>
                    <a:pt x="16891" y="5715000"/>
                  </a:lnTo>
                  <a:close/>
                  <a:moveTo>
                    <a:pt x="16891" y="5596509"/>
                  </a:moveTo>
                  <a:lnTo>
                    <a:pt x="16891" y="5545709"/>
                  </a:lnTo>
                  <a:lnTo>
                    <a:pt x="16891" y="5596509"/>
                  </a:lnTo>
                  <a:close/>
                  <a:moveTo>
                    <a:pt x="16891" y="5478018"/>
                  </a:moveTo>
                  <a:lnTo>
                    <a:pt x="16891" y="5427218"/>
                  </a:lnTo>
                  <a:lnTo>
                    <a:pt x="16891" y="5478018"/>
                  </a:lnTo>
                  <a:close/>
                  <a:moveTo>
                    <a:pt x="0" y="5359400"/>
                  </a:moveTo>
                  <a:lnTo>
                    <a:pt x="0" y="5308600"/>
                  </a:lnTo>
                  <a:lnTo>
                    <a:pt x="16891" y="5308600"/>
                  </a:lnTo>
                  <a:lnTo>
                    <a:pt x="16891" y="5359400"/>
                  </a:lnTo>
                  <a:close/>
                  <a:moveTo>
                    <a:pt x="16891" y="5240909"/>
                  </a:moveTo>
                  <a:lnTo>
                    <a:pt x="16891" y="5190109"/>
                  </a:lnTo>
                  <a:lnTo>
                    <a:pt x="16891" y="5240909"/>
                  </a:lnTo>
                  <a:close/>
                  <a:moveTo>
                    <a:pt x="16891" y="5122418"/>
                  </a:moveTo>
                  <a:lnTo>
                    <a:pt x="16891" y="5071618"/>
                  </a:lnTo>
                  <a:lnTo>
                    <a:pt x="16891" y="5122418"/>
                  </a:lnTo>
                  <a:close/>
                  <a:moveTo>
                    <a:pt x="0" y="5003800"/>
                  </a:moveTo>
                  <a:lnTo>
                    <a:pt x="0" y="4953000"/>
                  </a:lnTo>
                  <a:lnTo>
                    <a:pt x="16891" y="4953000"/>
                  </a:lnTo>
                  <a:lnTo>
                    <a:pt x="16891" y="5003800"/>
                  </a:lnTo>
                  <a:close/>
                  <a:moveTo>
                    <a:pt x="16891" y="4885309"/>
                  </a:moveTo>
                  <a:lnTo>
                    <a:pt x="16891" y="4834509"/>
                  </a:lnTo>
                  <a:lnTo>
                    <a:pt x="16891" y="4885309"/>
                  </a:lnTo>
                  <a:close/>
                  <a:moveTo>
                    <a:pt x="16891" y="4766818"/>
                  </a:moveTo>
                  <a:lnTo>
                    <a:pt x="16891" y="4716018"/>
                  </a:lnTo>
                  <a:lnTo>
                    <a:pt x="16891" y="4766818"/>
                  </a:lnTo>
                  <a:close/>
                  <a:moveTo>
                    <a:pt x="0" y="4648200"/>
                  </a:moveTo>
                  <a:lnTo>
                    <a:pt x="0" y="4597400"/>
                  </a:lnTo>
                  <a:lnTo>
                    <a:pt x="16891" y="4597400"/>
                  </a:lnTo>
                  <a:lnTo>
                    <a:pt x="16891" y="4648200"/>
                  </a:lnTo>
                  <a:close/>
                  <a:moveTo>
                    <a:pt x="16891" y="4529709"/>
                  </a:moveTo>
                  <a:lnTo>
                    <a:pt x="16891" y="4478909"/>
                  </a:lnTo>
                  <a:lnTo>
                    <a:pt x="16891" y="4529709"/>
                  </a:lnTo>
                  <a:close/>
                  <a:moveTo>
                    <a:pt x="16891" y="4411218"/>
                  </a:moveTo>
                  <a:lnTo>
                    <a:pt x="16891" y="4360418"/>
                  </a:lnTo>
                  <a:lnTo>
                    <a:pt x="16891" y="4411218"/>
                  </a:lnTo>
                  <a:close/>
                  <a:moveTo>
                    <a:pt x="0" y="4292600"/>
                  </a:moveTo>
                  <a:lnTo>
                    <a:pt x="0" y="4241800"/>
                  </a:lnTo>
                  <a:lnTo>
                    <a:pt x="16891" y="4241800"/>
                  </a:lnTo>
                  <a:lnTo>
                    <a:pt x="16891" y="4292600"/>
                  </a:lnTo>
                  <a:close/>
                  <a:moveTo>
                    <a:pt x="16891" y="4174109"/>
                  </a:moveTo>
                  <a:lnTo>
                    <a:pt x="16891" y="4123309"/>
                  </a:lnTo>
                  <a:lnTo>
                    <a:pt x="16891" y="4174109"/>
                  </a:lnTo>
                  <a:close/>
                  <a:moveTo>
                    <a:pt x="16891" y="4055618"/>
                  </a:moveTo>
                  <a:lnTo>
                    <a:pt x="16891" y="4004818"/>
                  </a:lnTo>
                  <a:lnTo>
                    <a:pt x="16891" y="4055618"/>
                  </a:lnTo>
                  <a:close/>
                  <a:moveTo>
                    <a:pt x="0" y="3937000"/>
                  </a:moveTo>
                  <a:lnTo>
                    <a:pt x="0" y="3886200"/>
                  </a:lnTo>
                  <a:lnTo>
                    <a:pt x="16891" y="3886200"/>
                  </a:lnTo>
                  <a:lnTo>
                    <a:pt x="16891" y="3937000"/>
                  </a:lnTo>
                  <a:close/>
                  <a:moveTo>
                    <a:pt x="16891" y="3818509"/>
                  </a:moveTo>
                  <a:lnTo>
                    <a:pt x="16891" y="3767709"/>
                  </a:lnTo>
                  <a:lnTo>
                    <a:pt x="16891" y="3818509"/>
                  </a:lnTo>
                  <a:close/>
                  <a:moveTo>
                    <a:pt x="16891" y="3700018"/>
                  </a:moveTo>
                  <a:lnTo>
                    <a:pt x="16891" y="3649218"/>
                  </a:lnTo>
                  <a:lnTo>
                    <a:pt x="16891" y="3700018"/>
                  </a:lnTo>
                  <a:close/>
                  <a:moveTo>
                    <a:pt x="0" y="3581400"/>
                  </a:moveTo>
                  <a:lnTo>
                    <a:pt x="0" y="3530600"/>
                  </a:lnTo>
                  <a:lnTo>
                    <a:pt x="16891" y="3530600"/>
                  </a:lnTo>
                  <a:lnTo>
                    <a:pt x="16891" y="3581400"/>
                  </a:lnTo>
                  <a:close/>
                  <a:moveTo>
                    <a:pt x="16891" y="3462909"/>
                  </a:moveTo>
                  <a:lnTo>
                    <a:pt x="16891" y="3412109"/>
                  </a:lnTo>
                  <a:lnTo>
                    <a:pt x="16891" y="3462909"/>
                  </a:lnTo>
                  <a:close/>
                  <a:moveTo>
                    <a:pt x="16891" y="3344418"/>
                  </a:moveTo>
                  <a:lnTo>
                    <a:pt x="16891" y="3293618"/>
                  </a:lnTo>
                  <a:lnTo>
                    <a:pt x="16891" y="3344418"/>
                  </a:lnTo>
                  <a:close/>
                  <a:moveTo>
                    <a:pt x="0" y="3225800"/>
                  </a:moveTo>
                  <a:lnTo>
                    <a:pt x="0" y="3175000"/>
                  </a:lnTo>
                  <a:lnTo>
                    <a:pt x="16891" y="3175000"/>
                  </a:lnTo>
                  <a:lnTo>
                    <a:pt x="16891" y="3225800"/>
                  </a:lnTo>
                  <a:close/>
                  <a:moveTo>
                    <a:pt x="16891" y="3107309"/>
                  </a:moveTo>
                  <a:lnTo>
                    <a:pt x="16891" y="3056509"/>
                  </a:lnTo>
                  <a:lnTo>
                    <a:pt x="16891" y="3107309"/>
                  </a:lnTo>
                  <a:close/>
                  <a:moveTo>
                    <a:pt x="16891" y="2988818"/>
                  </a:moveTo>
                  <a:lnTo>
                    <a:pt x="16891" y="2938018"/>
                  </a:lnTo>
                  <a:lnTo>
                    <a:pt x="16891" y="2988818"/>
                  </a:lnTo>
                  <a:close/>
                  <a:moveTo>
                    <a:pt x="0" y="2870200"/>
                  </a:moveTo>
                  <a:lnTo>
                    <a:pt x="0" y="2819400"/>
                  </a:lnTo>
                  <a:lnTo>
                    <a:pt x="16891" y="2819400"/>
                  </a:lnTo>
                  <a:lnTo>
                    <a:pt x="16891" y="2870200"/>
                  </a:lnTo>
                  <a:close/>
                  <a:moveTo>
                    <a:pt x="16891" y="2751709"/>
                  </a:moveTo>
                  <a:lnTo>
                    <a:pt x="16891" y="2700909"/>
                  </a:lnTo>
                  <a:lnTo>
                    <a:pt x="16891" y="2751709"/>
                  </a:lnTo>
                  <a:close/>
                  <a:moveTo>
                    <a:pt x="16891" y="2633218"/>
                  </a:moveTo>
                  <a:lnTo>
                    <a:pt x="16891" y="2582418"/>
                  </a:lnTo>
                  <a:lnTo>
                    <a:pt x="16891" y="2633218"/>
                  </a:lnTo>
                  <a:close/>
                  <a:moveTo>
                    <a:pt x="0" y="2514600"/>
                  </a:moveTo>
                  <a:lnTo>
                    <a:pt x="0" y="2463800"/>
                  </a:lnTo>
                  <a:lnTo>
                    <a:pt x="16891" y="2463800"/>
                  </a:lnTo>
                  <a:lnTo>
                    <a:pt x="16891" y="2514600"/>
                  </a:lnTo>
                  <a:close/>
                  <a:moveTo>
                    <a:pt x="16891" y="2396109"/>
                  </a:moveTo>
                  <a:lnTo>
                    <a:pt x="16891" y="2345309"/>
                  </a:lnTo>
                  <a:lnTo>
                    <a:pt x="16891" y="2396109"/>
                  </a:lnTo>
                  <a:close/>
                  <a:moveTo>
                    <a:pt x="16891" y="2277618"/>
                  </a:moveTo>
                  <a:lnTo>
                    <a:pt x="16891" y="2226818"/>
                  </a:lnTo>
                  <a:lnTo>
                    <a:pt x="16891" y="2277618"/>
                  </a:lnTo>
                  <a:close/>
                  <a:moveTo>
                    <a:pt x="0" y="2159000"/>
                  </a:moveTo>
                  <a:lnTo>
                    <a:pt x="0" y="2108200"/>
                  </a:lnTo>
                  <a:lnTo>
                    <a:pt x="16891" y="2108200"/>
                  </a:lnTo>
                  <a:lnTo>
                    <a:pt x="16891" y="2159000"/>
                  </a:lnTo>
                  <a:close/>
                  <a:moveTo>
                    <a:pt x="16891" y="2040509"/>
                  </a:moveTo>
                  <a:lnTo>
                    <a:pt x="16891" y="1989709"/>
                  </a:lnTo>
                  <a:lnTo>
                    <a:pt x="16891" y="2040509"/>
                  </a:lnTo>
                  <a:close/>
                  <a:moveTo>
                    <a:pt x="16891" y="1922018"/>
                  </a:moveTo>
                  <a:lnTo>
                    <a:pt x="16891" y="1871218"/>
                  </a:lnTo>
                  <a:lnTo>
                    <a:pt x="16891" y="1922018"/>
                  </a:lnTo>
                  <a:close/>
                  <a:moveTo>
                    <a:pt x="0" y="1803400"/>
                  </a:moveTo>
                  <a:lnTo>
                    <a:pt x="0" y="1752600"/>
                  </a:lnTo>
                  <a:lnTo>
                    <a:pt x="16891" y="1752600"/>
                  </a:lnTo>
                  <a:lnTo>
                    <a:pt x="16891" y="1803400"/>
                  </a:lnTo>
                  <a:close/>
                  <a:moveTo>
                    <a:pt x="16891" y="1684909"/>
                  </a:moveTo>
                  <a:lnTo>
                    <a:pt x="16891" y="1634109"/>
                  </a:lnTo>
                  <a:lnTo>
                    <a:pt x="16891" y="1684909"/>
                  </a:lnTo>
                  <a:close/>
                  <a:moveTo>
                    <a:pt x="16891" y="1566418"/>
                  </a:moveTo>
                  <a:lnTo>
                    <a:pt x="16891" y="1515618"/>
                  </a:lnTo>
                  <a:lnTo>
                    <a:pt x="16891" y="1566418"/>
                  </a:lnTo>
                  <a:close/>
                  <a:moveTo>
                    <a:pt x="0" y="1447800"/>
                  </a:moveTo>
                  <a:lnTo>
                    <a:pt x="0" y="1397000"/>
                  </a:lnTo>
                  <a:lnTo>
                    <a:pt x="16891" y="1397000"/>
                  </a:lnTo>
                  <a:lnTo>
                    <a:pt x="16891" y="1447800"/>
                  </a:lnTo>
                  <a:close/>
                  <a:moveTo>
                    <a:pt x="16891" y="1329309"/>
                  </a:moveTo>
                  <a:lnTo>
                    <a:pt x="16891" y="1278509"/>
                  </a:lnTo>
                  <a:lnTo>
                    <a:pt x="16891" y="1329309"/>
                  </a:lnTo>
                  <a:close/>
                  <a:moveTo>
                    <a:pt x="16891" y="1210818"/>
                  </a:moveTo>
                  <a:lnTo>
                    <a:pt x="16891" y="1160018"/>
                  </a:lnTo>
                  <a:lnTo>
                    <a:pt x="16891" y="1210818"/>
                  </a:lnTo>
                  <a:close/>
                  <a:moveTo>
                    <a:pt x="0" y="1092200"/>
                  </a:moveTo>
                  <a:lnTo>
                    <a:pt x="0" y="1041400"/>
                  </a:lnTo>
                  <a:lnTo>
                    <a:pt x="16891" y="1041400"/>
                  </a:lnTo>
                  <a:lnTo>
                    <a:pt x="16891" y="1092200"/>
                  </a:lnTo>
                  <a:close/>
                  <a:moveTo>
                    <a:pt x="16891" y="973709"/>
                  </a:moveTo>
                  <a:lnTo>
                    <a:pt x="16891" y="922909"/>
                  </a:lnTo>
                  <a:lnTo>
                    <a:pt x="16891" y="973709"/>
                  </a:lnTo>
                  <a:close/>
                  <a:moveTo>
                    <a:pt x="16891" y="855218"/>
                  </a:moveTo>
                  <a:lnTo>
                    <a:pt x="16891" y="804418"/>
                  </a:lnTo>
                  <a:lnTo>
                    <a:pt x="16891" y="855218"/>
                  </a:lnTo>
                  <a:close/>
                  <a:moveTo>
                    <a:pt x="0" y="736600"/>
                  </a:moveTo>
                  <a:lnTo>
                    <a:pt x="0" y="685800"/>
                  </a:lnTo>
                  <a:lnTo>
                    <a:pt x="16891" y="685800"/>
                  </a:lnTo>
                  <a:lnTo>
                    <a:pt x="16891" y="736600"/>
                  </a:lnTo>
                  <a:close/>
                  <a:moveTo>
                    <a:pt x="16891" y="618109"/>
                  </a:moveTo>
                  <a:lnTo>
                    <a:pt x="16891" y="567309"/>
                  </a:lnTo>
                  <a:lnTo>
                    <a:pt x="16891" y="618109"/>
                  </a:lnTo>
                  <a:close/>
                  <a:moveTo>
                    <a:pt x="16891" y="499618"/>
                  </a:moveTo>
                  <a:lnTo>
                    <a:pt x="16891" y="448818"/>
                  </a:lnTo>
                  <a:lnTo>
                    <a:pt x="16891" y="499618"/>
                  </a:lnTo>
                  <a:close/>
                  <a:moveTo>
                    <a:pt x="0" y="381000"/>
                  </a:moveTo>
                  <a:lnTo>
                    <a:pt x="0" y="330200"/>
                  </a:lnTo>
                  <a:lnTo>
                    <a:pt x="16891" y="330200"/>
                  </a:lnTo>
                  <a:lnTo>
                    <a:pt x="16891" y="381000"/>
                  </a:lnTo>
                  <a:close/>
                  <a:moveTo>
                    <a:pt x="16891" y="262509"/>
                  </a:moveTo>
                  <a:lnTo>
                    <a:pt x="16891" y="211709"/>
                  </a:lnTo>
                  <a:lnTo>
                    <a:pt x="16891" y="262509"/>
                  </a:lnTo>
                  <a:close/>
                  <a:moveTo>
                    <a:pt x="16891" y="144018"/>
                  </a:moveTo>
                  <a:lnTo>
                    <a:pt x="16891" y="93218"/>
                  </a:lnTo>
                  <a:lnTo>
                    <a:pt x="16891" y="144018"/>
                  </a:lnTo>
                  <a:close/>
                  <a:moveTo>
                    <a:pt x="0" y="25400"/>
                  </a:moveTo>
                  <a:lnTo>
                    <a:pt x="0" y="8509"/>
                  </a:lnTo>
                  <a:cubicBezTo>
                    <a:pt x="0" y="3810"/>
                    <a:pt x="3810" y="0"/>
                    <a:pt x="8509" y="0"/>
                  </a:cubicBezTo>
                  <a:lnTo>
                    <a:pt x="59309" y="0"/>
                  </a:lnTo>
                  <a:lnTo>
                    <a:pt x="59309" y="16891"/>
                  </a:lnTo>
                  <a:lnTo>
                    <a:pt x="8509" y="16891"/>
                  </a:lnTo>
                  <a:lnTo>
                    <a:pt x="8509" y="8509"/>
                  </a:lnTo>
                  <a:lnTo>
                    <a:pt x="17018" y="8509"/>
                  </a:lnTo>
                  <a:lnTo>
                    <a:pt x="17018" y="25400"/>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346" name="Group 17"/>
          <p:cNvGrpSpPr/>
          <p:nvPr/>
        </p:nvGrpSpPr>
        <p:grpSpPr>
          <a:xfrm>
            <a:off x="731520" y="1735920"/>
            <a:ext cx="9875160" cy="1098360"/>
            <a:chOff x="731520" y="1735920"/>
            <a:chExt cx="9875160" cy="1098360"/>
          </a:xfrm>
        </p:grpSpPr>
        <p:sp>
          <p:nvSpPr>
            <p:cNvPr id="1347" name="Freeform 18"/>
            <p:cNvSpPr/>
            <p:nvPr/>
          </p:nvSpPr>
          <p:spPr>
            <a:xfrm>
              <a:off x="731520" y="1828800"/>
              <a:ext cx="9875160" cy="1005480"/>
            </a:xfrm>
            <a:custGeom>
              <a:avLst/>
              <a:gdLst>
                <a:gd name="textAreaLeft" fmla="*/ 0 w 9875160"/>
                <a:gd name="textAreaRight" fmla="*/ 9875520 w 9875160"/>
                <a:gd name="textAreaTop" fmla="*/ 0 h 1005480"/>
                <a:gd name="textAreaBottom" fmla="*/ 1005840 h 1005480"/>
              </a:gdLst>
              <a:ahLst/>
              <a:rect l="textAreaLeft" t="textAreaTop" r="textAreaRight" b="textAreaBottom"/>
              <a:pathLst>
                <a:path w="13167361" h="1341120">
                  <a:moveTo>
                    <a:pt x="0" y="0"/>
                  </a:moveTo>
                  <a:lnTo>
                    <a:pt x="13167361" y="0"/>
                  </a:lnTo>
                  <a:lnTo>
                    <a:pt x="13167361" y="1341120"/>
                  </a:lnTo>
                  <a:lnTo>
                    <a:pt x="0" y="1341120"/>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48" name="TextBox 19"/>
            <p:cNvSpPr/>
            <p:nvPr/>
          </p:nvSpPr>
          <p:spPr>
            <a:xfrm>
              <a:off x="731520" y="1735920"/>
              <a:ext cx="9875160" cy="1098360"/>
            </a:xfrm>
            <a:prstGeom prst="rect">
              <a:avLst/>
            </a:prstGeom>
            <a:noFill/>
            <a:ln w="0">
              <a:noFill/>
            </a:ln>
          </p:spPr>
          <p:style>
            <a:lnRef idx="0"/>
            <a:fillRef idx="0"/>
            <a:effectRef idx="0"/>
            <a:fontRef idx="minor"/>
          </p:style>
          <p:txBody>
            <a:bodyPr lIns="0" rIns="0" tIns="0" bIns="0" anchor="ctr">
              <a:noAutofit/>
            </a:bodyPr>
            <a:p>
              <a:pPr defTabSz="914400">
                <a:lnSpc>
                  <a:spcPts val="3433"/>
                </a:lnSpc>
              </a:pPr>
              <a:r>
                <a:rPr b="0" lang="en-US" sz="2200" spc="-1" strike="noStrike">
                  <a:solidFill>
                    <a:srgbClr val="ffffff"/>
                  </a:solidFill>
                  <a:latin typeface="Calibri (MS)"/>
                  <a:ea typeface="Calibri (MS)"/>
                </a:rPr>
                <a:t>You have just completed a full GeoAI workflow on a real problem with real data. The same seven steps work on almost any problem where location matters.</a:t>
              </a:r>
              <a:endParaRPr b="0" lang="en-US" sz="2200" spc="-1" strike="noStrike">
                <a:solidFill>
                  <a:srgbClr val="ffffff"/>
                </a:solidFill>
                <a:latin typeface="Arial"/>
              </a:endParaRPr>
            </a:p>
          </p:txBody>
        </p:sp>
      </p:grpSp>
      <p:grpSp>
        <p:nvGrpSpPr>
          <p:cNvPr id="1349" name="Group 20"/>
          <p:cNvGrpSpPr/>
          <p:nvPr/>
        </p:nvGrpSpPr>
        <p:grpSpPr>
          <a:xfrm>
            <a:off x="718920" y="3004920"/>
            <a:ext cx="9900360" cy="2859480"/>
            <a:chOff x="718920" y="3004920"/>
            <a:chExt cx="9900360" cy="2859480"/>
          </a:xfrm>
        </p:grpSpPr>
        <p:sp>
          <p:nvSpPr>
            <p:cNvPr id="1350" name="Freeform 21"/>
            <p:cNvSpPr/>
            <p:nvPr/>
          </p:nvSpPr>
          <p:spPr>
            <a:xfrm>
              <a:off x="731520" y="3017520"/>
              <a:ext cx="9875160" cy="2834280"/>
            </a:xfrm>
            <a:custGeom>
              <a:avLst/>
              <a:gdLst>
                <a:gd name="textAreaLeft" fmla="*/ 0 w 9875160"/>
                <a:gd name="textAreaRight" fmla="*/ 9875520 w 9875160"/>
                <a:gd name="textAreaTop" fmla="*/ 0 h 2834280"/>
                <a:gd name="textAreaBottom" fmla="*/ 2834640 h 2834280"/>
              </a:gdLst>
              <a:ahLst/>
              <a:rect l="textAreaLeft" t="textAreaTop" r="textAreaRight" b="textAreaBottom"/>
              <a:pathLst>
                <a:path w="13167360" h="3779520">
                  <a:moveTo>
                    <a:pt x="0" y="0"/>
                  </a:moveTo>
                  <a:lnTo>
                    <a:pt x="13167360" y="0"/>
                  </a:lnTo>
                  <a:lnTo>
                    <a:pt x="13167360" y="3779520"/>
                  </a:lnTo>
                  <a:lnTo>
                    <a:pt x="0" y="3779520"/>
                  </a:lnTo>
                  <a:close/>
                </a:path>
              </a:pathLst>
            </a:custGeom>
            <a:solidFill>
              <a:srgbClr val="1a3d5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51" name="Freeform 22"/>
            <p:cNvSpPr/>
            <p:nvPr/>
          </p:nvSpPr>
          <p:spPr>
            <a:xfrm>
              <a:off x="718920" y="3004920"/>
              <a:ext cx="9900360" cy="2859480"/>
            </a:xfrm>
            <a:custGeom>
              <a:avLst/>
              <a:gdLst>
                <a:gd name="textAreaLeft" fmla="*/ 0 w 9900360"/>
                <a:gd name="textAreaRight" fmla="*/ 9900720 w 9900360"/>
                <a:gd name="textAreaTop" fmla="*/ 0 h 2859480"/>
                <a:gd name="textAreaBottom" fmla="*/ 2859840 h 2859480"/>
              </a:gdLst>
              <a:ahLst/>
              <a:rect l="textAreaLeft" t="textAreaTop" r="textAreaRight" b="textAreaBottom"/>
              <a:pathLst>
                <a:path w="13201143" h="3813302">
                  <a:moveTo>
                    <a:pt x="16891" y="0"/>
                  </a:moveTo>
                  <a:lnTo>
                    <a:pt x="13184251" y="0"/>
                  </a:lnTo>
                  <a:cubicBezTo>
                    <a:pt x="13193649" y="0"/>
                    <a:pt x="13201143" y="7620"/>
                    <a:pt x="13201143" y="16891"/>
                  </a:cubicBezTo>
                  <a:lnTo>
                    <a:pt x="13201143" y="3796411"/>
                  </a:lnTo>
                  <a:cubicBezTo>
                    <a:pt x="13201143" y="3805809"/>
                    <a:pt x="13193523" y="3813302"/>
                    <a:pt x="1318425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13184251" y="3779520"/>
                  </a:lnTo>
                  <a:lnTo>
                    <a:pt x="13184251" y="3796411"/>
                  </a:lnTo>
                  <a:lnTo>
                    <a:pt x="13167361" y="3796411"/>
                  </a:lnTo>
                  <a:lnTo>
                    <a:pt x="13167361" y="16891"/>
                  </a:lnTo>
                  <a:lnTo>
                    <a:pt x="13184251" y="16891"/>
                  </a:lnTo>
                  <a:lnTo>
                    <a:pt x="13184251" y="33909"/>
                  </a:lnTo>
                  <a:lnTo>
                    <a:pt x="16891" y="33909"/>
                  </a:lnTo>
                  <a:close/>
                </a:path>
              </a:pathLst>
            </a:custGeom>
            <a:solidFill>
              <a:srgbClr val="2a608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52" name="Group 23"/>
          <p:cNvGrpSpPr/>
          <p:nvPr/>
        </p:nvGrpSpPr>
        <p:grpSpPr>
          <a:xfrm>
            <a:off x="1005840" y="3138480"/>
            <a:ext cx="9326520" cy="701640"/>
            <a:chOff x="1005840" y="3138480"/>
            <a:chExt cx="9326520" cy="701640"/>
          </a:xfrm>
        </p:grpSpPr>
        <p:sp>
          <p:nvSpPr>
            <p:cNvPr id="1353" name="Freeform 24"/>
            <p:cNvSpPr/>
            <p:nvPr/>
          </p:nvSpPr>
          <p:spPr>
            <a:xfrm>
              <a:off x="1005840" y="3145680"/>
              <a:ext cx="9326520" cy="694440"/>
            </a:xfrm>
            <a:custGeom>
              <a:avLst/>
              <a:gdLst>
                <a:gd name="textAreaLeft" fmla="*/ 0 w 9326520"/>
                <a:gd name="textAreaRight" fmla="*/ 9326880 w 9326520"/>
                <a:gd name="textAreaTop" fmla="*/ 0 h 694440"/>
                <a:gd name="textAreaBottom" fmla="*/ 694800 h 694440"/>
              </a:gdLst>
              <a:ahLst/>
              <a:rect l="textAreaLeft" t="textAreaTop" r="textAreaRight" b="textAreaBottom"/>
              <a:pathLst>
                <a:path w="12435840" h="926592">
                  <a:moveTo>
                    <a:pt x="0" y="0"/>
                  </a:moveTo>
                  <a:lnTo>
                    <a:pt x="12435840" y="0"/>
                  </a:lnTo>
                  <a:lnTo>
                    <a:pt x="12435840" y="926592"/>
                  </a:lnTo>
                  <a:lnTo>
                    <a:pt x="0" y="926592"/>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54" name="TextBox 25"/>
            <p:cNvSpPr/>
            <p:nvPr/>
          </p:nvSpPr>
          <p:spPr>
            <a:xfrm>
              <a:off x="1005840" y="3138480"/>
              <a:ext cx="9326520" cy="701640"/>
            </a:xfrm>
            <a:prstGeom prst="rect">
              <a:avLst/>
            </a:prstGeom>
            <a:noFill/>
            <a:ln w="0">
              <a:noFill/>
            </a:ln>
          </p:spPr>
          <p:style>
            <a:lnRef idx="0"/>
            <a:fillRef idx="0"/>
            <a:effectRef idx="0"/>
            <a:fontRef idx="minor"/>
          </p:style>
          <p:txBody>
            <a:bodyPr lIns="0" rIns="0" tIns="0" bIns="0" anchor="ctr">
              <a:noAutofit/>
            </a:bodyPr>
            <a:p>
              <a:pPr defTabSz="914400">
                <a:lnSpc>
                  <a:spcPts val="3121"/>
                </a:lnSpc>
              </a:pPr>
              <a:r>
                <a:rPr b="1" lang="en-US" sz="2600" spc="-1" strike="noStrike">
                  <a:solidFill>
                    <a:srgbClr val="f4a261"/>
                  </a:solidFill>
                  <a:latin typeface="Trebuchet MS Bold"/>
                  <a:ea typeface="Trebuchet MS Bold"/>
                </a:rPr>
                <a:t>Ask yourself:</a:t>
              </a:r>
              <a:endParaRPr b="0" lang="en-US" sz="2600" spc="-1" strike="noStrike">
                <a:solidFill>
                  <a:srgbClr val="ffffff"/>
                </a:solidFill>
                <a:latin typeface="Arial"/>
              </a:endParaRPr>
            </a:p>
          </p:txBody>
        </p:sp>
      </p:grpSp>
      <p:grpSp>
        <p:nvGrpSpPr>
          <p:cNvPr id="1355" name="Group 26"/>
          <p:cNvGrpSpPr/>
          <p:nvPr/>
        </p:nvGrpSpPr>
        <p:grpSpPr>
          <a:xfrm>
            <a:off x="1005840" y="3896280"/>
            <a:ext cx="9326520" cy="657000"/>
            <a:chOff x="1005840" y="3896280"/>
            <a:chExt cx="9326520" cy="657000"/>
          </a:xfrm>
        </p:grpSpPr>
        <p:sp>
          <p:nvSpPr>
            <p:cNvPr id="1356" name="Freeform 27"/>
            <p:cNvSpPr/>
            <p:nvPr/>
          </p:nvSpPr>
          <p:spPr>
            <a:xfrm>
              <a:off x="1005840" y="3931920"/>
              <a:ext cx="9326520" cy="621360"/>
            </a:xfrm>
            <a:custGeom>
              <a:avLst/>
              <a:gdLst>
                <a:gd name="textAreaLeft" fmla="*/ 0 w 9326520"/>
                <a:gd name="textAreaRight" fmla="*/ 9326880 w 9326520"/>
                <a:gd name="textAreaTop" fmla="*/ 0 h 621360"/>
                <a:gd name="textAreaBottom" fmla="*/ 621720 h 621360"/>
              </a:gdLst>
              <a:ahLst/>
              <a:rect l="textAreaLeft" t="textAreaTop" r="textAreaRight" b="textAreaBottom"/>
              <a:pathLst>
                <a:path w="12435840" h="829056">
                  <a:moveTo>
                    <a:pt x="0" y="0"/>
                  </a:moveTo>
                  <a:lnTo>
                    <a:pt x="12435840" y="0"/>
                  </a:lnTo>
                  <a:lnTo>
                    <a:pt x="12435840" y="829056"/>
                  </a:lnTo>
                  <a:lnTo>
                    <a:pt x="0" y="829056"/>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57" name="TextBox 28"/>
            <p:cNvSpPr/>
            <p:nvPr/>
          </p:nvSpPr>
          <p:spPr>
            <a:xfrm>
              <a:off x="1005840" y="3896280"/>
              <a:ext cx="9326520" cy="657000"/>
            </a:xfrm>
            <a:prstGeom prst="rect">
              <a:avLst/>
            </a:prstGeom>
            <a:noFill/>
            <a:ln w="0">
              <a:noFill/>
            </a:ln>
          </p:spPr>
          <p:style>
            <a:lnRef idx="0"/>
            <a:fillRef idx="0"/>
            <a:effectRef idx="0"/>
            <a:fontRef idx="minor"/>
          </p:style>
          <p:txBody>
            <a:bodyPr lIns="0" rIns="0" tIns="0" bIns="0" anchor="ctr">
              <a:noAutofit/>
            </a:bodyPr>
            <a:p>
              <a:pPr defTabSz="914400">
                <a:lnSpc>
                  <a:spcPts val="2520"/>
                </a:lnSpc>
              </a:pPr>
              <a:r>
                <a:rPr b="1" lang="en-US" sz="2100" spc="-1" strike="noStrike">
                  <a:solidFill>
                    <a:srgbClr val="f4a261"/>
                  </a:solidFill>
                  <a:latin typeface="Calibri (MS) Bold"/>
                  <a:ea typeface="Calibri (MS) Bold"/>
                </a:rPr>
                <a:t>›  </a:t>
              </a:r>
              <a:r>
                <a:rPr b="0" lang="en-US" sz="2100" spc="-1" strike="noStrike">
                  <a:solidFill>
                    <a:srgbClr val="ffffff"/>
                  </a:solidFill>
                  <a:latin typeface="Calibri (MS)"/>
                  <a:ea typeface="Calibri (MS)"/>
                </a:rPr>
                <a:t>Is there a problem I care about where the answer changes depending on location?</a:t>
              </a:r>
              <a:endParaRPr b="0" lang="en-US" sz="2100" spc="-1" strike="noStrike">
                <a:solidFill>
                  <a:srgbClr val="ffffff"/>
                </a:solidFill>
                <a:latin typeface="Arial"/>
              </a:endParaRPr>
            </a:p>
          </p:txBody>
        </p:sp>
      </p:grpSp>
      <p:grpSp>
        <p:nvGrpSpPr>
          <p:cNvPr id="1358" name="Group 29"/>
          <p:cNvGrpSpPr/>
          <p:nvPr/>
        </p:nvGrpSpPr>
        <p:grpSpPr>
          <a:xfrm>
            <a:off x="1005840" y="4591080"/>
            <a:ext cx="9326520" cy="657000"/>
            <a:chOff x="1005840" y="4591080"/>
            <a:chExt cx="9326520" cy="657000"/>
          </a:xfrm>
        </p:grpSpPr>
        <p:sp>
          <p:nvSpPr>
            <p:cNvPr id="1359" name="Freeform 30"/>
            <p:cNvSpPr/>
            <p:nvPr/>
          </p:nvSpPr>
          <p:spPr>
            <a:xfrm>
              <a:off x="1005840" y="4626720"/>
              <a:ext cx="9326520" cy="621360"/>
            </a:xfrm>
            <a:custGeom>
              <a:avLst/>
              <a:gdLst>
                <a:gd name="textAreaLeft" fmla="*/ 0 w 9326520"/>
                <a:gd name="textAreaRight" fmla="*/ 9326880 w 9326520"/>
                <a:gd name="textAreaTop" fmla="*/ 0 h 621360"/>
                <a:gd name="textAreaBottom" fmla="*/ 621720 h 621360"/>
              </a:gdLst>
              <a:ahLst/>
              <a:rect l="textAreaLeft" t="textAreaTop" r="textAreaRight" b="textAreaBottom"/>
              <a:pathLst>
                <a:path w="12435840" h="829056">
                  <a:moveTo>
                    <a:pt x="0" y="0"/>
                  </a:moveTo>
                  <a:lnTo>
                    <a:pt x="12435840" y="0"/>
                  </a:lnTo>
                  <a:lnTo>
                    <a:pt x="12435840" y="829056"/>
                  </a:lnTo>
                  <a:lnTo>
                    <a:pt x="0" y="829056"/>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0" name="TextBox 31"/>
            <p:cNvSpPr/>
            <p:nvPr/>
          </p:nvSpPr>
          <p:spPr>
            <a:xfrm>
              <a:off x="1005840" y="4591080"/>
              <a:ext cx="9326520" cy="657000"/>
            </a:xfrm>
            <a:prstGeom prst="rect">
              <a:avLst/>
            </a:prstGeom>
            <a:noFill/>
            <a:ln w="0">
              <a:noFill/>
            </a:ln>
          </p:spPr>
          <p:style>
            <a:lnRef idx="0"/>
            <a:fillRef idx="0"/>
            <a:effectRef idx="0"/>
            <a:fontRef idx="minor"/>
          </p:style>
          <p:txBody>
            <a:bodyPr lIns="0" rIns="0" tIns="0" bIns="0" anchor="ctr">
              <a:noAutofit/>
            </a:bodyPr>
            <a:p>
              <a:pPr defTabSz="914400">
                <a:lnSpc>
                  <a:spcPts val="2520"/>
                </a:lnSpc>
              </a:pPr>
              <a:r>
                <a:rPr b="1" lang="en-US" sz="2100" spc="-1" strike="noStrike">
                  <a:solidFill>
                    <a:srgbClr val="f4a261"/>
                  </a:solidFill>
                  <a:latin typeface="Calibri (MS) Bold"/>
                  <a:ea typeface="Calibri (MS) Bold"/>
                </a:rPr>
                <a:t>›  </a:t>
              </a:r>
              <a:r>
                <a:rPr b="0" lang="en-US" sz="2100" spc="-1" strike="noStrike">
                  <a:solidFill>
                    <a:srgbClr val="ffffff"/>
                  </a:solidFill>
                  <a:latin typeface="Calibri (MS)"/>
                  <a:ea typeface="Calibri (MS)"/>
                </a:rPr>
                <a:t>Can I find data for it on HDX or another open data source?</a:t>
              </a:r>
              <a:endParaRPr b="0" lang="en-US" sz="2100" spc="-1" strike="noStrike">
                <a:solidFill>
                  <a:srgbClr val="ffffff"/>
                </a:solidFill>
                <a:latin typeface="Arial"/>
              </a:endParaRPr>
            </a:p>
          </p:txBody>
        </p:sp>
      </p:grpSp>
      <p:grpSp>
        <p:nvGrpSpPr>
          <p:cNvPr id="1361" name="Group 32"/>
          <p:cNvGrpSpPr/>
          <p:nvPr/>
        </p:nvGrpSpPr>
        <p:grpSpPr>
          <a:xfrm>
            <a:off x="1005840" y="5286240"/>
            <a:ext cx="9326520" cy="657000"/>
            <a:chOff x="1005840" y="5286240"/>
            <a:chExt cx="9326520" cy="657000"/>
          </a:xfrm>
        </p:grpSpPr>
        <p:sp>
          <p:nvSpPr>
            <p:cNvPr id="1362" name="Freeform 33"/>
            <p:cNvSpPr/>
            <p:nvPr/>
          </p:nvSpPr>
          <p:spPr>
            <a:xfrm>
              <a:off x="1005840" y="5321880"/>
              <a:ext cx="9326520" cy="621360"/>
            </a:xfrm>
            <a:custGeom>
              <a:avLst/>
              <a:gdLst>
                <a:gd name="textAreaLeft" fmla="*/ 0 w 9326520"/>
                <a:gd name="textAreaRight" fmla="*/ 9326880 w 9326520"/>
                <a:gd name="textAreaTop" fmla="*/ 0 h 621360"/>
                <a:gd name="textAreaBottom" fmla="*/ 621720 h 621360"/>
              </a:gdLst>
              <a:ahLst/>
              <a:rect l="textAreaLeft" t="textAreaTop" r="textAreaRight" b="textAreaBottom"/>
              <a:pathLst>
                <a:path w="12435840" h="829056">
                  <a:moveTo>
                    <a:pt x="0" y="0"/>
                  </a:moveTo>
                  <a:lnTo>
                    <a:pt x="12435840" y="0"/>
                  </a:lnTo>
                  <a:lnTo>
                    <a:pt x="12435840" y="829056"/>
                  </a:lnTo>
                  <a:lnTo>
                    <a:pt x="0" y="829056"/>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3" name="TextBox 34"/>
            <p:cNvSpPr/>
            <p:nvPr/>
          </p:nvSpPr>
          <p:spPr>
            <a:xfrm>
              <a:off x="1005840" y="5286240"/>
              <a:ext cx="9326520" cy="657000"/>
            </a:xfrm>
            <a:prstGeom prst="rect">
              <a:avLst/>
            </a:prstGeom>
            <a:noFill/>
            <a:ln w="0">
              <a:noFill/>
            </a:ln>
          </p:spPr>
          <p:style>
            <a:lnRef idx="0"/>
            <a:fillRef idx="0"/>
            <a:effectRef idx="0"/>
            <a:fontRef idx="minor"/>
          </p:style>
          <p:txBody>
            <a:bodyPr lIns="0" rIns="0" tIns="0" bIns="0" anchor="ctr">
              <a:noAutofit/>
            </a:bodyPr>
            <a:p>
              <a:pPr defTabSz="914400">
                <a:lnSpc>
                  <a:spcPts val="2520"/>
                </a:lnSpc>
              </a:pPr>
              <a:r>
                <a:rPr b="1" lang="en-US" sz="2100" spc="-1" strike="noStrike">
                  <a:solidFill>
                    <a:srgbClr val="f4a261"/>
                  </a:solidFill>
                  <a:latin typeface="Calibri (MS) Bold"/>
                  <a:ea typeface="Calibri (MS) Bold"/>
                </a:rPr>
                <a:t>›  </a:t>
              </a:r>
              <a:r>
                <a:rPr b="0" lang="en-US" sz="2100" spc="-1" strike="noStrike">
                  <a:solidFill>
                    <a:srgbClr val="ffffff"/>
                  </a:solidFill>
                  <a:latin typeface="Calibri (MS)"/>
                  <a:ea typeface="Calibri (MS)"/>
                </a:rPr>
                <a:t>Who would benefit from being able to query that data in plain English?</a:t>
              </a:r>
              <a:endParaRPr b="0" lang="en-US" sz="2100" spc="-1" strike="noStrike">
                <a:solidFill>
                  <a:srgbClr val="ffffff"/>
                </a:solidFill>
                <a:latin typeface="Arial"/>
              </a:endParaRPr>
            </a:p>
          </p:txBody>
        </p:sp>
      </p:grpSp>
      <p:grpSp>
        <p:nvGrpSpPr>
          <p:cNvPr id="1364" name="Group 35"/>
          <p:cNvGrpSpPr/>
          <p:nvPr/>
        </p:nvGrpSpPr>
        <p:grpSpPr>
          <a:xfrm>
            <a:off x="731520" y="6057360"/>
            <a:ext cx="9875160" cy="599400"/>
            <a:chOff x="731520" y="6057360"/>
            <a:chExt cx="9875160" cy="599400"/>
          </a:xfrm>
        </p:grpSpPr>
        <p:sp>
          <p:nvSpPr>
            <p:cNvPr id="1365" name="Freeform 36"/>
            <p:cNvSpPr/>
            <p:nvPr/>
          </p:nvSpPr>
          <p:spPr>
            <a:xfrm>
              <a:off x="731520" y="6071760"/>
              <a:ext cx="9875160" cy="585000"/>
            </a:xfrm>
            <a:custGeom>
              <a:avLst/>
              <a:gdLst>
                <a:gd name="textAreaLeft" fmla="*/ 0 w 9875160"/>
                <a:gd name="textAreaRight" fmla="*/ 9875520 w 9875160"/>
                <a:gd name="textAreaTop" fmla="*/ 0 h 585000"/>
                <a:gd name="textAreaBottom" fmla="*/ 585360 h 585000"/>
              </a:gdLst>
              <a:ahLst/>
              <a:rect l="textAreaLeft" t="textAreaTop" r="textAreaRight" b="textAreaBottom"/>
              <a:pathLst>
                <a:path w="13167361" h="780288">
                  <a:moveTo>
                    <a:pt x="0" y="0"/>
                  </a:moveTo>
                  <a:lnTo>
                    <a:pt x="13167361" y="0"/>
                  </a:lnTo>
                  <a:lnTo>
                    <a:pt x="13167361" y="780288"/>
                  </a:lnTo>
                  <a:lnTo>
                    <a:pt x="0" y="780288"/>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6" name="TextBox 37"/>
            <p:cNvSpPr/>
            <p:nvPr/>
          </p:nvSpPr>
          <p:spPr>
            <a:xfrm>
              <a:off x="731520" y="6057360"/>
              <a:ext cx="9875160" cy="5990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f4a261"/>
                  </a:solidFill>
                  <a:latin typeface="Trebuchet MS Bold"/>
                  <a:ea typeface="Trebuchet MS Bold"/>
                </a:rPr>
                <a:t>Possible GeoAI projects for Ghana:</a:t>
              </a:r>
              <a:endParaRPr b="0" lang="en-US" sz="2200" spc="-1" strike="noStrike">
                <a:solidFill>
                  <a:srgbClr val="ffffff"/>
                </a:solidFill>
                <a:latin typeface="Arial"/>
              </a:endParaRPr>
            </a:p>
          </p:txBody>
        </p:sp>
      </p:grpSp>
      <p:grpSp>
        <p:nvGrpSpPr>
          <p:cNvPr id="1367" name="Group 38"/>
          <p:cNvGrpSpPr/>
          <p:nvPr/>
        </p:nvGrpSpPr>
        <p:grpSpPr>
          <a:xfrm>
            <a:off x="725040" y="6723720"/>
            <a:ext cx="5087160" cy="597600"/>
            <a:chOff x="725040" y="6723720"/>
            <a:chExt cx="5087160" cy="597600"/>
          </a:xfrm>
        </p:grpSpPr>
        <p:sp>
          <p:nvSpPr>
            <p:cNvPr id="1368" name="Freeform 39"/>
            <p:cNvSpPr/>
            <p:nvPr/>
          </p:nvSpPr>
          <p:spPr>
            <a:xfrm>
              <a:off x="731520" y="6729840"/>
              <a:ext cx="5074560" cy="585000"/>
            </a:xfrm>
            <a:custGeom>
              <a:avLst/>
              <a:gdLst>
                <a:gd name="textAreaLeft" fmla="*/ 0 w 5074560"/>
                <a:gd name="textAreaRight" fmla="*/ 5074920 w 5074560"/>
                <a:gd name="textAreaTop" fmla="*/ 0 h 585000"/>
                <a:gd name="textAreaBottom" fmla="*/ 585360 h 585000"/>
              </a:gdLst>
              <a:ahLst/>
              <a:rect l="textAreaLeft" t="textAreaTop" r="textAreaRight" b="textAreaBottom"/>
              <a:pathLst>
                <a:path w="6766560" h="780288">
                  <a:moveTo>
                    <a:pt x="0" y="0"/>
                  </a:moveTo>
                  <a:lnTo>
                    <a:pt x="6766560" y="0"/>
                  </a:lnTo>
                  <a:lnTo>
                    <a:pt x="6766560" y="780288"/>
                  </a:lnTo>
                  <a:lnTo>
                    <a:pt x="0" y="780288"/>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9" name="Freeform 40"/>
            <p:cNvSpPr/>
            <p:nvPr/>
          </p:nvSpPr>
          <p:spPr>
            <a:xfrm>
              <a:off x="725040" y="6723720"/>
              <a:ext cx="5087160" cy="597600"/>
            </a:xfrm>
            <a:custGeom>
              <a:avLst/>
              <a:gdLst>
                <a:gd name="textAreaLeft" fmla="*/ 0 w 5087160"/>
                <a:gd name="textAreaRight" fmla="*/ 5087520 w 5087160"/>
                <a:gd name="textAreaTop" fmla="*/ 0 h 597600"/>
                <a:gd name="textAreaBottom" fmla="*/ 597960 h 597600"/>
              </a:gdLst>
              <a:ahLst/>
              <a:rect l="textAreaLeft" t="textAreaTop" r="textAreaRight" b="textAreaBottom"/>
              <a:pathLst>
                <a:path w="6783578" h="797306">
                  <a:moveTo>
                    <a:pt x="8509" y="0"/>
                  </a:moveTo>
                  <a:lnTo>
                    <a:pt x="6775069" y="0"/>
                  </a:lnTo>
                  <a:cubicBezTo>
                    <a:pt x="6779768" y="0"/>
                    <a:pt x="6783578" y="3810"/>
                    <a:pt x="6783578" y="8509"/>
                  </a:cubicBezTo>
                  <a:lnTo>
                    <a:pt x="6783578" y="788797"/>
                  </a:lnTo>
                  <a:cubicBezTo>
                    <a:pt x="6783578" y="793496"/>
                    <a:pt x="6779768" y="797306"/>
                    <a:pt x="6775069" y="797306"/>
                  </a:cubicBezTo>
                  <a:lnTo>
                    <a:pt x="8509" y="797306"/>
                  </a:lnTo>
                  <a:cubicBezTo>
                    <a:pt x="3810" y="797306"/>
                    <a:pt x="0" y="793496"/>
                    <a:pt x="0" y="788797"/>
                  </a:cubicBezTo>
                  <a:lnTo>
                    <a:pt x="0" y="8509"/>
                  </a:lnTo>
                  <a:cubicBezTo>
                    <a:pt x="0" y="3810"/>
                    <a:pt x="3810" y="0"/>
                    <a:pt x="8509" y="0"/>
                  </a:cubicBezTo>
                  <a:moveTo>
                    <a:pt x="8509" y="16891"/>
                  </a:moveTo>
                  <a:lnTo>
                    <a:pt x="8509" y="8509"/>
                  </a:lnTo>
                  <a:lnTo>
                    <a:pt x="17018" y="8509"/>
                  </a:lnTo>
                  <a:lnTo>
                    <a:pt x="17018" y="788797"/>
                  </a:lnTo>
                  <a:lnTo>
                    <a:pt x="8509" y="788797"/>
                  </a:lnTo>
                  <a:lnTo>
                    <a:pt x="8509" y="780288"/>
                  </a:lnTo>
                  <a:lnTo>
                    <a:pt x="6775069" y="780288"/>
                  </a:lnTo>
                  <a:lnTo>
                    <a:pt x="6775069" y="788797"/>
                  </a:lnTo>
                  <a:lnTo>
                    <a:pt x="6766560" y="788797"/>
                  </a:lnTo>
                  <a:lnTo>
                    <a:pt x="6766560" y="8509"/>
                  </a:lnTo>
                  <a:lnTo>
                    <a:pt x="6775069" y="8509"/>
                  </a:lnTo>
                  <a:lnTo>
                    <a:pt x="6775069" y="17018"/>
                  </a:lnTo>
                  <a:lnTo>
                    <a:pt x="8509" y="17018"/>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70" name="Group 41"/>
          <p:cNvGrpSpPr/>
          <p:nvPr/>
        </p:nvGrpSpPr>
        <p:grpSpPr>
          <a:xfrm>
            <a:off x="877680" y="6715800"/>
            <a:ext cx="4781880" cy="599040"/>
            <a:chOff x="877680" y="6715800"/>
            <a:chExt cx="4781880" cy="599040"/>
          </a:xfrm>
        </p:grpSpPr>
        <p:sp>
          <p:nvSpPr>
            <p:cNvPr id="1371" name="Freeform 42"/>
            <p:cNvSpPr/>
            <p:nvPr/>
          </p:nvSpPr>
          <p:spPr>
            <a:xfrm>
              <a:off x="877680" y="6729840"/>
              <a:ext cx="4781880" cy="585000"/>
            </a:xfrm>
            <a:custGeom>
              <a:avLst/>
              <a:gdLst>
                <a:gd name="textAreaLeft" fmla="*/ 0 w 4781880"/>
                <a:gd name="textAreaRight" fmla="*/ 4782240 w 4781880"/>
                <a:gd name="textAreaTop" fmla="*/ 0 h 585000"/>
                <a:gd name="textAreaBottom" fmla="*/ 585360 h 585000"/>
              </a:gdLst>
              <a:ahLst/>
              <a:rect l="textAreaLeft" t="textAreaTop" r="textAreaRight" b="textAreaBottom"/>
              <a:pathLst>
                <a:path w="6376416" h="780288">
                  <a:moveTo>
                    <a:pt x="0" y="0"/>
                  </a:moveTo>
                  <a:lnTo>
                    <a:pt x="6376416" y="0"/>
                  </a:lnTo>
                  <a:lnTo>
                    <a:pt x="6376416" y="780288"/>
                  </a:lnTo>
                  <a:lnTo>
                    <a:pt x="0" y="780288"/>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2" name="TextBox 43"/>
            <p:cNvSpPr/>
            <p:nvPr/>
          </p:nvSpPr>
          <p:spPr>
            <a:xfrm>
              <a:off x="877680" y="6715800"/>
              <a:ext cx="4781880" cy="599040"/>
            </a:xfrm>
            <a:prstGeom prst="rect">
              <a:avLst/>
            </a:prstGeom>
            <a:noFill/>
            <a:ln w="0">
              <a:noFill/>
            </a:ln>
          </p:spPr>
          <p:style>
            <a:lnRef idx="0"/>
            <a:fillRef idx="0"/>
            <a:effectRef idx="0"/>
            <a:fontRef idx="minor"/>
          </p:style>
          <p:txBody>
            <a:bodyPr lIns="0" rIns="0" tIns="0" bIns="0" anchor="ctr">
              <a:noAutofit/>
            </a:bodyPr>
            <a:p>
              <a:pPr defTabSz="914400">
                <a:lnSpc>
                  <a:spcPts val="2038"/>
                </a:lnSpc>
              </a:pPr>
              <a:r>
                <a:rPr b="1" lang="en-US" sz="1700" spc="-1" strike="noStrike">
                  <a:solidFill>
                    <a:srgbClr val="2a9d8f"/>
                  </a:solidFill>
                  <a:latin typeface="Trebuchet MS Bold"/>
                  <a:ea typeface="Trebuchet MS Bold"/>
                </a:rPr>
                <a:t>Health clinic access gaps</a:t>
              </a:r>
              <a:endParaRPr b="0" lang="en-US" sz="1700" spc="-1" strike="noStrike">
                <a:solidFill>
                  <a:srgbClr val="ffffff"/>
                </a:solidFill>
                <a:latin typeface="Arial"/>
              </a:endParaRPr>
            </a:p>
          </p:txBody>
        </p:sp>
      </p:grpSp>
      <p:grpSp>
        <p:nvGrpSpPr>
          <p:cNvPr id="1373" name="Group 44"/>
          <p:cNvGrpSpPr/>
          <p:nvPr/>
        </p:nvGrpSpPr>
        <p:grpSpPr>
          <a:xfrm>
            <a:off x="725040" y="7491600"/>
            <a:ext cx="5261040" cy="597600"/>
            <a:chOff x="725040" y="7491600"/>
            <a:chExt cx="5261040" cy="597600"/>
          </a:xfrm>
        </p:grpSpPr>
        <p:sp>
          <p:nvSpPr>
            <p:cNvPr id="1374" name="Freeform 45"/>
            <p:cNvSpPr/>
            <p:nvPr/>
          </p:nvSpPr>
          <p:spPr>
            <a:xfrm>
              <a:off x="731520" y="7498080"/>
              <a:ext cx="5248440" cy="585000"/>
            </a:xfrm>
            <a:custGeom>
              <a:avLst/>
              <a:gdLst>
                <a:gd name="textAreaLeft" fmla="*/ 0 w 5248440"/>
                <a:gd name="textAreaRight" fmla="*/ 5248800 w 5248440"/>
                <a:gd name="textAreaTop" fmla="*/ 0 h 585000"/>
                <a:gd name="textAreaBottom" fmla="*/ 585360 h 585000"/>
              </a:gdLst>
              <a:ahLst/>
              <a:rect l="textAreaLeft" t="textAreaTop" r="textAreaRight" b="textAreaBottom"/>
              <a:pathLst>
                <a:path w="6998208" h="780288">
                  <a:moveTo>
                    <a:pt x="0" y="0"/>
                  </a:moveTo>
                  <a:lnTo>
                    <a:pt x="6998208" y="0"/>
                  </a:lnTo>
                  <a:lnTo>
                    <a:pt x="6998208" y="780288"/>
                  </a:lnTo>
                  <a:lnTo>
                    <a:pt x="0" y="780288"/>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75" name="Freeform 46"/>
            <p:cNvSpPr/>
            <p:nvPr/>
          </p:nvSpPr>
          <p:spPr>
            <a:xfrm>
              <a:off x="725040" y="7491600"/>
              <a:ext cx="5261040" cy="597600"/>
            </a:xfrm>
            <a:custGeom>
              <a:avLst/>
              <a:gdLst>
                <a:gd name="textAreaLeft" fmla="*/ 0 w 5261040"/>
                <a:gd name="textAreaRight" fmla="*/ 5261400 w 5261040"/>
                <a:gd name="textAreaTop" fmla="*/ 0 h 597600"/>
                <a:gd name="textAreaBottom" fmla="*/ 597960 h 597600"/>
              </a:gdLst>
              <a:ahLst/>
              <a:rect l="textAreaLeft" t="textAreaTop" r="textAreaRight" b="textAreaBottom"/>
              <a:pathLst>
                <a:path w="7015226" h="797306">
                  <a:moveTo>
                    <a:pt x="8509" y="0"/>
                  </a:moveTo>
                  <a:lnTo>
                    <a:pt x="7006717" y="0"/>
                  </a:lnTo>
                  <a:cubicBezTo>
                    <a:pt x="7011416" y="0"/>
                    <a:pt x="7015226" y="3810"/>
                    <a:pt x="7015226" y="8509"/>
                  </a:cubicBezTo>
                  <a:lnTo>
                    <a:pt x="7015226" y="788797"/>
                  </a:lnTo>
                  <a:cubicBezTo>
                    <a:pt x="7015226" y="793496"/>
                    <a:pt x="7011416" y="797306"/>
                    <a:pt x="7006717" y="797306"/>
                  </a:cubicBezTo>
                  <a:lnTo>
                    <a:pt x="8509" y="797306"/>
                  </a:lnTo>
                  <a:cubicBezTo>
                    <a:pt x="3810" y="797306"/>
                    <a:pt x="0" y="793496"/>
                    <a:pt x="0" y="788797"/>
                  </a:cubicBezTo>
                  <a:lnTo>
                    <a:pt x="0" y="8509"/>
                  </a:lnTo>
                  <a:cubicBezTo>
                    <a:pt x="0" y="3810"/>
                    <a:pt x="3810" y="0"/>
                    <a:pt x="8509" y="0"/>
                  </a:cubicBezTo>
                  <a:moveTo>
                    <a:pt x="8509" y="16891"/>
                  </a:moveTo>
                  <a:lnTo>
                    <a:pt x="8509" y="8509"/>
                  </a:lnTo>
                  <a:lnTo>
                    <a:pt x="17018" y="8509"/>
                  </a:lnTo>
                  <a:lnTo>
                    <a:pt x="17018" y="788797"/>
                  </a:lnTo>
                  <a:lnTo>
                    <a:pt x="8509" y="788797"/>
                  </a:lnTo>
                  <a:lnTo>
                    <a:pt x="8509" y="780288"/>
                  </a:lnTo>
                  <a:lnTo>
                    <a:pt x="7006717" y="780288"/>
                  </a:lnTo>
                  <a:lnTo>
                    <a:pt x="7006717" y="788797"/>
                  </a:lnTo>
                  <a:lnTo>
                    <a:pt x="6998208" y="788797"/>
                  </a:lnTo>
                  <a:lnTo>
                    <a:pt x="6998208" y="8509"/>
                  </a:lnTo>
                  <a:lnTo>
                    <a:pt x="7006717" y="8509"/>
                  </a:lnTo>
                  <a:lnTo>
                    <a:pt x="7006717" y="17018"/>
                  </a:lnTo>
                  <a:lnTo>
                    <a:pt x="8509" y="17018"/>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76" name="Group 47"/>
          <p:cNvGrpSpPr/>
          <p:nvPr/>
        </p:nvGrpSpPr>
        <p:grpSpPr>
          <a:xfrm>
            <a:off x="877680" y="7483680"/>
            <a:ext cx="4955760" cy="599400"/>
            <a:chOff x="877680" y="7483680"/>
            <a:chExt cx="4955760" cy="599400"/>
          </a:xfrm>
        </p:grpSpPr>
        <p:sp>
          <p:nvSpPr>
            <p:cNvPr id="1377" name="Freeform 48"/>
            <p:cNvSpPr/>
            <p:nvPr/>
          </p:nvSpPr>
          <p:spPr>
            <a:xfrm>
              <a:off x="877680" y="7498080"/>
              <a:ext cx="4955760" cy="585000"/>
            </a:xfrm>
            <a:custGeom>
              <a:avLst/>
              <a:gdLst>
                <a:gd name="textAreaLeft" fmla="*/ 0 w 4955760"/>
                <a:gd name="textAreaRight" fmla="*/ 4956120 w 4955760"/>
                <a:gd name="textAreaTop" fmla="*/ 0 h 585000"/>
                <a:gd name="textAreaBottom" fmla="*/ 585360 h 585000"/>
              </a:gdLst>
              <a:ahLst/>
              <a:rect l="textAreaLeft" t="textAreaTop" r="textAreaRight" b="textAreaBottom"/>
              <a:pathLst>
                <a:path w="6608064" h="780288">
                  <a:moveTo>
                    <a:pt x="0" y="0"/>
                  </a:moveTo>
                  <a:lnTo>
                    <a:pt x="6608064" y="0"/>
                  </a:lnTo>
                  <a:lnTo>
                    <a:pt x="6608064" y="780288"/>
                  </a:lnTo>
                  <a:lnTo>
                    <a:pt x="0" y="780288"/>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8" name="TextBox 49"/>
            <p:cNvSpPr/>
            <p:nvPr/>
          </p:nvSpPr>
          <p:spPr>
            <a:xfrm>
              <a:off x="877680" y="7483680"/>
              <a:ext cx="4955760" cy="599040"/>
            </a:xfrm>
            <a:prstGeom prst="rect">
              <a:avLst/>
            </a:prstGeom>
            <a:noFill/>
            <a:ln w="0">
              <a:noFill/>
            </a:ln>
          </p:spPr>
          <p:style>
            <a:lnRef idx="0"/>
            <a:fillRef idx="0"/>
            <a:effectRef idx="0"/>
            <a:fontRef idx="minor"/>
          </p:style>
          <p:txBody>
            <a:bodyPr lIns="0" rIns="0" tIns="0" bIns="0" anchor="ctr">
              <a:noAutofit/>
            </a:bodyPr>
            <a:p>
              <a:pPr defTabSz="914400">
                <a:lnSpc>
                  <a:spcPts val="2038"/>
                </a:lnSpc>
              </a:pPr>
              <a:r>
                <a:rPr b="1" lang="en-US" sz="1700" spc="-1" strike="noStrike">
                  <a:solidFill>
                    <a:srgbClr val="2a9d8f"/>
                  </a:solidFill>
                  <a:latin typeface="Trebuchet MS Bold"/>
                  <a:ea typeface="Trebuchet MS Bold"/>
                </a:rPr>
                <a:t>School quality by district</a:t>
              </a:r>
              <a:endParaRPr b="0" lang="en-US" sz="1700" spc="-1" strike="noStrike">
                <a:solidFill>
                  <a:srgbClr val="ffffff"/>
                </a:solidFill>
                <a:latin typeface="Arial"/>
              </a:endParaRPr>
            </a:p>
          </p:txBody>
        </p:sp>
      </p:grpSp>
      <p:grpSp>
        <p:nvGrpSpPr>
          <p:cNvPr id="1379" name="Group 50"/>
          <p:cNvGrpSpPr/>
          <p:nvPr/>
        </p:nvGrpSpPr>
        <p:grpSpPr>
          <a:xfrm>
            <a:off x="6120000" y="7491600"/>
            <a:ext cx="4218480" cy="597600"/>
            <a:chOff x="6120000" y="7491600"/>
            <a:chExt cx="4218480" cy="597600"/>
          </a:xfrm>
        </p:grpSpPr>
        <p:sp>
          <p:nvSpPr>
            <p:cNvPr id="1380" name="Freeform 51"/>
            <p:cNvSpPr/>
            <p:nvPr/>
          </p:nvSpPr>
          <p:spPr>
            <a:xfrm>
              <a:off x="6126480" y="7498080"/>
              <a:ext cx="4205880" cy="585000"/>
            </a:xfrm>
            <a:custGeom>
              <a:avLst/>
              <a:gdLst>
                <a:gd name="textAreaLeft" fmla="*/ 0 w 4205880"/>
                <a:gd name="textAreaRight" fmla="*/ 4206240 w 4205880"/>
                <a:gd name="textAreaTop" fmla="*/ 0 h 585000"/>
                <a:gd name="textAreaBottom" fmla="*/ 585360 h 585000"/>
              </a:gdLst>
              <a:ahLst/>
              <a:rect l="textAreaLeft" t="textAreaTop" r="textAreaRight" b="textAreaBottom"/>
              <a:pathLst>
                <a:path w="5608320" h="780288">
                  <a:moveTo>
                    <a:pt x="0" y="0"/>
                  </a:moveTo>
                  <a:lnTo>
                    <a:pt x="5608320" y="0"/>
                  </a:lnTo>
                  <a:lnTo>
                    <a:pt x="5608320" y="780288"/>
                  </a:lnTo>
                  <a:lnTo>
                    <a:pt x="0" y="780288"/>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81" name="Freeform 52"/>
            <p:cNvSpPr/>
            <p:nvPr/>
          </p:nvSpPr>
          <p:spPr>
            <a:xfrm>
              <a:off x="6120000" y="7491600"/>
              <a:ext cx="4218480" cy="597600"/>
            </a:xfrm>
            <a:custGeom>
              <a:avLst/>
              <a:gdLst>
                <a:gd name="textAreaLeft" fmla="*/ 0 w 4218480"/>
                <a:gd name="textAreaRight" fmla="*/ 4218840 w 4218480"/>
                <a:gd name="textAreaTop" fmla="*/ 0 h 597600"/>
                <a:gd name="textAreaBottom" fmla="*/ 597960 h 597600"/>
              </a:gdLst>
              <a:ahLst/>
              <a:rect l="textAreaLeft" t="textAreaTop" r="textAreaRight" b="textAreaBottom"/>
              <a:pathLst>
                <a:path w="5625338" h="797306">
                  <a:moveTo>
                    <a:pt x="8509" y="0"/>
                  </a:moveTo>
                  <a:lnTo>
                    <a:pt x="5616829" y="0"/>
                  </a:lnTo>
                  <a:cubicBezTo>
                    <a:pt x="5621528" y="0"/>
                    <a:pt x="5625338" y="3810"/>
                    <a:pt x="5625338" y="8509"/>
                  </a:cubicBezTo>
                  <a:lnTo>
                    <a:pt x="5625338" y="788797"/>
                  </a:lnTo>
                  <a:cubicBezTo>
                    <a:pt x="5625338" y="793496"/>
                    <a:pt x="5621528" y="797306"/>
                    <a:pt x="5616829" y="797306"/>
                  </a:cubicBezTo>
                  <a:lnTo>
                    <a:pt x="8509" y="797306"/>
                  </a:lnTo>
                  <a:cubicBezTo>
                    <a:pt x="3810" y="797306"/>
                    <a:pt x="0" y="793496"/>
                    <a:pt x="0" y="788797"/>
                  </a:cubicBezTo>
                  <a:lnTo>
                    <a:pt x="0" y="8509"/>
                  </a:lnTo>
                  <a:cubicBezTo>
                    <a:pt x="0" y="3810"/>
                    <a:pt x="3810" y="0"/>
                    <a:pt x="8509" y="0"/>
                  </a:cubicBezTo>
                  <a:moveTo>
                    <a:pt x="8509" y="16891"/>
                  </a:moveTo>
                  <a:lnTo>
                    <a:pt x="8509" y="8509"/>
                  </a:lnTo>
                  <a:lnTo>
                    <a:pt x="17018" y="8509"/>
                  </a:lnTo>
                  <a:lnTo>
                    <a:pt x="17018" y="788797"/>
                  </a:lnTo>
                  <a:lnTo>
                    <a:pt x="8509" y="788797"/>
                  </a:lnTo>
                  <a:lnTo>
                    <a:pt x="8509" y="780288"/>
                  </a:lnTo>
                  <a:lnTo>
                    <a:pt x="5616829" y="780288"/>
                  </a:lnTo>
                  <a:lnTo>
                    <a:pt x="5616829" y="788797"/>
                  </a:lnTo>
                  <a:lnTo>
                    <a:pt x="5608320" y="788797"/>
                  </a:lnTo>
                  <a:lnTo>
                    <a:pt x="5608320" y="8509"/>
                  </a:lnTo>
                  <a:lnTo>
                    <a:pt x="5616829" y="8509"/>
                  </a:lnTo>
                  <a:lnTo>
                    <a:pt x="5616829" y="17018"/>
                  </a:lnTo>
                  <a:lnTo>
                    <a:pt x="8509" y="17018"/>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82" name="Group 53"/>
          <p:cNvGrpSpPr/>
          <p:nvPr/>
        </p:nvGrpSpPr>
        <p:grpSpPr>
          <a:xfrm>
            <a:off x="6272640" y="7483680"/>
            <a:ext cx="3913200" cy="599400"/>
            <a:chOff x="6272640" y="7483680"/>
            <a:chExt cx="3913200" cy="599400"/>
          </a:xfrm>
        </p:grpSpPr>
        <p:sp>
          <p:nvSpPr>
            <p:cNvPr id="1383" name="Freeform 54"/>
            <p:cNvSpPr/>
            <p:nvPr/>
          </p:nvSpPr>
          <p:spPr>
            <a:xfrm>
              <a:off x="6272640" y="7498080"/>
              <a:ext cx="3913200" cy="585000"/>
            </a:xfrm>
            <a:custGeom>
              <a:avLst/>
              <a:gdLst>
                <a:gd name="textAreaLeft" fmla="*/ 0 w 3913200"/>
                <a:gd name="textAreaRight" fmla="*/ 3913560 w 3913200"/>
                <a:gd name="textAreaTop" fmla="*/ 0 h 585000"/>
                <a:gd name="textAreaBottom" fmla="*/ 585360 h 585000"/>
              </a:gdLst>
              <a:ahLst/>
              <a:rect l="textAreaLeft" t="textAreaTop" r="textAreaRight" b="textAreaBottom"/>
              <a:pathLst>
                <a:path w="5218176" h="780288">
                  <a:moveTo>
                    <a:pt x="0" y="0"/>
                  </a:moveTo>
                  <a:lnTo>
                    <a:pt x="5218176" y="0"/>
                  </a:lnTo>
                  <a:lnTo>
                    <a:pt x="5218176" y="780288"/>
                  </a:lnTo>
                  <a:lnTo>
                    <a:pt x="0" y="780288"/>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84" name="TextBox 55"/>
            <p:cNvSpPr/>
            <p:nvPr/>
          </p:nvSpPr>
          <p:spPr>
            <a:xfrm>
              <a:off x="6272640" y="7483680"/>
              <a:ext cx="3913200" cy="599040"/>
            </a:xfrm>
            <a:prstGeom prst="rect">
              <a:avLst/>
            </a:prstGeom>
            <a:noFill/>
            <a:ln w="0">
              <a:noFill/>
            </a:ln>
          </p:spPr>
          <p:style>
            <a:lnRef idx="0"/>
            <a:fillRef idx="0"/>
            <a:effectRef idx="0"/>
            <a:fontRef idx="minor"/>
          </p:style>
          <p:txBody>
            <a:bodyPr lIns="0" rIns="0" tIns="0" bIns="0" anchor="ctr">
              <a:noAutofit/>
            </a:bodyPr>
            <a:p>
              <a:pPr defTabSz="914400">
                <a:lnSpc>
                  <a:spcPts val="2038"/>
                </a:lnSpc>
              </a:pPr>
              <a:r>
                <a:rPr b="1" lang="en-US" sz="1700" spc="-1" strike="noStrike">
                  <a:solidFill>
                    <a:srgbClr val="2a9d8f"/>
                  </a:solidFill>
                  <a:latin typeface="Trebuchet MS Bold"/>
                  <a:ea typeface="Trebuchet MS Bold"/>
                </a:rPr>
                <a:t>Water access mapping</a:t>
              </a:r>
              <a:endParaRPr b="0" lang="en-US" sz="1700" spc="-1" strike="noStrike">
                <a:solidFill>
                  <a:srgbClr val="ffffff"/>
                </a:solidFill>
                <a:latin typeface="Arial"/>
              </a:endParaRPr>
            </a:p>
          </p:txBody>
        </p:sp>
      </p:grpSp>
      <p:grpSp>
        <p:nvGrpSpPr>
          <p:cNvPr id="1385" name="Group 56"/>
          <p:cNvGrpSpPr/>
          <p:nvPr/>
        </p:nvGrpSpPr>
        <p:grpSpPr>
          <a:xfrm>
            <a:off x="725040" y="8259840"/>
            <a:ext cx="4913640" cy="597600"/>
            <a:chOff x="725040" y="8259840"/>
            <a:chExt cx="4913640" cy="597600"/>
          </a:xfrm>
        </p:grpSpPr>
        <p:sp>
          <p:nvSpPr>
            <p:cNvPr id="1386" name="Freeform 57"/>
            <p:cNvSpPr/>
            <p:nvPr/>
          </p:nvSpPr>
          <p:spPr>
            <a:xfrm>
              <a:off x="731520" y="8266320"/>
              <a:ext cx="4900680" cy="585000"/>
            </a:xfrm>
            <a:custGeom>
              <a:avLst/>
              <a:gdLst>
                <a:gd name="textAreaLeft" fmla="*/ 0 w 4900680"/>
                <a:gd name="textAreaRight" fmla="*/ 4901040 w 4900680"/>
                <a:gd name="textAreaTop" fmla="*/ 0 h 585000"/>
                <a:gd name="textAreaBottom" fmla="*/ 585360 h 585000"/>
              </a:gdLst>
              <a:ahLst/>
              <a:rect l="textAreaLeft" t="textAreaTop" r="textAreaRight" b="textAreaBottom"/>
              <a:pathLst>
                <a:path w="6534912" h="780288">
                  <a:moveTo>
                    <a:pt x="0" y="0"/>
                  </a:moveTo>
                  <a:lnTo>
                    <a:pt x="6534912" y="0"/>
                  </a:lnTo>
                  <a:lnTo>
                    <a:pt x="6534912" y="780288"/>
                  </a:lnTo>
                  <a:lnTo>
                    <a:pt x="0" y="780288"/>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87" name="Freeform 58"/>
            <p:cNvSpPr/>
            <p:nvPr/>
          </p:nvSpPr>
          <p:spPr>
            <a:xfrm>
              <a:off x="725040" y="8259840"/>
              <a:ext cx="4913640" cy="597600"/>
            </a:xfrm>
            <a:custGeom>
              <a:avLst/>
              <a:gdLst>
                <a:gd name="textAreaLeft" fmla="*/ 0 w 4913640"/>
                <a:gd name="textAreaRight" fmla="*/ 4914000 w 4913640"/>
                <a:gd name="textAreaTop" fmla="*/ 0 h 597600"/>
                <a:gd name="textAreaBottom" fmla="*/ 597960 h 597600"/>
              </a:gdLst>
              <a:ahLst/>
              <a:rect l="textAreaLeft" t="textAreaTop" r="textAreaRight" b="textAreaBottom"/>
              <a:pathLst>
                <a:path w="6551930" h="797306">
                  <a:moveTo>
                    <a:pt x="8509" y="0"/>
                  </a:moveTo>
                  <a:lnTo>
                    <a:pt x="6543421" y="0"/>
                  </a:lnTo>
                  <a:cubicBezTo>
                    <a:pt x="6548120" y="0"/>
                    <a:pt x="6551930" y="3810"/>
                    <a:pt x="6551930" y="8509"/>
                  </a:cubicBezTo>
                  <a:lnTo>
                    <a:pt x="6551930" y="788797"/>
                  </a:lnTo>
                  <a:cubicBezTo>
                    <a:pt x="6551930" y="793496"/>
                    <a:pt x="6548120" y="797306"/>
                    <a:pt x="6543421" y="797306"/>
                  </a:cubicBezTo>
                  <a:lnTo>
                    <a:pt x="8509" y="797306"/>
                  </a:lnTo>
                  <a:cubicBezTo>
                    <a:pt x="3810" y="797306"/>
                    <a:pt x="0" y="793496"/>
                    <a:pt x="0" y="788797"/>
                  </a:cubicBezTo>
                  <a:lnTo>
                    <a:pt x="0" y="8509"/>
                  </a:lnTo>
                  <a:cubicBezTo>
                    <a:pt x="0" y="3810"/>
                    <a:pt x="3810" y="0"/>
                    <a:pt x="8509" y="0"/>
                  </a:cubicBezTo>
                  <a:moveTo>
                    <a:pt x="8509" y="16891"/>
                  </a:moveTo>
                  <a:lnTo>
                    <a:pt x="8509" y="8509"/>
                  </a:lnTo>
                  <a:lnTo>
                    <a:pt x="17018" y="8509"/>
                  </a:lnTo>
                  <a:lnTo>
                    <a:pt x="17018" y="788797"/>
                  </a:lnTo>
                  <a:lnTo>
                    <a:pt x="8509" y="788797"/>
                  </a:lnTo>
                  <a:lnTo>
                    <a:pt x="8509" y="780288"/>
                  </a:lnTo>
                  <a:lnTo>
                    <a:pt x="6543421" y="780288"/>
                  </a:lnTo>
                  <a:lnTo>
                    <a:pt x="6543421" y="788797"/>
                  </a:lnTo>
                  <a:lnTo>
                    <a:pt x="6534912" y="788797"/>
                  </a:lnTo>
                  <a:lnTo>
                    <a:pt x="6534912" y="8509"/>
                  </a:lnTo>
                  <a:lnTo>
                    <a:pt x="6543421" y="8509"/>
                  </a:lnTo>
                  <a:lnTo>
                    <a:pt x="6543421" y="17018"/>
                  </a:lnTo>
                  <a:lnTo>
                    <a:pt x="8509" y="17018"/>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88" name="Group 59"/>
          <p:cNvGrpSpPr/>
          <p:nvPr/>
        </p:nvGrpSpPr>
        <p:grpSpPr>
          <a:xfrm>
            <a:off x="877680" y="8251920"/>
            <a:ext cx="4608360" cy="599400"/>
            <a:chOff x="877680" y="8251920"/>
            <a:chExt cx="4608360" cy="599400"/>
          </a:xfrm>
        </p:grpSpPr>
        <p:sp>
          <p:nvSpPr>
            <p:cNvPr id="1389" name="Freeform 60"/>
            <p:cNvSpPr/>
            <p:nvPr/>
          </p:nvSpPr>
          <p:spPr>
            <a:xfrm>
              <a:off x="877680" y="8266320"/>
              <a:ext cx="4608360" cy="585000"/>
            </a:xfrm>
            <a:custGeom>
              <a:avLst/>
              <a:gdLst>
                <a:gd name="textAreaLeft" fmla="*/ 0 w 4608360"/>
                <a:gd name="textAreaRight" fmla="*/ 4608720 w 4608360"/>
                <a:gd name="textAreaTop" fmla="*/ 0 h 585000"/>
                <a:gd name="textAreaBottom" fmla="*/ 585360 h 585000"/>
              </a:gdLst>
              <a:ahLst/>
              <a:rect l="textAreaLeft" t="textAreaTop" r="textAreaRight" b="textAreaBottom"/>
              <a:pathLst>
                <a:path w="6144768" h="780288">
                  <a:moveTo>
                    <a:pt x="0" y="0"/>
                  </a:moveTo>
                  <a:lnTo>
                    <a:pt x="6144768" y="0"/>
                  </a:lnTo>
                  <a:lnTo>
                    <a:pt x="6144768" y="780288"/>
                  </a:lnTo>
                  <a:lnTo>
                    <a:pt x="0" y="780288"/>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90" name="TextBox 61"/>
            <p:cNvSpPr/>
            <p:nvPr/>
          </p:nvSpPr>
          <p:spPr>
            <a:xfrm>
              <a:off x="877680" y="8251920"/>
              <a:ext cx="4608360" cy="599040"/>
            </a:xfrm>
            <a:prstGeom prst="rect">
              <a:avLst/>
            </a:prstGeom>
            <a:noFill/>
            <a:ln w="0">
              <a:noFill/>
            </a:ln>
          </p:spPr>
          <p:style>
            <a:lnRef idx="0"/>
            <a:fillRef idx="0"/>
            <a:effectRef idx="0"/>
            <a:fontRef idx="minor"/>
          </p:style>
          <p:txBody>
            <a:bodyPr lIns="0" rIns="0" tIns="0" bIns="0" anchor="ctr">
              <a:noAutofit/>
            </a:bodyPr>
            <a:p>
              <a:pPr defTabSz="914400">
                <a:lnSpc>
                  <a:spcPts val="2038"/>
                </a:lnSpc>
              </a:pPr>
              <a:r>
                <a:rPr b="1" lang="en-US" sz="1700" spc="-1" strike="noStrike">
                  <a:solidFill>
                    <a:srgbClr val="2a9d8f"/>
                  </a:solidFill>
                  <a:latin typeface="Trebuchet MS Bold"/>
                  <a:ea typeface="Trebuchet MS Bold"/>
                </a:rPr>
                <a:t>Road condition by region</a:t>
              </a:r>
              <a:endParaRPr b="0" lang="en-US" sz="1700" spc="-1" strike="noStrike">
                <a:solidFill>
                  <a:srgbClr val="ffffff"/>
                </a:solidFill>
                <a:latin typeface="Arial"/>
              </a:endParaRPr>
            </a:p>
          </p:txBody>
        </p:sp>
      </p:grpSp>
      <p:grpSp>
        <p:nvGrpSpPr>
          <p:cNvPr id="1391" name="Group 62"/>
          <p:cNvGrpSpPr/>
          <p:nvPr/>
        </p:nvGrpSpPr>
        <p:grpSpPr>
          <a:xfrm>
            <a:off x="5772600" y="8259840"/>
            <a:ext cx="3871080" cy="597600"/>
            <a:chOff x="5772600" y="8259840"/>
            <a:chExt cx="3871080" cy="597600"/>
          </a:xfrm>
        </p:grpSpPr>
        <p:sp>
          <p:nvSpPr>
            <p:cNvPr id="1392" name="Freeform 63"/>
            <p:cNvSpPr/>
            <p:nvPr/>
          </p:nvSpPr>
          <p:spPr>
            <a:xfrm>
              <a:off x="5779080" y="8266320"/>
              <a:ext cx="3858480" cy="585000"/>
            </a:xfrm>
            <a:custGeom>
              <a:avLst/>
              <a:gdLst>
                <a:gd name="textAreaLeft" fmla="*/ 0 w 3858480"/>
                <a:gd name="textAreaRight" fmla="*/ 3858840 w 3858480"/>
                <a:gd name="textAreaTop" fmla="*/ 0 h 585000"/>
                <a:gd name="textAreaBottom" fmla="*/ 585360 h 585000"/>
              </a:gdLst>
              <a:ahLst/>
              <a:rect l="textAreaLeft" t="textAreaTop" r="textAreaRight" b="textAreaBottom"/>
              <a:pathLst>
                <a:path w="5145024" h="780288">
                  <a:moveTo>
                    <a:pt x="0" y="0"/>
                  </a:moveTo>
                  <a:lnTo>
                    <a:pt x="5145024" y="0"/>
                  </a:lnTo>
                  <a:lnTo>
                    <a:pt x="5145024" y="780288"/>
                  </a:lnTo>
                  <a:lnTo>
                    <a:pt x="0" y="780288"/>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3" name="Freeform 64"/>
            <p:cNvSpPr/>
            <p:nvPr/>
          </p:nvSpPr>
          <p:spPr>
            <a:xfrm>
              <a:off x="5772600" y="8259840"/>
              <a:ext cx="3871080" cy="597600"/>
            </a:xfrm>
            <a:custGeom>
              <a:avLst/>
              <a:gdLst>
                <a:gd name="textAreaLeft" fmla="*/ 0 w 3871080"/>
                <a:gd name="textAreaRight" fmla="*/ 3871440 w 3871080"/>
                <a:gd name="textAreaTop" fmla="*/ 0 h 597600"/>
                <a:gd name="textAreaBottom" fmla="*/ 597960 h 597600"/>
              </a:gdLst>
              <a:ahLst/>
              <a:rect l="textAreaLeft" t="textAreaTop" r="textAreaRight" b="textAreaBottom"/>
              <a:pathLst>
                <a:path w="5162042" h="797306">
                  <a:moveTo>
                    <a:pt x="8509" y="0"/>
                  </a:moveTo>
                  <a:lnTo>
                    <a:pt x="5153533" y="0"/>
                  </a:lnTo>
                  <a:cubicBezTo>
                    <a:pt x="5158232" y="0"/>
                    <a:pt x="5162042" y="3810"/>
                    <a:pt x="5162042" y="8509"/>
                  </a:cubicBezTo>
                  <a:lnTo>
                    <a:pt x="5162042" y="788797"/>
                  </a:lnTo>
                  <a:cubicBezTo>
                    <a:pt x="5162042" y="793496"/>
                    <a:pt x="5158232" y="797306"/>
                    <a:pt x="5153533" y="797306"/>
                  </a:cubicBezTo>
                  <a:lnTo>
                    <a:pt x="8509" y="797306"/>
                  </a:lnTo>
                  <a:cubicBezTo>
                    <a:pt x="3810" y="797306"/>
                    <a:pt x="0" y="793496"/>
                    <a:pt x="0" y="788797"/>
                  </a:cubicBezTo>
                  <a:lnTo>
                    <a:pt x="0" y="8509"/>
                  </a:lnTo>
                  <a:cubicBezTo>
                    <a:pt x="0" y="3810"/>
                    <a:pt x="3810" y="0"/>
                    <a:pt x="8509" y="0"/>
                  </a:cubicBezTo>
                  <a:moveTo>
                    <a:pt x="8509" y="16891"/>
                  </a:moveTo>
                  <a:lnTo>
                    <a:pt x="8509" y="8509"/>
                  </a:lnTo>
                  <a:lnTo>
                    <a:pt x="17018" y="8509"/>
                  </a:lnTo>
                  <a:lnTo>
                    <a:pt x="17018" y="788797"/>
                  </a:lnTo>
                  <a:lnTo>
                    <a:pt x="8509" y="788797"/>
                  </a:lnTo>
                  <a:lnTo>
                    <a:pt x="8509" y="780288"/>
                  </a:lnTo>
                  <a:lnTo>
                    <a:pt x="5153533" y="780288"/>
                  </a:lnTo>
                  <a:lnTo>
                    <a:pt x="5153533" y="788797"/>
                  </a:lnTo>
                  <a:lnTo>
                    <a:pt x="5145024" y="788797"/>
                  </a:lnTo>
                  <a:lnTo>
                    <a:pt x="5145024" y="8509"/>
                  </a:lnTo>
                  <a:lnTo>
                    <a:pt x="5153533" y="8509"/>
                  </a:lnTo>
                  <a:lnTo>
                    <a:pt x="5153533" y="17018"/>
                  </a:lnTo>
                  <a:lnTo>
                    <a:pt x="8509" y="17018"/>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94" name="Group 65"/>
          <p:cNvGrpSpPr/>
          <p:nvPr/>
        </p:nvGrpSpPr>
        <p:grpSpPr>
          <a:xfrm>
            <a:off x="5925240" y="8251920"/>
            <a:ext cx="3565800" cy="599400"/>
            <a:chOff x="5925240" y="8251920"/>
            <a:chExt cx="3565800" cy="599400"/>
          </a:xfrm>
        </p:grpSpPr>
        <p:sp>
          <p:nvSpPr>
            <p:cNvPr id="1395" name="Freeform 66"/>
            <p:cNvSpPr/>
            <p:nvPr/>
          </p:nvSpPr>
          <p:spPr>
            <a:xfrm>
              <a:off x="5925240" y="8266320"/>
              <a:ext cx="3565800" cy="585000"/>
            </a:xfrm>
            <a:custGeom>
              <a:avLst/>
              <a:gdLst>
                <a:gd name="textAreaLeft" fmla="*/ 0 w 3565800"/>
                <a:gd name="textAreaRight" fmla="*/ 3566160 w 3565800"/>
                <a:gd name="textAreaTop" fmla="*/ 0 h 585000"/>
                <a:gd name="textAreaBottom" fmla="*/ 585360 h 585000"/>
              </a:gdLst>
              <a:ahLst/>
              <a:rect l="textAreaLeft" t="textAreaTop" r="textAreaRight" b="textAreaBottom"/>
              <a:pathLst>
                <a:path w="4754880" h="780288">
                  <a:moveTo>
                    <a:pt x="0" y="0"/>
                  </a:moveTo>
                  <a:lnTo>
                    <a:pt x="4754880" y="0"/>
                  </a:lnTo>
                  <a:lnTo>
                    <a:pt x="4754880" y="780288"/>
                  </a:lnTo>
                  <a:lnTo>
                    <a:pt x="0" y="780288"/>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96" name="TextBox 67"/>
            <p:cNvSpPr/>
            <p:nvPr/>
          </p:nvSpPr>
          <p:spPr>
            <a:xfrm>
              <a:off x="5925240" y="8251920"/>
              <a:ext cx="3565800" cy="599040"/>
            </a:xfrm>
            <a:prstGeom prst="rect">
              <a:avLst/>
            </a:prstGeom>
            <a:noFill/>
            <a:ln w="0">
              <a:noFill/>
            </a:ln>
          </p:spPr>
          <p:style>
            <a:lnRef idx="0"/>
            <a:fillRef idx="0"/>
            <a:effectRef idx="0"/>
            <a:fontRef idx="minor"/>
          </p:style>
          <p:txBody>
            <a:bodyPr lIns="0" rIns="0" tIns="0" bIns="0" anchor="ctr">
              <a:noAutofit/>
            </a:bodyPr>
            <a:p>
              <a:pPr defTabSz="914400">
                <a:lnSpc>
                  <a:spcPts val="2038"/>
                </a:lnSpc>
              </a:pPr>
              <a:r>
                <a:rPr b="1" lang="en-US" sz="1700" spc="-1" strike="noStrike">
                  <a:solidFill>
                    <a:srgbClr val="2a9d8f"/>
                  </a:solidFill>
                  <a:latin typeface="Trebuchet MS Bold"/>
                  <a:ea typeface="Trebuchet MS Bold"/>
                </a:rPr>
                <a:t>Urban heat mapping</a:t>
              </a:r>
              <a:endParaRPr b="0" lang="en-US" sz="1700" spc="-1" strike="noStrike">
                <a:solidFill>
                  <a:srgbClr val="ffffff"/>
                </a:solidFill>
                <a:latin typeface="Arial"/>
              </a:endParaRPr>
            </a:p>
          </p:txBody>
        </p:sp>
      </p:grpSp>
      <p:grpSp>
        <p:nvGrpSpPr>
          <p:cNvPr id="1397" name="Group 68"/>
          <p:cNvGrpSpPr/>
          <p:nvPr/>
        </p:nvGrpSpPr>
        <p:grpSpPr>
          <a:xfrm>
            <a:off x="725040" y="9028080"/>
            <a:ext cx="4739760" cy="597600"/>
            <a:chOff x="725040" y="9028080"/>
            <a:chExt cx="4739760" cy="597600"/>
          </a:xfrm>
        </p:grpSpPr>
        <p:sp>
          <p:nvSpPr>
            <p:cNvPr id="1398" name="Freeform 69"/>
            <p:cNvSpPr/>
            <p:nvPr/>
          </p:nvSpPr>
          <p:spPr>
            <a:xfrm>
              <a:off x="731520" y="9034200"/>
              <a:ext cx="4727160" cy="585000"/>
            </a:xfrm>
            <a:custGeom>
              <a:avLst/>
              <a:gdLst>
                <a:gd name="textAreaLeft" fmla="*/ 0 w 4727160"/>
                <a:gd name="textAreaRight" fmla="*/ 4727520 w 4727160"/>
                <a:gd name="textAreaTop" fmla="*/ 0 h 585000"/>
                <a:gd name="textAreaBottom" fmla="*/ 585360 h 585000"/>
              </a:gdLst>
              <a:ahLst/>
              <a:rect l="textAreaLeft" t="textAreaTop" r="textAreaRight" b="textAreaBottom"/>
              <a:pathLst>
                <a:path w="6303264" h="780288">
                  <a:moveTo>
                    <a:pt x="0" y="0"/>
                  </a:moveTo>
                  <a:lnTo>
                    <a:pt x="6303264" y="0"/>
                  </a:lnTo>
                  <a:lnTo>
                    <a:pt x="6303264" y="780288"/>
                  </a:lnTo>
                  <a:lnTo>
                    <a:pt x="0" y="780288"/>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9" name="Freeform 70"/>
            <p:cNvSpPr/>
            <p:nvPr/>
          </p:nvSpPr>
          <p:spPr>
            <a:xfrm>
              <a:off x="725040" y="9028080"/>
              <a:ext cx="4739760" cy="597600"/>
            </a:xfrm>
            <a:custGeom>
              <a:avLst/>
              <a:gdLst>
                <a:gd name="textAreaLeft" fmla="*/ 0 w 4739760"/>
                <a:gd name="textAreaRight" fmla="*/ 4740120 w 4739760"/>
                <a:gd name="textAreaTop" fmla="*/ 0 h 597600"/>
                <a:gd name="textAreaBottom" fmla="*/ 597960 h 597600"/>
              </a:gdLst>
              <a:ahLst/>
              <a:rect l="textAreaLeft" t="textAreaTop" r="textAreaRight" b="textAreaBottom"/>
              <a:pathLst>
                <a:path w="6320282" h="797306">
                  <a:moveTo>
                    <a:pt x="8509" y="0"/>
                  </a:moveTo>
                  <a:lnTo>
                    <a:pt x="6311773" y="0"/>
                  </a:lnTo>
                  <a:cubicBezTo>
                    <a:pt x="6316472" y="0"/>
                    <a:pt x="6320282" y="3810"/>
                    <a:pt x="6320282" y="8509"/>
                  </a:cubicBezTo>
                  <a:lnTo>
                    <a:pt x="6320282" y="788797"/>
                  </a:lnTo>
                  <a:cubicBezTo>
                    <a:pt x="6320282" y="793496"/>
                    <a:pt x="6316472" y="797306"/>
                    <a:pt x="6311773" y="797306"/>
                  </a:cubicBezTo>
                  <a:lnTo>
                    <a:pt x="8509" y="797306"/>
                  </a:lnTo>
                  <a:cubicBezTo>
                    <a:pt x="3810" y="797306"/>
                    <a:pt x="0" y="793496"/>
                    <a:pt x="0" y="788797"/>
                  </a:cubicBezTo>
                  <a:lnTo>
                    <a:pt x="0" y="8509"/>
                  </a:lnTo>
                  <a:cubicBezTo>
                    <a:pt x="0" y="3810"/>
                    <a:pt x="3810" y="0"/>
                    <a:pt x="8509" y="0"/>
                  </a:cubicBezTo>
                  <a:moveTo>
                    <a:pt x="8509" y="16891"/>
                  </a:moveTo>
                  <a:lnTo>
                    <a:pt x="8509" y="8509"/>
                  </a:lnTo>
                  <a:lnTo>
                    <a:pt x="17018" y="8509"/>
                  </a:lnTo>
                  <a:lnTo>
                    <a:pt x="17018" y="788797"/>
                  </a:lnTo>
                  <a:lnTo>
                    <a:pt x="8509" y="788797"/>
                  </a:lnTo>
                  <a:lnTo>
                    <a:pt x="8509" y="780288"/>
                  </a:lnTo>
                  <a:lnTo>
                    <a:pt x="6311773" y="780288"/>
                  </a:lnTo>
                  <a:lnTo>
                    <a:pt x="6311773" y="788797"/>
                  </a:lnTo>
                  <a:lnTo>
                    <a:pt x="6303264" y="788797"/>
                  </a:lnTo>
                  <a:lnTo>
                    <a:pt x="6303264" y="8509"/>
                  </a:lnTo>
                  <a:lnTo>
                    <a:pt x="6311773" y="8509"/>
                  </a:lnTo>
                  <a:lnTo>
                    <a:pt x="6311773" y="17018"/>
                  </a:lnTo>
                  <a:lnTo>
                    <a:pt x="8509" y="17018"/>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00" name="Group 71"/>
          <p:cNvGrpSpPr/>
          <p:nvPr/>
        </p:nvGrpSpPr>
        <p:grpSpPr>
          <a:xfrm>
            <a:off x="877680" y="9020160"/>
            <a:ext cx="4434480" cy="599040"/>
            <a:chOff x="877680" y="9020160"/>
            <a:chExt cx="4434480" cy="599040"/>
          </a:xfrm>
        </p:grpSpPr>
        <p:sp>
          <p:nvSpPr>
            <p:cNvPr id="1401" name="Freeform 72"/>
            <p:cNvSpPr/>
            <p:nvPr/>
          </p:nvSpPr>
          <p:spPr>
            <a:xfrm>
              <a:off x="877680" y="9034200"/>
              <a:ext cx="4434480" cy="585000"/>
            </a:xfrm>
            <a:custGeom>
              <a:avLst/>
              <a:gdLst>
                <a:gd name="textAreaLeft" fmla="*/ 0 w 4434480"/>
                <a:gd name="textAreaRight" fmla="*/ 4434840 w 4434480"/>
                <a:gd name="textAreaTop" fmla="*/ 0 h 585000"/>
                <a:gd name="textAreaBottom" fmla="*/ 585360 h 585000"/>
              </a:gdLst>
              <a:ahLst/>
              <a:rect l="textAreaLeft" t="textAreaTop" r="textAreaRight" b="textAreaBottom"/>
              <a:pathLst>
                <a:path w="5913120" h="780288">
                  <a:moveTo>
                    <a:pt x="0" y="0"/>
                  </a:moveTo>
                  <a:lnTo>
                    <a:pt x="5913120" y="0"/>
                  </a:lnTo>
                  <a:lnTo>
                    <a:pt x="5913120" y="780288"/>
                  </a:lnTo>
                  <a:lnTo>
                    <a:pt x="0" y="780288"/>
                  </a:lnTo>
                  <a:close/>
                </a:path>
              </a:pathLst>
            </a:custGeom>
            <a:blipFill rotWithShape="0">
              <a:blip r:embed="rId1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02" name="TextBox 73"/>
            <p:cNvSpPr/>
            <p:nvPr/>
          </p:nvSpPr>
          <p:spPr>
            <a:xfrm>
              <a:off x="877680" y="9020160"/>
              <a:ext cx="4434480" cy="599040"/>
            </a:xfrm>
            <a:prstGeom prst="rect">
              <a:avLst/>
            </a:prstGeom>
            <a:noFill/>
            <a:ln w="0">
              <a:noFill/>
            </a:ln>
          </p:spPr>
          <p:style>
            <a:lnRef idx="0"/>
            <a:fillRef idx="0"/>
            <a:effectRef idx="0"/>
            <a:fontRef idx="minor"/>
          </p:style>
          <p:txBody>
            <a:bodyPr lIns="0" rIns="0" tIns="0" bIns="0" anchor="ctr">
              <a:noAutofit/>
            </a:bodyPr>
            <a:p>
              <a:pPr defTabSz="914400">
                <a:lnSpc>
                  <a:spcPts val="2038"/>
                </a:lnSpc>
              </a:pPr>
              <a:r>
                <a:rPr b="1" lang="en-US" sz="1700" spc="-1" strike="noStrike">
                  <a:solidFill>
                    <a:srgbClr val="2a9d8f"/>
                  </a:solidFill>
                  <a:latin typeface="Trebuchet MS Bold"/>
                  <a:ea typeface="Trebuchet MS Bold"/>
                </a:rPr>
                <a:t>Flood risk by community</a:t>
              </a:r>
              <a:endParaRPr b="0" lang="en-US" sz="1700" spc="-1" strike="noStrike">
                <a:solidFill>
                  <a:srgbClr val="ffffff"/>
                </a:solidFill>
                <a:latin typeface="Arial"/>
              </a:endParaRPr>
            </a:p>
          </p:txBody>
        </p:sp>
      </p:grpSp>
      <p:grpSp>
        <p:nvGrpSpPr>
          <p:cNvPr id="1403" name="Group 74"/>
          <p:cNvGrpSpPr/>
          <p:nvPr/>
        </p:nvGrpSpPr>
        <p:grpSpPr>
          <a:xfrm>
            <a:off x="725040" y="9795960"/>
            <a:ext cx="5782320" cy="597600"/>
            <a:chOff x="725040" y="9795960"/>
            <a:chExt cx="5782320" cy="597600"/>
          </a:xfrm>
        </p:grpSpPr>
        <p:sp>
          <p:nvSpPr>
            <p:cNvPr id="1404" name="Freeform 75"/>
            <p:cNvSpPr/>
            <p:nvPr/>
          </p:nvSpPr>
          <p:spPr>
            <a:xfrm>
              <a:off x="731520" y="9802440"/>
              <a:ext cx="5769360" cy="585000"/>
            </a:xfrm>
            <a:custGeom>
              <a:avLst/>
              <a:gdLst>
                <a:gd name="textAreaLeft" fmla="*/ 0 w 5769360"/>
                <a:gd name="textAreaRight" fmla="*/ 5769720 w 5769360"/>
                <a:gd name="textAreaTop" fmla="*/ 0 h 585000"/>
                <a:gd name="textAreaBottom" fmla="*/ 585360 h 585000"/>
              </a:gdLst>
              <a:ahLst/>
              <a:rect l="textAreaLeft" t="textAreaTop" r="textAreaRight" b="textAreaBottom"/>
              <a:pathLst>
                <a:path w="7693152" h="780288">
                  <a:moveTo>
                    <a:pt x="0" y="0"/>
                  </a:moveTo>
                  <a:lnTo>
                    <a:pt x="7693152" y="0"/>
                  </a:lnTo>
                  <a:lnTo>
                    <a:pt x="7693152" y="780288"/>
                  </a:lnTo>
                  <a:lnTo>
                    <a:pt x="0" y="780288"/>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05" name="Freeform 76"/>
            <p:cNvSpPr/>
            <p:nvPr/>
          </p:nvSpPr>
          <p:spPr>
            <a:xfrm>
              <a:off x="725040" y="9795960"/>
              <a:ext cx="5782320" cy="597600"/>
            </a:xfrm>
            <a:custGeom>
              <a:avLst/>
              <a:gdLst>
                <a:gd name="textAreaLeft" fmla="*/ 0 w 5782320"/>
                <a:gd name="textAreaRight" fmla="*/ 5782680 w 5782320"/>
                <a:gd name="textAreaTop" fmla="*/ 0 h 597600"/>
                <a:gd name="textAreaBottom" fmla="*/ 597960 h 597600"/>
              </a:gdLst>
              <a:ahLst/>
              <a:rect l="textAreaLeft" t="textAreaTop" r="textAreaRight" b="textAreaBottom"/>
              <a:pathLst>
                <a:path w="7710170" h="797306">
                  <a:moveTo>
                    <a:pt x="8509" y="0"/>
                  </a:moveTo>
                  <a:lnTo>
                    <a:pt x="7701661" y="0"/>
                  </a:lnTo>
                  <a:cubicBezTo>
                    <a:pt x="7706360" y="0"/>
                    <a:pt x="7710170" y="3810"/>
                    <a:pt x="7710170" y="8509"/>
                  </a:cubicBezTo>
                  <a:lnTo>
                    <a:pt x="7710170" y="788797"/>
                  </a:lnTo>
                  <a:cubicBezTo>
                    <a:pt x="7710170" y="793496"/>
                    <a:pt x="7706360" y="797306"/>
                    <a:pt x="7701661" y="797306"/>
                  </a:cubicBezTo>
                  <a:lnTo>
                    <a:pt x="8509" y="797306"/>
                  </a:lnTo>
                  <a:cubicBezTo>
                    <a:pt x="3810" y="797306"/>
                    <a:pt x="0" y="793496"/>
                    <a:pt x="0" y="788797"/>
                  </a:cubicBezTo>
                  <a:lnTo>
                    <a:pt x="0" y="8509"/>
                  </a:lnTo>
                  <a:cubicBezTo>
                    <a:pt x="0" y="3810"/>
                    <a:pt x="3810" y="0"/>
                    <a:pt x="8509" y="0"/>
                  </a:cubicBezTo>
                  <a:moveTo>
                    <a:pt x="8509" y="16891"/>
                  </a:moveTo>
                  <a:lnTo>
                    <a:pt x="8509" y="8509"/>
                  </a:lnTo>
                  <a:lnTo>
                    <a:pt x="17018" y="8509"/>
                  </a:lnTo>
                  <a:lnTo>
                    <a:pt x="17018" y="788797"/>
                  </a:lnTo>
                  <a:lnTo>
                    <a:pt x="8509" y="788797"/>
                  </a:lnTo>
                  <a:lnTo>
                    <a:pt x="8509" y="780288"/>
                  </a:lnTo>
                  <a:lnTo>
                    <a:pt x="7701661" y="780288"/>
                  </a:lnTo>
                  <a:lnTo>
                    <a:pt x="7701661" y="788797"/>
                  </a:lnTo>
                  <a:lnTo>
                    <a:pt x="7693152" y="788797"/>
                  </a:lnTo>
                  <a:lnTo>
                    <a:pt x="7693152" y="8509"/>
                  </a:lnTo>
                  <a:lnTo>
                    <a:pt x="7701661" y="8509"/>
                  </a:lnTo>
                  <a:lnTo>
                    <a:pt x="7701661" y="17018"/>
                  </a:lnTo>
                  <a:lnTo>
                    <a:pt x="8509" y="17018"/>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06" name="Group 77"/>
          <p:cNvGrpSpPr/>
          <p:nvPr/>
        </p:nvGrpSpPr>
        <p:grpSpPr>
          <a:xfrm>
            <a:off x="877680" y="9788040"/>
            <a:ext cx="5477040" cy="599400"/>
            <a:chOff x="877680" y="9788040"/>
            <a:chExt cx="5477040" cy="599400"/>
          </a:xfrm>
        </p:grpSpPr>
        <p:sp>
          <p:nvSpPr>
            <p:cNvPr id="1407" name="Freeform 78"/>
            <p:cNvSpPr/>
            <p:nvPr/>
          </p:nvSpPr>
          <p:spPr>
            <a:xfrm>
              <a:off x="877680" y="9802440"/>
              <a:ext cx="5477040" cy="585000"/>
            </a:xfrm>
            <a:custGeom>
              <a:avLst/>
              <a:gdLst>
                <a:gd name="textAreaLeft" fmla="*/ 0 w 5477040"/>
                <a:gd name="textAreaRight" fmla="*/ 5477400 w 5477040"/>
                <a:gd name="textAreaTop" fmla="*/ 0 h 585000"/>
                <a:gd name="textAreaBottom" fmla="*/ 585360 h 585000"/>
              </a:gdLst>
              <a:ahLst/>
              <a:rect l="textAreaLeft" t="textAreaTop" r="textAreaRight" b="textAreaBottom"/>
              <a:pathLst>
                <a:path w="7303008" h="780288">
                  <a:moveTo>
                    <a:pt x="0" y="0"/>
                  </a:moveTo>
                  <a:lnTo>
                    <a:pt x="7303008" y="0"/>
                  </a:lnTo>
                  <a:lnTo>
                    <a:pt x="7303008" y="780288"/>
                  </a:lnTo>
                  <a:lnTo>
                    <a:pt x="0" y="780288"/>
                  </a:lnTo>
                  <a:close/>
                </a:path>
              </a:pathLst>
            </a:custGeom>
            <a:blipFill rotWithShape="0">
              <a:blip r:embed="rId1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08" name="TextBox 79"/>
            <p:cNvSpPr/>
            <p:nvPr/>
          </p:nvSpPr>
          <p:spPr>
            <a:xfrm>
              <a:off x="877680" y="9788040"/>
              <a:ext cx="5477040" cy="599040"/>
            </a:xfrm>
            <a:prstGeom prst="rect">
              <a:avLst/>
            </a:prstGeom>
            <a:noFill/>
            <a:ln w="0">
              <a:noFill/>
            </a:ln>
          </p:spPr>
          <p:style>
            <a:lnRef idx="0"/>
            <a:fillRef idx="0"/>
            <a:effectRef idx="0"/>
            <a:fontRef idx="minor"/>
          </p:style>
          <p:txBody>
            <a:bodyPr lIns="0" rIns="0" tIns="0" bIns="0" anchor="ctr">
              <a:noAutofit/>
            </a:bodyPr>
            <a:p>
              <a:pPr defTabSz="914400">
                <a:lnSpc>
                  <a:spcPts val="2038"/>
                </a:lnSpc>
              </a:pPr>
              <a:r>
                <a:rPr b="1" lang="en-US" sz="1700" spc="-1" strike="noStrike">
                  <a:solidFill>
                    <a:srgbClr val="2a9d8f"/>
                  </a:solidFill>
                  <a:latin typeface="Trebuchet MS Bold"/>
                  <a:ea typeface="Trebuchet MS Bold"/>
                </a:rPr>
                <a:t>Maternal mortality clustering</a:t>
              </a:r>
              <a:endParaRPr b="0" lang="en-US" sz="1700" spc="-1" strike="noStrike">
                <a:solidFill>
                  <a:srgbClr val="ffffff"/>
                </a:solidFill>
                <a:latin typeface="Arial"/>
              </a:endParaRPr>
            </a:p>
          </p:txBody>
        </p:sp>
      </p:grpSp>
      <p:grpSp>
        <p:nvGrpSpPr>
          <p:cNvPr id="1409" name="Group 80"/>
          <p:cNvGrpSpPr/>
          <p:nvPr/>
        </p:nvGrpSpPr>
        <p:grpSpPr>
          <a:xfrm>
            <a:off x="725040" y="10564200"/>
            <a:ext cx="4739760" cy="597600"/>
            <a:chOff x="725040" y="10564200"/>
            <a:chExt cx="4739760" cy="597600"/>
          </a:xfrm>
        </p:grpSpPr>
        <p:sp>
          <p:nvSpPr>
            <p:cNvPr id="1410" name="Freeform 81"/>
            <p:cNvSpPr/>
            <p:nvPr/>
          </p:nvSpPr>
          <p:spPr>
            <a:xfrm>
              <a:off x="731520" y="10570320"/>
              <a:ext cx="4727160" cy="585000"/>
            </a:xfrm>
            <a:custGeom>
              <a:avLst/>
              <a:gdLst>
                <a:gd name="textAreaLeft" fmla="*/ 0 w 4727160"/>
                <a:gd name="textAreaRight" fmla="*/ 4727520 w 4727160"/>
                <a:gd name="textAreaTop" fmla="*/ 0 h 585000"/>
                <a:gd name="textAreaBottom" fmla="*/ 585360 h 585000"/>
              </a:gdLst>
              <a:ahLst/>
              <a:rect l="textAreaLeft" t="textAreaTop" r="textAreaRight" b="textAreaBottom"/>
              <a:pathLst>
                <a:path w="6303264" h="780288">
                  <a:moveTo>
                    <a:pt x="0" y="0"/>
                  </a:moveTo>
                  <a:lnTo>
                    <a:pt x="6303264" y="0"/>
                  </a:lnTo>
                  <a:lnTo>
                    <a:pt x="6303264" y="780288"/>
                  </a:lnTo>
                  <a:lnTo>
                    <a:pt x="0" y="780288"/>
                  </a:lnTo>
                  <a:close/>
                </a:path>
              </a:pathLst>
            </a:custGeom>
            <a:solidFill>
              <a:srgbClr val="1a404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1" name="Freeform 82"/>
            <p:cNvSpPr/>
            <p:nvPr/>
          </p:nvSpPr>
          <p:spPr>
            <a:xfrm>
              <a:off x="725040" y="10564200"/>
              <a:ext cx="4739760" cy="597600"/>
            </a:xfrm>
            <a:custGeom>
              <a:avLst/>
              <a:gdLst>
                <a:gd name="textAreaLeft" fmla="*/ 0 w 4739760"/>
                <a:gd name="textAreaRight" fmla="*/ 4740120 w 4739760"/>
                <a:gd name="textAreaTop" fmla="*/ 0 h 597600"/>
                <a:gd name="textAreaBottom" fmla="*/ 597960 h 597600"/>
              </a:gdLst>
              <a:ahLst/>
              <a:rect l="textAreaLeft" t="textAreaTop" r="textAreaRight" b="textAreaBottom"/>
              <a:pathLst>
                <a:path w="6320282" h="797306">
                  <a:moveTo>
                    <a:pt x="8509" y="0"/>
                  </a:moveTo>
                  <a:lnTo>
                    <a:pt x="6311773" y="0"/>
                  </a:lnTo>
                  <a:cubicBezTo>
                    <a:pt x="6316472" y="0"/>
                    <a:pt x="6320282" y="3810"/>
                    <a:pt x="6320282" y="8509"/>
                  </a:cubicBezTo>
                  <a:lnTo>
                    <a:pt x="6320282" y="788797"/>
                  </a:lnTo>
                  <a:cubicBezTo>
                    <a:pt x="6320282" y="793496"/>
                    <a:pt x="6316472" y="797306"/>
                    <a:pt x="6311773" y="797306"/>
                  </a:cubicBezTo>
                  <a:lnTo>
                    <a:pt x="8509" y="797306"/>
                  </a:lnTo>
                  <a:cubicBezTo>
                    <a:pt x="3810" y="797306"/>
                    <a:pt x="0" y="793496"/>
                    <a:pt x="0" y="788797"/>
                  </a:cubicBezTo>
                  <a:lnTo>
                    <a:pt x="0" y="8509"/>
                  </a:lnTo>
                  <a:cubicBezTo>
                    <a:pt x="0" y="3810"/>
                    <a:pt x="3810" y="0"/>
                    <a:pt x="8509" y="0"/>
                  </a:cubicBezTo>
                  <a:moveTo>
                    <a:pt x="8509" y="16891"/>
                  </a:moveTo>
                  <a:lnTo>
                    <a:pt x="8509" y="8509"/>
                  </a:lnTo>
                  <a:lnTo>
                    <a:pt x="17018" y="8509"/>
                  </a:lnTo>
                  <a:lnTo>
                    <a:pt x="17018" y="788797"/>
                  </a:lnTo>
                  <a:lnTo>
                    <a:pt x="8509" y="788797"/>
                  </a:lnTo>
                  <a:lnTo>
                    <a:pt x="8509" y="780288"/>
                  </a:lnTo>
                  <a:lnTo>
                    <a:pt x="6311773" y="780288"/>
                  </a:lnTo>
                  <a:lnTo>
                    <a:pt x="6311773" y="788797"/>
                  </a:lnTo>
                  <a:lnTo>
                    <a:pt x="6303264" y="788797"/>
                  </a:lnTo>
                  <a:lnTo>
                    <a:pt x="6303264" y="8509"/>
                  </a:lnTo>
                  <a:lnTo>
                    <a:pt x="6311773" y="8509"/>
                  </a:lnTo>
                  <a:lnTo>
                    <a:pt x="6311773" y="17018"/>
                  </a:lnTo>
                  <a:lnTo>
                    <a:pt x="8509" y="17018"/>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12" name="Group 83"/>
          <p:cNvGrpSpPr/>
          <p:nvPr/>
        </p:nvGrpSpPr>
        <p:grpSpPr>
          <a:xfrm>
            <a:off x="877680" y="10556280"/>
            <a:ext cx="4434480" cy="599040"/>
            <a:chOff x="877680" y="10556280"/>
            <a:chExt cx="4434480" cy="599040"/>
          </a:xfrm>
        </p:grpSpPr>
        <p:sp>
          <p:nvSpPr>
            <p:cNvPr id="1413" name="Freeform 84"/>
            <p:cNvSpPr/>
            <p:nvPr/>
          </p:nvSpPr>
          <p:spPr>
            <a:xfrm>
              <a:off x="877680" y="10570320"/>
              <a:ext cx="4434480" cy="585000"/>
            </a:xfrm>
            <a:custGeom>
              <a:avLst/>
              <a:gdLst>
                <a:gd name="textAreaLeft" fmla="*/ 0 w 4434480"/>
                <a:gd name="textAreaRight" fmla="*/ 4434840 w 4434480"/>
                <a:gd name="textAreaTop" fmla="*/ 0 h 585000"/>
                <a:gd name="textAreaBottom" fmla="*/ 585360 h 585000"/>
              </a:gdLst>
              <a:ahLst/>
              <a:rect l="textAreaLeft" t="textAreaTop" r="textAreaRight" b="textAreaBottom"/>
              <a:pathLst>
                <a:path w="5913120" h="780288">
                  <a:moveTo>
                    <a:pt x="0" y="0"/>
                  </a:moveTo>
                  <a:lnTo>
                    <a:pt x="5913120" y="0"/>
                  </a:lnTo>
                  <a:lnTo>
                    <a:pt x="5913120" y="780288"/>
                  </a:lnTo>
                  <a:lnTo>
                    <a:pt x="0" y="780288"/>
                  </a:lnTo>
                  <a:close/>
                </a:path>
              </a:pathLst>
            </a:custGeom>
            <a:blipFill rotWithShape="0">
              <a:blip r:embed="rId1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14" name="TextBox 85"/>
            <p:cNvSpPr/>
            <p:nvPr/>
          </p:nvSpPr>
          <p:spPr>
            <a:xfrm>
              <a:off x="877680" y="10556280"/>
              <a:ext cx="4434480" cy="599040"/>
            </a:xfrm>
            <a:prstGeom prst="rect">
              <a:avLst/>
            </a:prstGeom>
            <a:noFill/>
            <a:ln w="0">
              <a:noFill/>
            </a:ln>
          </p:spPr>
          <p:style>
            <a:lnRef idx="0"/>
            <a:fillRef idx="0"/>
            <a:effectRef idx="0"/>
            <a:fontRef idx="minor"/>
          </p:style>
          <p:txBody>
            <a:bodyPr lIns="0" rIns="0" tIns="0" bIns="0" anchor="ctr">
              <a:noAutofit/>
            </a:bodyPr>
            <a:p>
              <a:pPr defTabSz="914400">
                <a:lnSpc>
                  <a:spcPts val="2038"/>
                </a:lnSpc>
              </a:pPr>
              <a:r>
                <a:rPr b="1" lang="en-US" sz="1700" spc="-1" strike="noStrike">
                  <a:solidFill>
                    <a:srgbClr val="2a9d8f"/>
                  </a:solidFill>
                  <a:latin typeface="Trebuchet MS Bold"/>
                  <a:ea typeface="Trebuchet MS Bold"/>
                </a:rPr>
                <a:t>Market price volatility</a:t>
              </a:r>
              <a:endParaRPr b="0" lang="en-US" sz="1700" spc="-1" strike="noStrike">
                <a:solidFill>
                  <a:srgbClr val="ffffff"/>
                </a:solidFill>
                <a:latin typeface="Arial"/>
              </a:endParaRPr>
            </a:p>
          </p:txBody>
        </p:sp>
      </p:grpSp>
      <p:grpSp>
        <p:nvGrpSpPr>
          <p:cNvPr id="1415" name="Group 86"/>
          <p:cNvGrpSpPr/>
          <p:nvPr/>
        </p:nvGrpSpPr>
        <p:grpSpPr>
          <a:xfrm>
            <a:off x="10966320" y="8681760"/>
            <a:ext cx="3085920" cy="925560"/>
            <a:chOff x="10966320" y="8681760"/>
            <a:chExt cx="3085920" cy="925560"/>
          </a:xfrm>
        </p:grpSpPr>
        <p:sp>
          <p:nvSpPr>
            <p:cNvPr id="1416" name="Freeform 87"/>
            <p:cNvSpPr/>
            <p:nvPr/>
          </p:nvSpPr>
          <p:spPr>
            <a:xfrm>
              <a:off x="10966320" y="8826120"/>
              <a:ext cx="3085920" cy="780840"/>
            </a:xfrm>
            <a:custGeom>
              <a:avLst/>
              <a:gdLst>
                <a:gd name="textAreaLeft" fmla="*/ 0 w 3085920"/>
                <a:gd name="textAreaRight" fmla="*/ 3086280 w 3085920"/>
                <a:gd name="textAreaTop" fmla="*/ 0 h 780840"/>
                <a:gd name="textAreaBottom" fmla="*/ 781200 h 780840"/>
              </a:gdLst>
              <a:ahLst/>
              <a:rect l="textAreaLeft" t="textAreaTop" r="textAreaRight" b="textAreaBottom"/>
              <a:pathLst>
                <a:path w="812800" h="205774">
                  <a:moveTo>
                    <a:pt x="0" y="0"/>
                  </a:moveTo>
                  <a:lnTo>
                    <a:pt x="812800" y="0"/>
                  </a:lnTo>
                  <a:lnTo>
                    <a:pt x="812800" y="205774"/>
                  </a:lnTo>
                  <a:lnTo>
                    <a:pt x="0" y="205774"/>
                  </a:lnTo>
                  <a:close/>
                </a:path>
              </a:pathLst>
            </a:custGeom>
            <a:solidFill>
              <a:srgbClr val="cdec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17" name="TextBox 88"/>
            <p:cNvSpPr/>
            <p:nvPr/>
          </p:nvSpPr>
          <p:spPr>
            <a:xfrm>
              <a:off x="10966320" y="8681760"/>
              <a:ext cx="3085920" cy="9255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279"/>
                </a:lnSpc>
              </a:pPr>
              <a:endParaRPr b="0" lang="en-US" sz="1800" spc="-1" strike="noStrike">
                <a:solidFill>
                  <a:schemeClr val="dk1"/>
                </a:solidFill>
                <a:latin typeface="Calibri"/>
              </a:endParaRPr>
            </a:p>
          </p:txBody>
        </p:sp>
      </p:gr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f42"/>
        </a:solidFill>
      </p:bgPr>
    </p:bg>
    <p:spTree>
      <p:nvGrpSpPr>
        <p:cNvPr id="1" name=""/>
        <p:cNvGrpSpPr/>
        <p:nvPr/>
      </p:nvGrpSpPr>
      <p:grpSpPr>
        <a:xfrm>
          <a:off x="0" y="0"/>
          <a:ext cx="0" cy="0"/>
          <a:chOff x="0" y="0"/>
          <a:chExt cx="0" cy="0"/>
        </a:xfrm>
      </p:grpSpPr>
      <p:grpSp>
        <p:nvGrpSpPr>
          <p:cNvPr id="1418" name="Group 2"/>
          <p:cNvGrpSpPr/>
          <p:nvPr/>
        </p:nvGrpSpPr>
        <p:grpSpPr>
          <a:xfrm>
            <a:off x="-12600" y="-12600"/>
            <a:ext cx="281160" cy="10311840"/>
            <a:chOff x="-12600" y="-12600"/>
            <a:chExt cx="281160" cy="10311840"/>
          </a:xfrm>
        </p:grpSpPr>
        <p:sp>
          <p:nvSpPr>
            <p:cNvPr id="1419" name="Freeform 3"/>
            <p:cNvSpPr/>
            <p:nvPr/>
          </p:nvSpPr>
          <p:spPr>
            <a:xfrm>
              <a:off x="0" y="0"/>
              <a:ext cx="255600" cy="10286640"/>
            </a:xfrm>
            <a:custGeom>
              <a:avLst/>
              <a:gdLst>
                <a:gd name="textAreaLeft" fmla="*/ 0 w 255600"/>
                <a:gd name="textAreaRight" fmla="*/ 255960 w 255600"/>
                <a:gd name="textAreaTop" fmla="*/ 0 h 10286640"/>
                <a:gd name="textAreaBottom" fmla="*/ 10287000 h 10286640"/>
              </a:gdLst>
              <a:ahLst/>
              <a:rect l="textAreaLeft" t="textAreaTop" r="textAreaRight" b="textAreaBottom"/>
              <a:pathLst>
                <a:path w="341376" h="13715999">
                  <a:moveTo>
                    <a:pt x="0" y="0"/>
                  </a:moveTo>
                  <a:lnTo>
                    <a:pt x="341376" y="0"/>
                  </a:lnTo>
                  <a:lnTo>
                    <a:pt x="341376" y="13715999"/>
                  </a:lnTo>
                  <a:lnTo>
                    <a:pt x="0" y="1371599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20" name="Freeform 4"/>
            <p:cNvSpPr/>
            <p:nvPr/>
          </p:nvSpPr>
          <p:spPr>
            <a:xfrm>
              <a:off x="-12600" y="-12600"/>
              <a:ext cx="281160" cy="10311840"/>
            </a:xfrm>
            <a:custGeom>
              <a:avLst/>
              <a:gdLst>
                <a:gd name="textAreaLeft" fmla="*/ 0 w 281160"/>
                <a:gd name="textAreaRight" fmla="*/ 281520 w 281160"/>
                <a:gd name="textAreaTop" fmla="*/ 0 h 10311840"/>
                <a:gd name="textAreaBottom" fmla="*/ 10312200 h 10311840"/>
              </a:gdLst>
              <a:ahLst/>
              <a:rect l="textAreaLeft" t="textAreaTop" r="textAreaRight" b="textAreaBottom"/>
              <a:pathLst>
                <a:path w="375158" h="13749782">
                  <a:moveTo>
                    <a:pt x="16891" y="0"/>
                  </a:moveTo>
                  <a:lnTo>
                    <a:pt x="358267" y="0"/>
                  </a:lnTo>
                  <a:cubicBezTo>
                    <a:pt x="367665" y="0"/>
                    <a:pt x="375158" y="7620"/>
                    <a:pt x="375158" y="16891"/>
                  </a:cubicBezTo>
                  <a:lnTo>
                    <a:pt x="375158" y="13732890"/>
                  </a:lnTo>
                  <a:cubicBezTo>
                    <a:pt x="375158" y="13742290"/>
                    <a:pt x="367538" y="13749782"/>
                    <a:pt x="358267"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58267" y="13716000"/>
                  </a:lnTo>
                  <a:lnTo>
                    <a:pt x="358267" y="13732890"/>
                  </a:lnTo>
                  <a:lnTo>
                    <a:pt x="341376" y="13732890"/>
                  </a:lnTo>
                  <a:lnTo>
                    <a:pt x="341376" y="16891"/>
                  </a:lnTo>
                  <a:lnTo>
                    <a:pt x="358267" y="16891"/>
                  </a:lnTo>
                  <a:lnTo>
                    <a:pt x="358267"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421" name="Group 5"/>
          <p:cNvGrpSpPr/>
          <p:nvPr/>
        </p:nvGrpSpPr>
        <p:grpSpPr>
          <a:xfrm>
            <a:off x="-12600" y="9277560"/>
            <a:ext cx="18312840" cy="1021680"/>
            <a:chOff x="-12600" y="9277560"/>
            <a:chExt cx="18312840" cy="1021680"/>
          </a:xfrm>
        </p:grpSpPr>
        <p:sp>
          <p:nvSpPr>
            <p:cNvPr id="1422" name="Freeform 6"/>
            <p:cNvSpPr/>
            <p:nvPr/>
          </p:nvSpPr>
          <p:spPr>
            <a:xfrm>
              <a:off x="0" y="9290160"/>
              <a:ext cx="18287640" cy="996480"/>
            </a:xfrm>
            <a:custGeom>
              <a:avLst/>
              <a:gdLst>
                <a:gd name="textAreaLeft" fmla="*/ 0 w 18287640"/>
                <a:gd name="textAreaRight" fmla="*/ 18288000 w 18287640"/>
                <a:gd name="textAreaTop" fmla="*/ 0 h 996480"/>
                <a:gd name="textAreaBottom" fmla="*/ 996840 h 996480"/>
              </a:gdLst>
              <a:ahLst/>
              <a:rect l="textAreaLeft" t="textAreaTop" r="textAreaRight" b="textAreaBottom"/>
              <a:pathLst>
                <a:path w="24383999" h="1328928">
                  <a:moveTo>
                    <a:pt x="0" y="0"/>
                  </a:moveTo>
                  <a:lnTo>
                    <a:pt x="24383999" y="0"/>
                  </a:lnTo>
                  <a:lnTo>
                    <a:pt x="24383999" y="1328928"/>
                  </a:lnTo>
                  <a:lnTo>
                    <a:pt x="0" y="1328928"/>
                  </a:lnTo>
                  <a:close/>
                </a:path>
              </a:pathLst>
            </a:custGeom>
            <a:solidFill>
              <a:srgbClr val="f4a261">
                <a:alpha val="3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23" name="Freeform 7"/>
            <p:cNvSpPr/>
            <p:nvPr/>
          </p:nvSpPr>
          <p:spPr>
            <a:xfrm>
              <a:off x="-12600" y="9277560"/>
              <a:ext cx="18312840" cy="1021680"/>
            </a:xfrm>
            <a:custGeom>
              <a:avLst/>
              <a:gdLst>
                <a:gd name="textAreaLeft" fmla="*/ 0 w 18312840"/>
                <a:gd name="textAreaRight" fmla="*/ 18313200 w 18312840"/>
                <a:gd name="textAreaTop" fmla="*/ 0 h 1021680"/>
                <a:gd name="textAreaBottom" fmla="*/ 1022040 h 1021680"/>
              </a:gdLst>
              <a:ahLst/>
              <a:rect l="textAreaLeft" t="textAreaTop" r="textAreaRight" b="textAreaBottom"/>
              <a:pathLst>
                <a:path w="24417782" h="1362710">
                  <a:moveTo>
                    <a:pt x="16891" y="0"/>
                  </a:moveTo>
                  <a:lnTo>
                    <a:pt x="24400890" y="0"/>
                  </a:lnTo>
                  <a:cubicBezTo>
                    <a:pt x="24410290" y="0"/>
                    <a:pt x="24417782" y="7620"/>
                    <a:pt x="24417782" y="16891"/>
                  </a:cubicBezTo>
                  <a:lnTo>
                    <a:pt x="24417782" y="1345819"/>
                  </a:lnTo>
                  <a:cubicBezTo>
                    <a:pt x="24417782" y="1355217"/>
                    <a:pt x="24410163" y="1362710"/>
                    <a:pt x="24400890" y="1362710"/>
                  </a:cubicBezTo>
                  <a:lnTo>
                    <a:pt x="16891" y="1362710"/>
                  </a:lnTo>
                  <a:cubicBezTo>
                    <a:pt x="7493" y="1362710"/>
                    <a:pt x="0" y="1355090"/>
                    <a:pt x="0" y="1345819"/>
                  </a:cubicBezTo>
                  <a:lnTo>
                    <a:pt x="0" y="16891"/>
                  </a:lnTo>
                  <a:cubicBezTo>
                    <a:pt x="0" y="7620"/>
                    <a:pt x="7620" y="0"/>
                    <a:pt x="16891" y="0"/>
                  </a:cubicBezTo>
                  <a:moveTo>
                    <a:pt x="16891" y="33909"/>
                  </a:moveTo>
                  <a:lnTo>
                    <a:pt x="16891" y="16891"/>
                  </a:lnTo>
                  <a:lnTo>
                    <a:pt x="33909" y="16891"/>
                  </a:lnTo>
                  <a:lnTo>
                    <a:pt x="33909" y="1345819"/>
                  </a:lnTo>
                  <a:lnTo>
                    <a:pt x="16891" y="1345819"/>
                  </a:lnTo>
                  <a:lnTo>
                    <a:pt x="16891" y="1328928"/>
                  </a:lnTo>
                  <a:lnTo>
                    <a:pt x="24400890" y="1328928"/>
                  </a:lnTo>
                  <a:lnTo>
                    <a:pt x="24400890" y="1345819"/>
                  </a:lnTo>
                  <a:lnTo>
                    <a:pt x="24384000" y="1345819"/>
                  </a:lnTo>
                  <a:lnTo>
                    <a:pt x="24384000" y="16891"/>
                  </a:lnTo>
                  <a:lnTo>
                    <a:pt x="24400890" y="16891"/>
                  </a:lnTo>
                  <a:lnTo>
                    <a:pt x="24400890" y="33909"/>
                  </a:lnTo>
                  <a:lnTo>
                    <a:pt x="16891" y="33909"/>
                  </a:lnTo>
                  <a:close/>
                </a:path>
              </a:pathLst>
            </a:custGeom>
            <a:solidFill>
              <a:srgbClr val="f4a261">
                <a:alpha val="3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424" name="Group 8"/>
          <p:cNvGrpSpPr/>
          <p:nvPr/>
        </p:nvGrpSpPr>
        <p:grpSpPr>
          <a:xfrm>
            <a:off x="10417680" y="-6480"/>
            <a:ext cx="7876080" cy="9312120"/>
            <a:chOff x="10417680" y="-6480"/>
            <a:chExt cx="7876080" cy="9312120"/>
          </a:xfrm>
        </p:grpSpPr>
        <p:sp>
          <p:nvSpPr>
            <p:cNvPr id="1425" name="Freeform 9"/>
            <p:cNvSpPr/>
            <p:nvPr/>
          </p:nvSpPr>
          <p:spPr>
            <a:xfrm>
              <a:off x="10424160" y="0"/>
              <a:ext cx="7863480" cy="9289800"/>
            </a:xfrm>
            <a:custGeom>
              <a:avLst/>
              <a:gdLst>
                <a:gd name="textAreaLeft" fmla="*/ 0 w 7863480"/>
                <a:gd name="textAreaRight" fmla="*/ 7863840 w 7863480"/>
                <a:gd name="textAreaTop" fmla="*/ 0 h 9289800"/>
                <a:gd name="textAreaBottom" fmla="*/ 9290160 h 9289800"/>
              </a:gdLst>
              <a:ahLst/>
              <a:rect l="textAreaLeft" t="textAreaTop" r="textAreaRight" b="textAreaBottom"/>
              <a:pathLst>
                <a:path w="10485119" h="12387072">
                  <a:moveTo>
                    <a:pt x="0" y="0"/>
                  </a:moveTo>
                  <a:lnTo>
                    <a:pt x="10485119" y="0"/>
                  </a:lnTo>
                  <a:lnTo>
                    <a:pt x="10485119" y="12387072"/>
                  </a:lnTo>
                  <a:lnTo>
                    <a:pt x="0" y="12387072"/>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26" name="Freeform 10"/>
            <p:cNvSpPr/>
            <p:nvPr/>
          </p:nvSpPr>
          <p:spPr>
            <a:xfrm>
              <a:off x="10417680" y="-6480"/>
              <a:ext cx="7876080" cy="9312120"/>
            </a:xfrm>
            <a:custGeom>
              <a:avLst/>
              <a:gdLst>
                <a:gd name="textAreaLeft" fmla="*/ 0 w 7876080"/>
                <a:gd name="textAreaRight" fmla="*/ 7876440 w 7876080"/>
                <a:gd name="textAreaTop" fmla="*/ 0 h 9312120"/>
                <a:gd name="textAreaBottom" fmla="*/ 9312480 h 9312120"/>
              </a:gdLst>
              <a:ahLst/>
              <a:rect l="textAreaLeft" t="textAreaTop" r="textAreaRight" b="textAreaBottom"/>
              <a:pathLst>
                <a:path w="10502011" h="12416536">
                  <a:moveTo>
                    <a:pt x="127000" y="0"/>
                  </a:moveTo>
                  <a:lnTo>
                    <a:pt x="177800" y="0"/>
                  </a:lnTo>
                  <a:lnTo>
                    <a:pt x="177800" y="16891"/>
                  </a:lnTo>
                  <a:lnTo>
                    <a:pt x="127000" y="16891"/>
                  </a:lnTo>
                  <a:close/>
                  <a:moveTo>
                    <a:pt x="245491" y="16891"/>
                  </a:moveTo>
                  <a:lnTo>
                    <a:pt x="296291" y="16891"/>
                  </a:lnTo>
                  <a:lnTo>
                    <a:pt x="245491" y="16891"/>
                  </a:lnTo>
                  <a:close/>
                  <a:moveTo>
                    <a:pt x="363982" y="16891"/>
                  </a:moveTo>
                  <a:lnTo>
                    <a:pt x="414782" y="16891"/>
                  </a:lnTo>
                  <a:lnTo>
                    <a:pt x="363982" y="16891"/>
                  </a:lnTo>
                  <a:close/>
                  <a:moveTo>
                    <a:pt x="482600" y="0"/>
                  </a:moveTo>
                  <a:lnTo>
                    <a:pt x="533400" y="0"/>
                  </a:lnTo>
                  <a:lnTo>
                    <a:pt x="533400" y="16891"/>
                  </a:lnTo>
                  <a:lnTo>
                    <a:pt x="482600" y="16891"/>
                  </a:lnTo>
                  <a:close/>
                  <a:moveTo>
                    <a:pt x="601091" y="16891"/>
                  </a:moveTo>
                  <a:lnTo>
                    <a:pt x="651891" y="16891"/>
                  </a:lnTo>
                  <a:lnTo>
                    <a:pt x="601091" y="16891"/>
                  </a:lnTo>
                  <a:close/>
                  <a:moveTo>
                    <a:pt x="719582" y="16891"/>
                  </a:moveTo>
                  <a:lnTo>
                    <a:pt x="770382" y="16891"/>
                  </a:lnTo>
                  <a:lnTo>
                    <a:pt x="719582" y="16891"/>
                  </a:lnTo>
                  <a:close/>
                  <a:moveTo>
                    <a:pt x="838200" y="0"/>
                  </a:moveTo>
                  <a:lnTo>
                    <a:pt x="889000" y="0"/>
                  </a:lnTo>
                  <a:lnTo>
                    <a:pt x="889000" y="16891"/>
                  </a:lnTo>
                  <a:lnTo>
                    <a:pt x="838200" y="16891"/>
                  </a:lnTo>
                  <a:close/>
                  <a:moveTo>
                    <a:pt x="956691" y="16891"/>
                  </a:moveTo>
                  <a:lnTo>
                    <a:pt x="1007491" y="16891"/>
                  </a:lnTo>
                  <a:lnTo>
                    <a:pt x="956691" y="16891"/>
                  </a:lnTo>
                  <a:close/>
                  <a:moveTo>
                    <a:pt x="1075182" y="16891"/>
                  </a:moveTo>
                  <a:lnTo>
                    <a:pt x="1125982" y="16891"/>
                  </a:lnTo>
                  <a:lnTo>
                    <a:pt x="1075182" y="16891"/>
                  </a:lnTo>
                  <a:close/>
                  <a:moveTo>
                    <a:pt x="1193800" y="0"/>
                  </a:moveTo>
                  <a:lnTo>
                    <a:pt x="1244600" y="0"/>
                  </a:lnTo>
                  <a:lnTo>
                    <a:pt x="1244600" y="16891"/>
                  </a:lnTo>
                  <a:lnTo>
                    <a:pt x="1193800" y="16891"/>
                  </a:lnTo>
                  <a:close/>
                  <a:moveTo>
                    <a:pt x="1312291" y="16891"/>
                  </a:moveTo>
                  <a:lnTo>
                    <a:pt x="1363091" y="16891"/>
                  </a:lnTo>
                  <a:lnTo>
                    <a:pt x="1312291" y="16891"/>
                  </a:lnTo>
                  <a:close/>
                  <a:moveTo>
                    <a:pt x="1430782" y="16891"/>
                  </a:moveTo>
                  <a:lnTo>
                    <a:pt x="1481582" y="16891"/>
                  </a:lnTo>
                  <a:lnTo>
                    <a:pt x="1430782" y="16891"/>
                  </a:lnTo>
                  <a:close/>
                  <a:moveTo>
                    <a:pt x="1549400" y="0"/>
                  </a:moveTo>
                  <a:lnTo>
                    <a:pt x="1600200" y="0"/>
                  </a:lnTo>
                  <a:lnTo>
                    <a:pt x="1600200" y="16891"/>
                  </a:lnTo>
                  <a:lnTo>
                    <a:pt x="1549400" y="16891"/>
                  </a:lnTo>
                  <a:close/>
                  <a:moveTo>
                    <a:pt x="1667891" y="16891"/>
                  </a:moveTo>
                  <a:lnTo>
                    <a:pt x="1718691" y="16891"/>
                  </a:lnTo>
                  <a:lnTo>
                    <a:pt x="1667891" y="16891"/>
                  </a:lnTo>
                  <a:close/>
                  <a:moveTo>
                    <a:pt x="1786382" y="16891"/>
                  </a:moveTo>
                  <a:lnTo>
                    <a:pt x="1837182" y="16891"/>
                  </a:lnTo>
                  <a:lnTo>
                    <a:pt x="1786382" y="16891"/>
                  </a:lnTo>
                  <a:close/>
                  <a:moveTo>
                    <a:pt x="1905000" y="0"/>
                  </a:moveTo>
                  <a:lnTo>
                    <a:pt x="1955800" y="0"/>
                  </a:lnTo>
                  <a:lnTo>
                    <a:pt x="1955800" y="16891"/>
                  </a:lnTo>
                  <a:lnTo>
                    <a:pt x="1905000" y="16891"/>
                  </a:lnTo>
                  <a:close/>
                  <a:moveTo>
                    <a:pt x="2023491" y="16891"/>
                  </a:moveTo>
                  <a:lnTo>
                    <a:pt x="2074291" y="16891"/>
                  </a:lnTo>
                  <a:lnTo>
                    <a:pt x="2023491" y="16891"/>
                  </a:lnTo>
                  <a:close/>
                  <a:moveTo>
                    <a:pt x="2141982" y="16891"/>
                  </a:moveTo>
                  <a:lnTo>
                    <a:pt x="2192782" y="16891"/>
                  </a:lnTo>
                  <a:lnTo>
                    <a:pt x="2141982" y="16891"/>
                  </a:lnTo>
                  <a:close/>
                  <a:moveTo>
                    <a:pt x="2260600" y="0"/>
                  </a:moveTo>
                  <a:lnTo>
                    <a:pt x="2311400" y="0"/>
                  </a:lnTo>
                  <a:lnTo>
                    <a:pt x="2311400" y="16891"/>
                  </a:lnTo>
                  <a:lnTo>
                    <a:pt x="2260600" y="16891"/>
                  </a:lnTo>
                  <a:close/>
                  <a:moveTo>
                    <a:pt x="2379091" y="16891"/>
                  </a:moveTo>
                  <a:lnTo>
                    <a:pt x="2429891" y="16891"/>
                  </a:lnTo>
                  <a:lnTo>
                    <a:pt x="2379091" y="16891"/>
                  </a:lnTo>
                  <a:close/>
                  <a:moveTo>
                    <a:pt x="2497582" y="16891"/>
                  </a:moveTo>
                  <a:lnTo>
                    <a:pt x="2548382" y="16891"/>
                  </a:lnTo>
                  <a:lnTo>
                    <a:pt x="2497582" y="16891"/>
                  </a:lnTo>
                  <a:close/>
                  <a:moveTo>
                    <a:pt x="2616200" y="0"/>
                  </a:moveTo>
                  <a:lnTo>
                    <a:pt x="2667000" y="0"/>
                  </a:lnTo>
                  <a:lnTo>
                    <a:pt x="2667000" y="16891"/>
                  </a:lnTo>
                  <a:lnTo>
                    <a:pt x="2616200" y="16891"/>
                  </a:lnTo>
                  <a:close/>
                  <a:moveTo>
                    <a:pt x="2734691" y="16891"/>
                  </a:moveTo>
                  <a:lnTo>
                    <a:pt x="2785491" y="16891"/>
                  </a:lnTo>
                  <a:lnTo>
                    <a:pt x="2734691" y="16891"/>
                  </a:lnTo>
                  <a:close/>
                  <a:moveTo>
                    <a:pt x="2853182" y="16891"/>
                  </a:moveTo>
                  <a:lnTo>
                    <a:pt x="2903982" y="16891"/>
                  </a:lnTo>
                  <a:lnTo>
                    <a:pt x="2853182" y="16891"/>
                  </a:lnTo>
                  <a:close/>
                  <a:moveTo>
                    <a:pt x="2971800" y="0"/>
                  </a:moveTo>
                  <a:lnTo>
                    <a:pt x="3022600" y="0"/>
                  </a:lnTo>
                  <a:lnTo>
                    <a:pt x="3022600" y="16891"/>
                  </a:lnTo>
                  <a:lnTo>
                    <a:pt x="2971800" y="16891"/>
                  </a:lnTo>
                  <a:close/>
                  <a:moveTo>
                    <a:pt x="3090291" y="16891"/>
                  </a:moveTo>
                  <a:lnTo>
                    <a:pt x="3141091" y="16891"/>
                  </a:lnTo>
                  <a:lnTo>
                    <a:pt x="3090291" y="16891"/>
                  </a:lnTo>
                  <a:close/>
                  <a:moveTo>
                    <a:pt x="3208782" y="16891"/>
                  </a:moveTo>
                  <a:lnTo>
                    <a:pt x="3259582" y="16891"/>
                  </a:lnTo>
                  <a:lnTo>
                    <a:pt x="3208782" y="16891"/>
                  </a:lnTo>
                  <a:close/>
                  <a:moveTo>
                    <a:pt x="3327400" y="0"/>
                  </a:moveTo>
                  <a:lnTo>
                    <a:pt x="3378200" y="0"/>
                  </a:lnTo>
                  <a:lnTo>
                    <a:pt x="3378200" y="16891"/>
                  </a:lnTo>
                  <a:lnTo>
                    <a:pt x="3327400" y="16891"/>
                  </a:lnTo>
                  <a:close/>
                  <a:moveTo>
                    <a:pt x="3445891" y="16891"/>
                  </a:moveTo>
                  <a:lnTo>
                    <a:pt x="3496691" y="16891"/>
                  </a:lnTo>
                  <a:lnTo>
                    <a:pt x="3445891" y="16891"/>
                  </a:lnTo>
                  <a:close/>
                  <a:moveTo>
                    <a:pt x="3564382" y="16891"/>
                  </a:moveTo>
                  <a:lnTo>
                    <a:pt x="3615182" y="16891"/>
                  </a:lnTo>
                  <a:lnTo>
                    <a:pt x="3564382" y="16891"/>
                  </a:lnTo>
                  <a:close/>
                  <a:moveTo>
                    <a:pt x="3683000" y="0"/>
                  </a:moveTo>
                  <a:lnTo>
                    <a:pt x="3733800" y="0"/>
                  </a:lnTo>
                  <a:lnTo>
                    <a:pt x="3733800" y="16891"/>
                  </a:lnTo>
                  <a:lnTo>
                    <a:pt x="3683000" y="16891"/>
                  </a:lnTo>
                  <a:close/>
                  <a:moveTo>
                    <a:pt x="3801491" y="16891"/>
                  </a:moveTo>
                  <a:lnTo>
                    <a:pt x="3852291" y="16891"/>
                  </a:lnTo>
                  <a:lnTo>
                    <a:pt x="3801491" y="16891"/>
                  </a:lnTo>
                  <a:close/>
                  <a:moveTo>
                    <a:pt x="3919982" y="16891"/>
                  </a:moveTo>
                  <a:lnTo>
                    <a:pt x="3970782" y="16891"/>
                  </a:lnTo>
                  <a:lnTo>
                    <a:pt x="3919982" y="16891"/>
                  </a:lnTo>
                  <a:close/>
                  <a:moveTo>
                    <a:pt x="4038600" y="0"/>
                  </a:moveTo>
                  <a:lnTo>
                    <a:pt x="4089400" y="0"/>
                  </a:lnTo>
                  <a:lnTo>
                    <a:pt x="4089400" y="16891"/>
                  </a:lnTo>
                  <a:lnTo>
                    <a:pt x="4038600" y="16891"/>
                  </a:lnTo>
                  <a:close/>
                  <a:moveTo>
                    <a:pt x="4157091" y="16891"/>
                  </a:moveTo>
                  <a:lnTo>
                    <a:pt x="4207891" y="16891"/>
                  </a:lnTo>
                  <a:lnTo>
                    <a:pt x="4157091" y="16891"/>
                  </a:lnTo>
                  <a:close/>
                  <a:moveTo>
                    <a:pt x="4275582" y="16891"/>
                  </a:moveTo>
                  <a:lnTo>
                    <a:pt x="4326382" y="16891"/>
                  </a:lnTo>
                  <a:lnTo>
                    <a:pt x="4275582" y="16891"/>
                  </a:lnTo>
                  <a:close/>
                  <a:moveTo>
                    <a:pt x="4394200" y="0"/>
                  </a:moveTo>
                  <a:lnTo>
                    <a:pt x="4445000" y="0"/>
                  </a:lnTo>
                  <a:lnTo>
                    <a:pt x="4445000" y="16891"/>
                  </a:lnTo>
                  <a:lnTo>
                    <a:pt x="4394200" y="16891"/>
                  </a:lnTo>
                  <a:close/>
                  <a:moveTo>
                    <a:pt x="4512691" y="16891"/>
                  </a:moveTo>
                  <a:lnTo>
                    <a:pt x="4563491" y="16891"/>
                  </a:lnTo>
                  <a:lnTo>
                    <a:pt x="4512691" y="16891"/>
                  </a:lnTo>
                  <a:close/>
                  <a:moveTo>
                    <a:pt x="4631182" y="16891"/>
                  </a:moveTo>
                  <a:lnTo>
                    <a:pt x="4681982" y="16891"/>
                  </a:lnTo>
                  <a:lnTo>
                    <a:pt x="4631182" y="16891"/>
                  </a:lnTo>
                  <a:close/>
                  <a:moveTo>
                    <a:pt x="4749800" y="0"/>
                  </a:moveTo>
                  <a:lnTo>
                    <a:pt x="4800600" y="0"/>
                  </a:lnTo>
                  <a:lnTo>
                    <a:pt x="4800600" y="16891"/>
                  </a:lnTo>
                  <a:lnTo>
                    <a:pt x="4749800" y="16891"/>
                  </a:lnTo>
                  <a:close/>
                  <a:moveTo>
                    <a:pt x="4868291" y="16891"/>
                  </a:moveTo>
                  <a:lnTo>
                    <a:pt x="4919091" y="16891"/>
                  </a:lnTo>
                  <a:lnTo>
                    <a:pt x="4868291" y="16891"/>
                  </a:lnTo>
                  <a:close/>
                  <a:moveTo>
                    <a:pt x="4986782" y="16891"/>
                  </a:moveTo>
                  <a:lnTo>
                    <a:pt x="5037582" y="16891"/>
                  </a:lnTo>
                  <a:lnTo>
                    <a:pt x="4986782" y="16891"/>
                  </a:lnTo>
                  <a:close/>
                  <a:moveTo>
                    <a:pt x="5105400" y="0"/>
                  </a:moveTo>
                  <a:lnTo>
                    <a:pt x="5156200" y="0"/>
                  </a:lnTo>
                  <a:lnTo>
                    <a:pt x="5156200" y="16891"/>
                  </a:lnTo>
                  <a:lnTo>
                    <a:pt x="5105400" y="16891"/>
                  </a:lnTo>
                  <a:close/>
                  <a:moveTo>
                    <a:pt x="5223891" y="16891"/>
                  </a:moveTo>
                  <a:lnTo>
                    <a:pt x="5274691" y="16891"/>
                  </a:lnTo>
                  <a:lnTo>
                    <a:pt x="5223891" y="16891"/>
                  </a:lnTo>
                  <a:close/>
                  <a:moveTo>
                    <a:pt x="5342382" y="16891"/>
                  </a:moveTo>
                  <a:lnTo>
                    <a:pt x="5393182" y="16891"/>
                  </a:lnTo>
                  <a:lnTo>
                    <a:pt x="5342382" y="16891"/>
                  </a:lnTo>
                  <a:close/>
                  <a:moveTo>
                    <a:pt x="5461000" y="0"/>
                  </a:moveTo>
                  <a:lnTo>
                    <a:pt x="5511800" y="0"/>
                  </a:lnTo>
                  <a:lnTo>
                    <a:pt x="5511800" y="16891"/>
                  </a:lnTo>
                  <a:lnTo>
                    <a:pt x="5461000" y="16891"/>
                  </a:lnTo>
                  <a:close/>
                  <a:moveTo>
                    <a:pt x="5579491" y="16891"/>
                  </a:moveTo>
                  <a:lnTo>
                    <a:pt x="5630291" y="16891"/>
                  </a:lnTo>
                  <a:lnTo>
                    <a:pt x="5579491" y="16891"/>
                  </a:lnTo>
                  <a:close/>
                  <a:moveTo>
                    <a:pt x="5697982" y="16891"/>
                  </a:moveTo>
                  <a:lnTo>
                    <a:pt x="5748782" y="16891"/>
                  </a:lnTo>
                  <a:lnTo>
                    <a:pt x="5697982" y="16891"/>
                  </a:lnTo>
                  <a:close/>
                  <a:moveTo>
                    <a:pt x="5816600" y="0"/>
                  </a:moveTo>
                  <a:lnTo>
                    <a:pt x="5867400" y="0"/>
                  </a:lnTo>
                  <a:lnTo>
                    <a:pt x="5867400" y="16891"/>
                  </a:lnTo>
                  <a:lnTo>
                    <a:pt x="5816600" y="16891"/>
                  </a:lnTo>
                  <a:close/>
                  <a:moveTo>
                    <a:pt x="5935091" y="16891"/>
                  </a:moveTo>
                  <a:lnTo>
                    <a:pt x="5985891" y="16891"/>
                  </a:lnTo>
                  <a:lnTo>
                    <a:pt x="5935091" y="16891"/>
                  </a:lnTo>
                  <a:close/>
                  <a:moveTo>
                    <a:pt x="6053582" y="16891"/>
                  </a:moveTo>
                  <a:lnTo>
                    <a:pt x="6104382" y="16891"/>
                  </a:lnTo>
                  <a:lnTo>
                    <a:pt x="6053582" y="16891"/>
                  </a:lnTo>
                  <a:close/>
                  <a:moveTo>
                    <a:pt x="6172200" y="0"/>
                  </a:moveTo>
                  <a:lnTo>
                    <a:pt x="6223000" y="0"/>
                  </a:lnTo>
                  <a:lnTo>
                    <a:pt x="6223000" y="16891"/>
                  </a:lnTo>
                  <a:lnTo>
                    <a:pt x="6172200" y="16891"/>
                  </a:lnTo>
                  <a:close/>
                  <a:moveTo>
                    <a:pt x="6290691" y="16891"/>
                  </a:moveTo>
                  <a:lnTo>
                    <a:pt x="6341491" y="16891"/>
                  </a:lnTo>
                  <a:lnTo>
                    <a:pt x="6290691" y="16891"/>
                  </a:lnTo>
                  <a:close/>
                  <a:moveTo>
                    <a:pt x="6409182" y="16891"/>
                  </a:moveTo>
                  <a:lnTo>
                    <a:pt x="6459982" y="16891"/>
                  </a:lnTo>
                  <a:lnTo>
                    <a:pt x="6409182" y="16891"/>
                  </a:lnTo>
                  <a:close/>
                  <a:moveTo>
                    <a:pt x="6527800" y="0"/>
                  </a:moveTo>
                  <a:lnTo>
                    <a:pt x="6578600" y="0"/>
                  </a:lnTo>
                  <a:lnTo>
                    <a:pt x="6578600" y="16891"/>
                  </a:lnTo>
                  <a:lnTo>
                    <a:pt x="6527800" y="16891"/>
                  </a:lnTo>
                  <a:close/>
                  <a:moveTo>
                    <a:pt x="6646291" y="16891"/>
                  </a:moveTo>
                  <a:lnTo>
                    <a:pt x="6697091" y="16891"/>
                  </a:lnTo>
                  <a:lnTo>
                    <a:pt x="6646291" y="16891"/>
                  </a:lnTo>
                  <a:close/>
                  <a:moveTo>
                    <a:pt x="6764782" y="16891"/>
                  </a:moveTo>
                  <a:lnTo>
                    <a:pt x="6815582" y="16891"/>
                  </a:lnTo>
                  <a:lnTo>
                    <a:pt x="6764782" y="16891"/>
                  </a:lnTo>
                  <a:close/>
                  <a:moveTo>
                    <a:pt x="6883400" y="0"/>
                  </a:moveTo>
                  <a:lnTo>
                    <a:pt x="6934200" y="0"/>
                  </a:lnTo>
                  <a:lnTo>
                    <a:pt x="6934200" y="16891"/>
                  </a:lnTo>
                  <a:lnTo>
                    <a:pt x="6883400" y="16891"/>
                  </a:lnTo>
                  <a:close/>
                  <a:moveTo>
                    <a:pt x="7001891" y="16891"/>
                  </a:moveTo>
                  <a:lnTo>
                    <a:pt x="7052691" y="16891"/>
                  </a:lnTo>
                  <a:lnTo>
                    <a:pt x="7001891" y="16891"/>
                  </a:lnTo>
                  <a:close/>
                  <a:moveTo>
                    <a:pt x="7120382" y="16891"/>
                  </a:moveTo>
                  <a:lnTo>
                    <a:pt x="7171182" y="16891"/>
                  </a:lnTo>
                  <a:lnTo>
                    <a:pt x="7120382" y="16891"/>
                  </a:lnTo>
                  <a:close/>
                  <a:moveTo>
                    <a:pt x="7239000" y="0"/>
                  </a:moveTo>
                  <a:lnTo>
                    <a:pt x="7289800" y="0"/>
                  </a:lnTo>
                  <a:lnTo>
                    <a:pt x="7289800" y="16891"/>
                  </a:lnTo>
                  <a:lnTo>
                    <a:pt x="7239000" y="16891"/>
                  </a:lnTo>
                  <a:close/>
                  <a:moveTo>
                    <a:pt x="7357491" y="16891"/>
                  </a:moveTo>
                  <a:lnTo>
                    <a:pt x="7408291" y="16891"/>
                  </a:lnTo>
                  <a:lnTo>
                    <a:pt x="7357491" y="16891"/>
                  </a:lnTo>
                  <a:close/>
                  <a:moveTo>
                    <a:pt x="7475982" y="16891"/>
                  </a:moveTo>
                  <a:lnTo>
                    <a:pt x="7526782" y="16891"/>
                  </a:lnTo>
                  <a:lnTo>
                    <a:pt x="7475982" y="16891"/>
                  </a:lnTo>
                  <a:close/>
                  <a:moveTo>
                    <a:pt x="7594600" y="0"/>
                  </a:moveTo>
                  <a:lnTo>
                    <a:pt x="7645400" y="0"/>
                  </a:lnTo>
                  <a:lnTo>
                    <a:pt x="7645400" y="16891"/>
                  </a:lnTo>
                  <a:lnTo>
                    <a:pt x="7594600" y="16891"/>
                  </a:lnTo>
                  <a:close/>
                  <a:moveTo>
                    <a:pt x="7713091" y="16891"/>
                  </a:moveTo>
                  <a:lnTo>
                    <a:pt x="7763891" y="16891"/>
                  </a:lnTo>
                  <a:lnTo>
                    <a:pt x="7713091" y="16891"/>
                  </a:lnTo>
                  <a:close/>
                  <a:moveTo>
                    <a:pt x="7831582" y="16891"/>
                  </a:moveTo>
                  <a:lnTo>
                    <a:pt x="7882382" y="16891"/>
                  </a:lnTo>
                  <a:lnTo>
                    <a:pt x="7831582" y="16891"/>
                  </a:lnTo>
                  <a:close/>
                  <a:moveTo>
                    <a:pt x="7950200" y="0"/>
                  </a:moveTo>
                  <a:lnTo>
                    <a:pt x="8001000" y="0"/>
                  </a:lnTo>
                  <a:lnTo>
                    <a:pt x="8001000" y="16891"/>
                  </a:lnTo>
                  <a:lnTo>
                    <a:pt x="7950200" y="16891"/>
                  </a:lnTo>
                  <a:close/>
                  <a:moveTo>
                    <a:pt x="8068691" y="16891"/>
                  </a:moveTo>
                  <a:lnTo>
                    <a:pt x="8119491" y="16891"/>
                  </a:lnTo>
                  <a:lnTo>
                    <a:pt x="8068691" y="16891"/>
                  </a:lnTo>
                  <a:close/>
                  <a:moveTo>
                    <a:pt x="8187182" y="16891"/>
                  </a:moveTo>
                  <a:lnTo>
                    <a:pt x="8237982" y="16891"/>
                  </a:lnTo>
                  <a:lnTo>
                    <a:pt x="8187182" y="16891"/>
                  </a:lnTo>
                  <a:close/>
                  <a:moveTo>
                    <a:pt x="8305800" y="0"/>
                  </a:moveTo>
                  <a:lnTo>
                    <a:pt x="8356600" y="0"/>
                  </a:lnTo>
                  <a:lnTo>
                    <a:pt x="8356600" y="16891"/>
                  </a:lnTo>
                  <a:lnTo>
                    <a:pt x="8305800" y="16891"/>
                  </a:lnTo>
                  <a:close/>
                  <a:moveTo>
                    <a:pt x="8424291" y="16891"/>
                  </a:moveTo>
                  <a:lnTo>
                    <a:pt x="8475091" y="16891"/>
                  </a:lnTo>
                  <a:lnTo>
                    <a:pt x="8424291" y="16891"/>
                  </a:lnTo>
                  <a:close/>
                  <a:moveTo>
                    <a:pt x="8542782" y="16891"/>
                  </a:moveTo>
                  <a:lnTo>
                    <a:pt x="8593582" y="16891"/>
                  </a:lnTo>
                  <a:lnTo>
                    <a:pt x="8542782" y="16891"/>
                  </a:lnTo>
                  <a:close/>
                  <a:moveTo>
                    <a:pt x="8661400" y="0"/>
                  </a:moveTo>
                  <a:lnTo>
                    <a:pt x="8712200" y="0"/>
                  </a:lnTo>
                  <a:lnTo>
                    <a:pt x="8712200" y="16891"/>
                  </a:lnTo>
                  <a:lnTo>
                    <a:pt x="8661400" y="16891"/>
                  </a:lnTo>
                  <a:close/>
                  <a:moveTo>
                    <a:pt x="8779891" y="16891"/>
                  </a:moveTo>
                  <a:lnTo>
                    <a:pt x="8830691" y="16891"/>
                  </a:lnTo>
                  <a:lnTo>
                    <a:pt x="8779891" y="16891"/>
                  </a:lnTo>
                  <a:close/>
                  <a:moveTo>
                    <a:pt x="8898382" y="16891"/>
                  </a:moveTo>
                  <a:lnTo>
                    <a:pt x="8949182" y="16891"/>
                  </a:lnTo>
                  <a:lnTo>
                    <a:pt x="8898382" y="16891"/>
                  </a:lnTo>
                  <a:close/>
                  <a:moveTo>
                    <a:pt x="9017000" y="0"/>
                  </a:moveTo>
                  <a:lnTo>
                    <a:pt x="9067800" y="0"/>
                  </a:lnTo>
                  <a:lnTo>
                    <a:pt x="9067800" y="16891"/>
                  </a:lnTo>
                  <a:lnTo>
                    <a:pt x="9017000" y="16891"/>
                  </a:lnTo>
                  <a:close/>
                  <a:moveTo>
                    <a:pt x="9135491" y="16891"/>
                  </a:moveTo>
                  <a:lnTo>
                    <a:pt x="9186291" y="16891"/>
                  </a:lnTo>
                  <a:lnTo>
                    <a:pt x="9135491" y="16891"/>
                  </a:lnTo>
                  <a:close/>
                  <a:moveTo>
                    <a:pt x="9253982" y="16891"/>
                  </a:moveTo>
                  <a:lnTo>
                    <a:pt x="9304782" y="16891"/>
                  </a:lnTo>
                  <a:lnTo>
                    <a:pt x="9253982" y="16891"/>
                  </a:lnTo>
                  <a:close/>
                  <a:moveTo>
                    <a:pt x="9372600" y="0"/>
                  </a:moveTo>
                  <a:lnTo>
                    <a:pt x="9423400" y="0"/>
                  </a:lnTo>
                  <a:lnTo>
                    <a:pt x="9423400" y="16891"/>
                  </a:lnTo>
                  <a:lnTo>
                    <a:pt x="9372600" y="16891"/>
                  </a:lnTo>
                  <a:close/>
                  <a:moveTo>
                    <a:pt x="9491091" y="16891"/>
                  </a:moveTo>
                  <a:lnTo>
                    <a:pt x="9541891" y="16891"/>
                  </a:lnTo>
                  <a:lnTo>
                    <a:pt x="9491091" y="16891"/>
                  </a:lnTo>
                  <a:close/>
                  <a:moveTo>
                    <a:pt x="9609582" y="16891"/>
                  </a:moveTo>
                  <a:lnTo>
                    <a:pt x="9660382" y="16891"/>
                  </a:lnTo>
                  <a:lnTo>
                    <a:pt x="9609582" y="16891"/>
                  </a:lnTo>
                  <a:close/>
                  <a:moveTo>
                    <a:pt x="9728200" y="0"/>
                  </a:moveTo>
                  <a:lnTo>
                    <a:pt x="9779000" y="0"/>
                  </a:lnTo>
                  <a:lnTo>
                    <a:pt x="9779000" y="16891"/>
                  </a:lnTo>
                  <a:lnTo>
                    <a:pt x="9728200" y="16891"/>
                  </a:lnTo>
                  <a:close/>
                  <a:moveTo>
                    <a:pt x="9846691" y="16891"/>
                  </a:moveTo>
                  <a:lnTo>
                    <a:pt x="9897491" y="16891"/>
                  </a:lnTo>
                  <a:lnTo>
                    <a:pt x="9846691" y="16891"/>
                  </a:lnTo>
                  <a:close/>
                  <a:moveTo>
                    <a:pt x="9965182" y="16891"/>
                  </a:moveTo>
                  <a:lnTo>
                    <a:pt x="10015982" y="16891"/>
                  </a:lnTo>
                  <a:lnTo>
                    <a:pt x="9965182" y="16891"/>
                  </a:lnTo>
                  <a:close/>
                  <a:moveTo>
                    <a:pt x="10083800" y="0"/>
                  </a:moveTo>
                  <a:lnTo>
                    <a:pt x="10134600" y="0"/>
                  </a:lnTo>
                  <a:lnTo>
                    <a:pt x="10134600" y="16891"/>
                  </a:lnTo>
                  <a:lnTo>
                    <a:pt x="10083800" y="16891"/>
                  </a:lnTo>
                  <a:close/>
                  <a:moveTo>
                    <a:pt x="10202291" y="16891"/>
                  </a:moveTo>
                  <a:lnTo>
                    <a:pt x="10253091" y="16891"/>
                  </a:lnTo>
                  <a:lnTo>
                    <a:pt x="10202291" y="16891"/>
                  </a:lnTo>
                  <a:close/>
                  <a:moveTo>
                    <a:pt x="10320782" y="16891"/>
                  </a:moveTo>
                  <a:lnTo>
                    <a:pt x="10371582" y="16891"/>
                  </a:lnTo>
                  <a:lnTo>
                    <a:pt x="10320782" y="16891"/>
                  </a:lnTo>
                  <a:close/>
                  <a:moveTo>
                    <a:pt x="10439400" y="0"/>
                  </a:moveTo>
                  <a:lnTo>
                    <a:pt x="10490200" y="0"/>
                  </a:lnTo>
                  <a:lnTo>
                    <a:pt x="10490200" y="16891"/>
                  </a:lnTo>
                  <a:lnTo>
                    <a:pt x="10439400" y="16891"/>
                  </a:lnTo>
                  <a:close/>
                  <a:moveTo>
                    <a:pt x="10502011" y="89662"/>
                  </a:moveTo>
                  <a:lnTo>
                    <a:pt x="10502011" y="140462"/>
                  </a:lnTo>
                  <a:lnTo>
                    <a:pt x="10485120" y="140462"/>
                  </a:lnTo>
                  <a:lnTo>
                    <a:pt x="10485120" y="89662"/>
                  </a:lnTo>
                  <a:close/>
                  <a:moveTo>
                    <a:pt x="10485120" y="208153"/>
                  </a:moveTo>
                  <a:lnTo>
                    <a:pt x="10485120" y="258953"/>
                  </a:lnTo>
                  <a:lnTo>
                    <a:pt x="10485120" y="208153"/>
                  </a:lnTo>
                  <a:close/>
                  <a:moveTo>
                    <a:pt x="10485120" y="326644"/>
                  </a:moveTo>
                  <a:lnTo>
                    <a:pt x="10485120" y="377444"/>
                  </a:lnTo>
                  <a:lnTo>
                    <a:pt x="10485120" y="326644"/>
                  </a:lnTo>
                  <a:close/>
                  <a:moveTo>
                    <a:pt x="10485120" y="445135"/>
                  </a:moveTo>
                  <a:lnTo>
                    <a:pt x="10485120" y="495935"/>
                  </a:lnTo>
                  <a:lnTo>
                    <a:pt x="10485120" y="445135"/>
                  </a:lnTo>
                  <a:close/>
                  <a:moveTo>
                    <a:pt x="10485120" y="563626"/>
                  </a:moveTo>
                  <a:lnTo>
                    <a:pt x="10485120" y="614426"/>
                  </a:lnTo>
                  <a:lnTo>
                    <a:pt x="10485120" y="563626"/>
                  </a:lnTo>
                  <a:close/>
                  <a:moveTo>
                    <a:pt x="10485120" y="682117"/>
                  </a:moveTo>
                  <a:lnTo>
                    <a:pt x="10485120" y="732917"/>
                  </a:lnTo>
                  <a:lnTo>
                    <a:pt x="10485120" y="682117"/>
                  </a:lnTo>
                  <a:close/>
                  <a:moveTo>
                    <a:pt x="10485120" y="800608"/>
                  </a:moveTo>
                  <a:lnTo>
                    <a:pt x="10485120" y="851408"/>
                  </a:lnTo>
                  <a:lnTo>
                    <a:pt x="10485120" y="800608"/>
                  </a:lnTo>
                  <a:close/>
                  <a:moveTo>
                    <a:pt x="10485120" y="919099"/>
                  </a:moveTo>
                  <a:lnTo>
                    <a:pt x="10485120" y="969899"/>
                  </a:lnTo>
                  <a:lnTo>
                    <a:pt x="10485120" y="919099"/>
                  </a:lnTo>
                  <a:close/>
                  <a:moveTo>
                    <a:pt x="10485120" y="1037590"/>
                  </a:moveTo>
                  <a:lnTo>
                    <a:pt x="10485120" y="1088390"/>
                  </a:lnTo>
                  <a:lnTo>
                    <a:pt x="10485120" y="1037590"/>
                  </a:lnTo>
                  <a:close/>
                  <a:moveTo>
                    <a:pt x="10485120" y="1156081"/>
                  </a:moveTo>
                  <a:lnTo>
                    <a:pt x="10485120" y="1206881"/>
                  </a:lnTo>
                  <a:lnTo>
                    <a:pt x="10485120" y="1156081"/>
                  </a:lnTo>
                  <a:close/>
                  <a:moveTo>
                    <a:pt x="10485120" y="1274572"/>
                  </a:moveTo>
                  <a:lnTo>
                    <a:pt x="10485120" y="1325372"/>
                  </a:lnTo>
                  <a:lnTo>
                    <a:pt x="10485120" y="1274572"/>
                  </a:lnTo>
                  <a:close/>
                  <a:moveTo>
                    <a:pt x="10485120" y="1393063"/>
                  </a:moveTo>
                  <a:lnTo>
                    <a:pt x="10485120" y="1443863"/>
                  </a:lnTo>
                  <a:lnTo>
                    <a:pt x="10485120" y="1393063"/>
                  </a:lnTo>
                  <a:close/>
                  <a:moveTo>
                    <a:pt x="10485120" y="1511554"/>
                  </a:moveTo>
                  <a:lnTo>
                    <a:pt x="10485120" y="1562354"/>
                  </a:lnTo>
                  <a:lnTo>
                    <a:pt x="10485120" y="1511554"/>
                  </a:lnTo>
                  <a:close/>
                  <a:moveTo>
                    <a:pt x="10485120" y="1630045"/>
                  </a:moveTo>
                  <a:lnTo>
                    <a:pt x="10485120" y="1680845"/>
                  </a:lnTo>
                  <a:lnTo>
                    <a:pt x="10485120" y="1630045"/>
                  </a:lnTo>
                  <a:close/>
                  <a:moveTo>
                    <a:pt x="10485120" y="1748536"/>
                  </a:moveTo>
                  <a:lnTo>
                    <a:pt x="10485120" y="1799336"/>
                  </a:lnTo>
                  <a:lnTo>
                    <a:pt x="10485120" y="1748536"/>
                  </a:lnTo>
                  <a:close/>
                  <a:moveTo>
                    <a:pt x="10485120" y="1867027"/>
                  </a:moveTo>
                  <a:lnTo>
                    <a:pt x="10485120" y="1917827"/>
                  </a:lnTo>
                  <a:lnTo>
                    <a:pt x="10485120" y="1867027"/>
                  </a:lnTo>
                  <a:close/>
                  <a:moveTo>
                    <a:pt x="10485120" y="1985518"/>
                  </a:moveTo>
                  <a:lnTo>
                    <a:pt x="10485120" y="2036318"/>
                  </a:lnTo>
                  <a:lnTo>
                    <a:pt x="10485120" y="1985518"/>
                  </a:lnTo>
                  <a:close/>
                  <a:moveTo>
                    <a:pt x="10485120" y="2104009"/>
                  </a:moveTo>
                  <a:lnTo>
                    <a:pt x="10485120" y="2154809"/>
                  </a:lnTo>
                  <a:lnTo>
                    <a:pt x="10485120" y="2104009"/>
                  </a:lnTo>
                  <a:close/>
                  <a:moveTo>
                    <a:pt x="10485120" y="2222500"/>
                  </a:moveTo>
                  <a:lnTo>
                    <a:pt x="10485120" y="2273300"/>
                  </a:lnTo>
                  <a:lnTo>
                    <a:pt x="10485120" y="2222500"/>
                  </a:lnTo>
                  <a:close/>
                  <a:moveTo>
                    <a:pt x="10485120" y="2340991"/>
                  </a:moveTo>
                  <a:lnTo>
                    <a:pt x="10485120" y="2391791"/>
                  </a:lnTo>
                  <a:lnTo>
                    <a:pt x="10485120" y="2340991"/>
                  </a:lnTo>
                  <a:close/>
                  <a:moveTo>
                    <a:pt x="10485120" y="2459482"/>
                  </a:moveTo>
                  <a:lnTo>
                    <a:pt x="10485120" y="2510282"/>
                  </a:lnTo>
                  <a:lnTo>
                    <a:pt x="10485120" y="2459482"/>
                  </a:lnTo>
                  <a:close/>
                  <a:moveTo>
                    <a:pt x="10485120" y="2577973"/>
                  </a:moveTo>
                  <a:lnTo>
                    <a:pt x="10485120" y="2628773"/>
                  </a:lnTo>
                  <a:lnTo>
                    <a:pt x="10485120" y="2577973"/>
                  </a:lnTo>
                  <a:close/>
                  <a:moveTo>
                    <a:pt x="10485120" y="2696464"/>
                  </a:moveTo>
                  <a:lnTo>
                    <a:pt x="10485120" y="2747264"/>
                  </a:lnTo>
                  <a:lnTo>
                    <a:pt x="10485120" y="2696464"/>
                  </a:lnTo>
                  <a:close/>
                  <a:moveTo>
                    <a:pt x="10485120" y="2814955"/>
                  </a:moveTo>
                  <a:lnTo>
                    <a:pt x="10485120" y="2865755"/>
                  </a:lnTo>
                  <a:lnTo>
                    <a:pt x="10485120" y="2814955"/>
                  </a:lnTo>
                  <a:close/>
                  <a:moveTo>
                    <a:pt x="10485120" y="2933446"/>
                  </a:moveTo>
                  <a:lnTo>
                    <a:pt x="10485120" y="2984246"/>
                  </a:lnTo>
                  <a:lnTo>
                    <a:pt x="10485120" y="2933446"/>
                  </a:lnTo>
                  <a:close/>
                  <a:moveTo>
                    <a:pt x="10485120" y="3051937"/>
                  </a:moveTo>
                  <a:lnTo>
                    <a:pt x="10485120" y="3102737"/>
                  </a:lnTo>
                  <a:lnTo>
                    <a:pt x="10485120" y="3051937"/>
                  </a:lnTo>
                  <a:close/>
                  <a:moveTo>
                    <a:pt x="10485120" y="3170428"/>
                  </a:moveTo>
                  <a:lnTo>
                    <a:pt x="10485120" y="3221228"/>
                  </a:lnTo>
                  <a:lnTo>
                    <a:pt x="10485120" y="3170428"/>
                  </a:lnTo>
                  <a:close/>
                  <a:moveTo>
                    <a:pt x="10485120" y="3288919"/>
                  </a:moveTo>
                  <a:lnTo>
                    <a:pt x="10485120" y="3339719"/>
                  </a:lnTo>
                  <a:lnTo>
                    <a:pt x="10485120" y="3288919"/>
                  </a:lnTo>
                  <a:close/>
                  <a:moveTo>
                    <a:pt x="10485120" y="3407410"/>
                  </a:moveTo>
                  <a:lnTo>
                    <a:pt x="10485120" y="3458210"/>
                  </a:lnTo>
                  <a:lnTo>
                    <a:pt x="10485120" y="3407410"/>
                  </a:lnTo>
                  <a:close/>
                  <a:moveTo>
                    <a:pt x="10485120" y="3525901"/>
                  </a:moveTo>
                  <a:lnTo>
                    <a:pt x="10485120" y="3576701"/>
                  </a:lnTo>
                  <a:lnTo>
                    <a:pt x="10485120" y="3525901"/>
                  </a:lnTo>
                  <a:close/>
                  <a:moveTo>
                    <a:pt x="10485120" y="3644392"/>
                  </a:moveTo>
                  <a:lnTo>
                    <a:pt x="10485120" y="3695192"/>
                  </a:lnTo>
                  <a:lnTo>
                    <a:pt x="10485120" y="3644392"/>
                  </a:lnTo>
                  <a:close/>
                  <a:moveTo>
                    <a:pt x="10485120" y="3762883"/>
                  </a:moveTo>
                  <a:lnTo>
                    <a:pt x="10485120" y="3813683"/>
                  </a:lnTo>
                  <a:lnTo>
                    <a:pt x="10485120" y="3762883"/>
                  </a:lnTo>
                  <a:close/>
                  <a:moveTo>
                    <a:pt x="10485120" y="3881374"/>
                  </a:moveTo>
                  <a:lnTo>
                    <a:pt x="10485120" y="3932174"/>
                  </a:lnTo>
                  <a:lnTo>
                    <a:pt x="10485120" y="3881374"/>
                  </a:lnTo>
                  <a:close/>
                  <a:moveTo>
                    <a:pt x="10485120" y="3999865"/>
                  </a:moveTo>
                  <a:lnTo>
                    <a:pt x="10485120" y="4050665"/>
                  </a:lnTo>
                  <a:lnTo>
                    <a:pt x="10485120" y="3999865"/>
                  </a:lnTo>
                  <a:close/>
                  <a:moveTo>
                    <a:pt x="10485120" y="4118356"/>
                  </a:moveTo>
                  <a:lnTo>
                    <a:pt x="10485120" y="4169156"/>
                  </a:lnTo>
                  <a:lnTo>
                    <a:pt x="10485120" y="4118356"/>
                  </a:lnTo>
                  <a:close/>
                  <a:moveTo>
                    <a:pt x="10485120" y="4236847"/>
                  </a:moveTo>
                  <a:lnTo>
                    <a:pt x="10485120" y="4287647"/>
                  </a:lnTo>
                  <a:lnTo>
                    <a:pt x="10485120" y="4236847"/>
                  </a:lnTo>
                  <a:close/>
                  <a:moveTo>
                    <a:pt x="10485120" y="4355338"/>
                  </a:moveTo>
                  <a:lnTo>
                    <a:pt x="10485120" y="4406138"/>
                  </a:lnTo>
                  <a:lnTo>
                    <a:pt x="10485120" y="4355338"/>
                  </a:lnTo>
                  <a:close/>
                  <a:moveTo>
                    <a:pt x="10485120" y="4473829"/>
                  </a:moveTo>
                  <a:lnTo>
                    <a:pt x="10485120" y="4524629"/>
                  </a:lnTo>
                  <a:lnTo>
                    <a:pt x="10485120" y="4473829"/>
                  </a:lnTo>
                  <a:close/>
                  <a:moveTo>
                    <a:pt x="10485120" y="4592320"/>
                  </a:moveTo>
                  <a:lnTo>
                    <a:pt x="10485120" y="4643120"/>
                  </a:lnTo>
                  <a:lnTo>
                    <a:pt x="10485120" y="4592320"/>
                  </a:lnTo>
                  <a:close/>
                  <a:moveTo>
                    <a:pt x="10485120" y="4710811"/>
                  </a:moveTo>
                  <a:lnTo>
                    <a:pt x="10485120" y="4761611"/>
                  </a:lnTo>
                  <a:lnTo>
                    <a:pt x="10485120" y="4710811"/>
                  </a:lnTo>
                  <a:close/>
                  <a:moveTo>
                    <a:pt x="10485120" y="4829302"/>
                  </a:moveTo>
                  <a:lnTo>
                    <a:pt x="10485120" y="4880102"/>
                  </a:lnTo>
                  <a:lnTo>
                    <a:pt x="10485120" y="4829302"/>
                  </a:lnTo>
                  <a:close/>
                  <a:moveTo>
                    <a:pt x="10485120" y="4947793"/>
                  </a:moveTo>
                  <a:lnTo>
                    <a:pt x="10485120" y="4998593"/>
                  </a:lnTo>
                  <a:lnTo>
                    <a:pt x="10485120" y="4947793"/>
                  </a:lnTo>
                  <a:close/>
                  <a:moveTo>
                    <a:pt x="10485120" y="5066284"/>
                  </a:moveTo>
                  <a:lnTo>
                    <a:pt x="10485120" y="5117084"/>
                  </a:lnTo>
                  <a:lnTo>
                    <a:pt x="10485120" y="5066284"/>
                  </a:lnTo>
                  <a:close/>
                  <a:moveTo>
                    <a:pt x="10485120" y="5184775"/>
                  </a:moveTo>
                  <a:lnTo>
                    <a:pt x="10485120" y="5235575"/>
                  </a:lnTo>
                  <a:lnTo>
                    <a:pt x="10485120" y="5184775"/>
                  </a:lnTo>
                  <a:close/>
                  <a:moveTo>
                    <a:pt x="10485120" y="5303266"/>
                  </a:moveTo>
                  <a:lnTo>
                    <a:pt x="10485120" y="5354066"/>
                  </a:lnTo>
                  <a:lnTo>
                    <a:pt x="10485120" y="5303266"/>
                  </a:lnTo>
                  <a:close/>
                  <a:moveTo>
                    <a:pt x="10485120" y="5421757"/>
                  </a:moveTo>
                  <a:lnTo>
                    <a:pt x="10485120" y="5472557"/>
                  </a:lnTo>
                  <a:lnTo>
                    <a:pt x="10485120" y="5421757"/>
                  </a:lnTo>
                  <a:close/>
                  <a:moveTo>
                    <a:pt x="10485120" y="5540248"/>
                  </a:moveTo>
                  <a:lnTo>
                    <a:pt x="10485120" y="5591048"/>
                  </a:lnTo>
                  <a:lnTo>
                    <a:pt x="10485120" y="5540248"/>
                  </a:lnTo>
                  <a:close/>
                  <a:moveTo>
                    <a:pt x="10485120" y="5658739"/>
                  </a:moveTo>
                  <a:lnTo>
                    <a:pt x="10485120" y="5709539"/>
                  </a:lnTo>
                  <a:lnTo>
                    <a:pt x="10485120" y="5658739"/>
                  </a:lnTo>
                  <a:close/>
                  <a:moveTo>
                    <a:pt x="10485120" y="5777230"/>
                  </a:moveTo>
                  <a:lnTo>
                    <a:pt x="10485120" y="5828030"/>
                  </a:lnTo>
                  <a:lnTo>
                    <a:pt x="10485120" y="5777230"/>
                  </a:lnTo>
                  <a:close/>
                  <a:moveTo>
                    <a:pt x="10485120" y="5895721"/>
                  </a:moveTo>
                  <a:lnTo>
                    <a:pt x="10485120" y="5946521"/>
                  </a:lnTo>
                  <a:lnTo>
                    <a:pt x="10485120" y="5895721"/>
                  </a:lnTo>
                  <a:close/>
                  <a:moveTo>
                    <a:pt x="10485120" y="6014212"/>
                  </a:moveTo>
                  <a:lnTo>
                    <a:pt x="10485120" y="6065012"/>
                  </a:lnTo>
                  <a:lnTo>
                    <a:pt x="10485120" y="6014212"/>
                  </a:lnTo>
                  <a:close/>
                  <a:moveTo>
                    <a:pt x="10485120" y="6132703"/>
                  </a:moveTo>
                  <a:lnTo>
                    <a:pt x="10485120" y="6183503"/>
                  </a:lnTo>
                  <a:lnTo>
                    <a:pt x="10485120" y="6132703"/>
                  </a:lnTo>
                  <a:close/>
                  <a:moveTo>
                    <a:pt x="10485120" y="6251194"/>
                  </a:moveTo>
                  <a:lnTo>
                    <a:pt x="10485120" y="6301994"/>
                  </a:lnTo>
                  <a:lnTo>
                    <a:pt x="10485120" y="6251194"/>
                  </a:lnTo>
                  <a:close/>
                  <a:moveTo>
                    <a:pt x="10485120" y="6369685"/>
                  </a:moveTo>
                  <a:lnTo>
                    <a:pt x="10485120" y="6420485"/>
                  </a:lnTo>
                  <a:lnTo>
                    <a:pt x="10485120" y="6369685"/>
                  </a:lnTo>
                  <a:close/>
                  <a:moveTo>
                    <a:pt x="10485120" y="6488176"/>
                  </a:moveTo>
                  <a:lnTo>
                    <a:pt x="10485120" y="6538976"/>
                  </a:lnTo>
                  <a:lnTo>
                    <a:pt x="10485120" y="6488176"/>
                  </a:lnTo>
                  <a:close/>
                  <a:moveTo>
                    <a:pt x="10485120" y="6606667"/>
                  </a:moveTo>
                  <a:lnTo>
                    <a:pt x="10485120" y="6657467"/>
                  </a:lnTo>
                  <a:lnTo>
                    <a:pt x="10485120" y="6606667"/>
                  </a:lnTo>
                  <a:close/>
                  <a:moveTo>
                    <a:pt x="10485120" y="6725158"/>
                  </a:moveTo>
                  <a:lnTo>
                    <a:pt x="10485120" y="6775958"/>
                  </a:lnTo>
                  <a:lnTo>
                    <a:pt x="10485120" y="6725158"/>
                  </a:lnTo>
                  <a:close/>
                  <a:moveTo>
                    <a:pt x="10485120" y="6843649"/>
                  </a:moveTo>
                  <a:lnTo>
                    <a:pt x="10485120" y="6894449"/>
                  </a:lnTo>
                  <a:lnTo>
                    <a:pt x="10485120" y="6843649"/>
                  </a:lnTo>
                  <a:close/>
                  <a:moveTo>
                    <a:pt x="10485120" y="6962140"/>
                  </a:moveTo>
                  <a:lnTo>
                    <a:pt x="10485120" y="7012940"/>
                  </a:lnTo>
                  <a:lnTo>
                    <a:pt x="10485120" y="6962140"/>
                  </a:lnTo>
                  <a:close/>
                  <a:moveTo>
                    <a:pt x="10485120" y="7080631"/>
                  </a:moveTo>
                  <a:lnTo>
                    <a:pt x="10485120" y="7131431"/>
                  </a:lnTo>
                  <a:lnTo>
                    <a:pt x="10485120" y="7080631"/>
                  </a:lnTo>
                  <a:close/>
                  <a:moveTo>
                    <a:pt x="10485120" y="7199122"/>
                  </a:moveTo>
                  <a:lnTo>
                    <a:pt x="10485120" y="7249922"/>
                  </a:lnTo>
                  <a:lnTo>
                    <a:pt x="10485120" y="7199122"/>
                  </a:lnTo>
                  <a:close/>
                  <a:moveTo>
                    <a:pt x="10485120" y="7317613"/>
                  </a:moveTo>
                  <a:lnTo>
                    <a:pt x="10485120" y="7368413"/>
                  </a:lnTo>
                  <a:lnTo>
                    <a:pt x="10485120" y="7317613"/>
                  </a:lnTo>
                  <a:close/>
                  <a:moveTo>
                    <a:pt x="10485120" y="7436104"/>
                  </a:moveTo>
                  <a:lnTo>
                    <a:pt x="10485120" y="7486904"/>
                  </a:lnTo>
                  <a:lnTo>
                    <a:pt x="10485120" y="7436104"/>
                  </a:lnTo>
                  <a:close/>
                  <a:moveTo>
                    <a:pt x="10485120" y="7554595"/>
                  </a:moveTo>
                  <a:lnTo>
                    <a:pt x="10485120" y="7605395"/>
                  </a:lnTo>
                  <a:lnTo>
                    <a:pt x="10485120" y="7554595"/>
                  </a:lnTo>
                  <a:close/>
                  <a:moveTo>
                    <a:pt x="10485120" y="7673086"/>
                  </a:moveTo>
                  <a:lnTo>
                    <a:pt x="10485120" y="7723886"/>
                  </a:lnTo>
                  <a:lnTo>
                    <a:pt x="10485120" y="7673086"/>
                  </a:lnTo>
                  <a:close/>
                  <a:moveTo>
                    <a:pt x="10485120" y="7791577"/>
                  </a:moveTo>
                  <a:lnTo>
                    <a:pt x="10485120" y="7842377"/>
                  </a:lnTo>
                  <a:lnTo>
                    <a:pt x="10485120" y="7791577"/>
                  </a:lnTo>
                  <a:close/>
                  <a:moveTo>
                    <a:pt x="10485120" y="7910068"/>
                  </a:moveTo>
                  <a:lnTo>
                    <a:pt x="10485120" y="7960868"/>
                  </a:lnTo>
                  <a:lnTo>
                    <a:pt x="10485120" y="7910068"/>
                  </a:lnTo>
                  <a:close/>
                  <a:moveTo>
                    <a:pt x="10485120" y="8028559"/>
                  </a:moveTo>
                  <a:lnTo>
                    <a:pt x="10485120" y="8079359"/>
                  </a:lnTo>
                  <a:lnTo>
                    <a:pt x="10485120" y="8028559"/>
                  </a:lnTo>
                  <a:close/>
                  <a:moveTo>
                    <a:pt x="10485120" y="8147050"/>
                  </a:moveTo>
                  <a:lnTo>
                    <a:pt x="10485120" y="8197850"/>
                  </a:lnTo>
                  <a:lnTo>
                    <a:pt x="10485120" y="8147050"/>
                  </a:lnTo>
                  <a:close/>
                  <a:moveTo>
                    <a:pt x="10485120" y="8265541"/>
                  </a:moveTo>
                  <a:lnTo>
                    <a:pt x="10485120" y="8316341"/>
                  </a:lnTo>
                  <a:lnTo>
                    <a:pt x="10485120" y="8265541"/>
                  </a:lnTo>
                  <a:close/>
                  <a:moveTo>
                    <a:pt x="10485120" y="8384032"/>
                  </a:moveTo>
                  <a:lnTo>
                    <a:pt x="10485120" y="8434832"/>
                  </a:lnTo>
                  <a:lnTo>
                    <a:pt x="10485120" y="8384032"/>
                  </a:lnTo>
                  <a:close/>
                  <a:moveTo>
                    <a:pt x="10485120" y="8502523"/>
                  </a:moveTo>
                  <a:lnTo>
                    <a:pt x="10485120" y="8553323"/>
                  </a:lnTo>
                  <a:lnTo>
                    <a:pt x="10485120" y="8502523"/>
                  </a:lnTo>
                  <a:close/>
                  <a:moveTo>
                    <a:pt x="10485120" y="8621014"/>
                  </a:moveTo>
                  <a:lnTo>
                    <a:pt x="10485120" y="8671814"/>
                  </a:lnTo>
                  <a:lnTo>
                    <a:pt x="10485120" y="8621014"/>
                  </a:lnTo>
                  <a:close/>
                  <a:moveTo>
                    <a:pt x="10485120" y="8739505"/>
                  </a:moveTo>
                  <a:lnTo>
                    <a:pt x="10485120" y="8790305"/>
                  </a:lnTo>
                  <a:lnTo>
                    <a:pt x="10485120" y="8739505"/>
                  </a:lnTo>
                  <a:close/>
                  <a:moveTo>
                    <a:pt x="10485120" y="8857996"/>
                  </a:moveTo>
                  <a:lnTo>
                    <a:pt x="10485120" y="8908796"/>
                  </a:lnTo>
                  <a:lnTo>
                    <a:pt x="10485120" y="8857996"/>
                  </a:lnTo>
                  <a:close/>
                  <a:moveTo>
                    <a:pt x="10485120" y="8976487"/>
                  </a:moveTo>
                  <a:lnTo>
                    <a:pt x="10485120" y="9027287"/>
                  </a:lnTo>
                  <a:lnTo>
                    <a:pt x="10485120" y="8976487"/>
                  </a:lnTo>
                  <a:close/>
                  <a:moveTo>
                    <a:pt x="10485120" y="9094978"/>
                  </a:moveTo>
                  <a:lnTo>
                    <a:pt x="10485120" y="9145778"/>
                  </a:lnTo>
                  <a:lnTo>
                    <a:pt x="10485120" y="9094978"/>
                  </a:lnTo>
                  <a:close/>
                  <a:moveTo>
                    <a:pt x="10485120" y="9213469"/>
                  </a:moveTo>
                  <a:lnTo>
                    <a:pt x="10485120" y="9264269"/>
                  </a:lnTo>
                  <a:lnTo>
                    <a:pt x="10485120" y="9213469"/>
                  </a:lnTo>
                  <a:close/>
                  <a:moveTo>
                    <a:pt x="10485120" y="9331960"/>
                  </a:moveTo>
                  <a:lnTo>
                    <a:pt x="10485120" y="9382760"/>
                  </a:lnTo>
                  <a:lnTo>
                    <a:pt x="10485120" y="9331960"/>
                  </a:lnTo>
                  <a:close/>
                  <a:moveTo>
                    <a:pt x="10485120" y="9450451"/>
                  </a:moveTo>
                  <a:lnTo>
                    <a:pt x="10485120" y="9501251"/>
                  </a:lnTo>
                  <a:lnTo>
                    <a:pt x="10485120" y="9450451"/>
                  </a:lnTo>
                  <a:close/>
                  <a:moveTo>
                    <a:pt x="10485120" y="9568942"/>
                  </a:moveTo>
                  <a:lnTo>
                    <a:pt x="10485120" y="9619742"/>
                  </a:lnTo>
                  <a:lnTo>
                    <a:pt x="10485120" y="9568942"/>
                  </a:lnTo>
                  <a:close/>
                  <a:moveTo>
                    <a:pt x="10485120" y="9687433"/>
                  </a:moveTo>
                  <a:lnTo>
                    <a:pt x="10485120" y="9738233"/>
                  </a:lnTo>
                  <a:lnTo>
                    <a:pt x="10485120" y="9687433"/>
                  </a:lnTo>
                  <a:close/>
                  <a:moveTo>
                    <a:pt x="10485120" y="9805924"/>
                  </a:moveTo>
                  <a:lnTo>
                    <a:pt x="10485120" y="9856724"/>
                  </a:lnTo>
                  <a:lnTo>
                    <a:pt x="10485120" y="9805924"/>
                  </a:lnTo>
                  <a:close/>
                  <a:moveTo>
                    <a:pt x="10485120" y="9924415"/>
                  </a:moveTo>
                  <a:lnTo>
                    <a:pt x="10485120" y="9975215"/>
                  </a:lnTo>
                  <a:lnTo>
                    <a:pt x="10485120" y="9924415"/>
                  </a:lnTo>
                  <a:close/>
                  <a:moveTo>
                    <a:pt x="10485120" y="10042906"/>
                  </a:moveTo>
                  <a:lnTo>
                    <a:pt x="10485120" y="10093706"/>
                  </a:lnTo>
                  <a:lnTo>
                    <a:pt x="10485120" y="10042906"/>
                  </a:lnTo>
                  <a:close/>
                  <a:moveTo>
                    <a:pt x="10485120" y="10161397"/>
                  </a:moveTo>
                  <a:lnTo>
                    <a:pt x="10485120" y="10212197"/>
                  </a:lnTo>
                  <a:lnTo>
                    <a:pt x="10485120" y="10161397"/>
                  </a:lnTo>
                  <a:close/>
                  <a:moveTo>
                    <a:pt x="10485120" y="10279888"/>
                  </a:moveTo>
                  <a:lnTo>
                    <a:pt x="10485120" y="10330688"/>
                  </a:lnTo>
                  <a:lnTo>
                    <a:pt x="10485120" y="10279888"/>
                  </a:lnTo>
                  <a:close/>
                  <a:moveTo>
                    <a:pt x="10485120" y="10398379"/>
                  </a:moveTo>
                  <a:lnTo>
                    <a:pt x="10485120" y="10449179"/>
                  </a:lnTo>
                  <a:lnTo>
                    <a:pt x="10485120" y="10398379"/>
                  </a:lnTo>
                  <a:close/>
                  <a:moveTo>
                    <a:pt x="10485120" y="10516870"/>
                  </a:moveTo>
                  <a:lnTo>
                    <a:pt x="10485120" y="10567670"/>
                  </a:lnTo>
                  <a:lnTo>
                    <a:pt x="10485120" y="10516870"/>
                  </a:lnTo>
                  <a:close/>
                  <a:moveTo>
                    <a:pt x="10485120" y="10635361"/>
                  </a:moveTo>
                  <a:lnTo>
                    <a:pt x="10485120" y="10686161"/>
                  </a:lnTo>
                  <a:lnTo>
                    <a:pt x="10485120" y="10635361"/>
                  </a:lnTo>
                  <a:close/>
                  <a:moveTo>
                    <a:pt x="10485120" y="10753852"/>
                  </a:moveTo>
                  <a:lnTo>
                    <a:pt x="10485120" y="10804652"/>
                  </a:lnTo>
                  <a:lnTo>
                    <a:pt x="10485120" y="10753852"/>
                  </a:lnTo>
                  <a:close/>
                  <a:moveTo>
                    <a:pt x="10485120" y="10872343"/>
                  </a:moveTo>
                  <a:lnTo>
                    <a:pt x="10485120" y="10923143"/>
                  </a:lnTo>
                  <a:lnTo>
                    <a:pt x="10485120" y="10872343"/>
                  </a:lnTo>
                  <a:close/>
                  <a:moveTo>
                    <a:pt x="10485120" y="10990834"/>
                  </a:moveTo>
                  <a:lnTo>
                    <a:pt x="10485120" y="11041634"/>
                  </a:lnTo>
                  <a:lnTo>
                    <a:pt x="10485120" y="10990834"/>
                  </a:lnTo>
                  <a:close/>
                  <a:moveTo>
                    <a:pt x="10485120" y="11109325"/>
                  </a:moveTo>
                  <a:lnTo>
                    <a:pt x="10485120" y="11160125"/>
                  </a:lnTo>
                  <a:lnTo>
                    <a:pt x="10485120" y="11109325"/>
                  </a:lnTo>
                  <a:close/>
                  <a:moveTo>
                    <a:pt x="10485120" y="11227816"/>
                  </a:moveTo>
                  <a:lnTo>
                    <a:pt x="10485120" y="11278616"/>
                  </a:lnTo>
                  <a:lnTo>
                    <a:pt x="10485120" y="11227816"/>
                  </a:lnTo>
                  <a:close/>
                  <a:moveTo>
                    <a:pt x="10485120" y="11346307"/>
                  </a:moveTo>
                  <a:lnTo>
                    <a:pt x="10485120" y="11397107"/>
                  </a:lnTo>
                  <a:lnTo>
                    <a:pt x="10485120" y="11346307"/>
                  </a:lnTo>
                  <a:close/>
                  <a:moveTo>
                    <a:pt x="10485120" y="11464798"/>
                  </a:moveTo>
                  <a:lnTo>
                    <a:pt x="10485120" y="11515598"/>
                  </a:lnTo>
                  <a:lnTo>
                    <a:pt x="10485120" y="11464798"/>
                  </a:lnTo>
                  <a:close/>
                  <a:moveTo>
                    <a:pt x="10485120" y="11583289"/>
                  </a:moveTo>
                  <a:lnTo>
                    <a:pt x="10485120" y="11634089"/>
                  </a:lnTo>
                  <a:lnTo>
                    <a:pt x="10485120" y="11583289"/>
                  </a:lnTo>
                  <a:close/>
                  <a:moveTo>
                    <a:pt x="10485120" y="11701780"/>
                  </a:moveTo>
                  <a:lnTo>
                    <a:pt x="10485120" y="11752580"/>
                  </a:lnTo>
                  <a:lnTo>
                    <a:pt x="10485120" y="11701780"/>
                  </a:lnTo>
                  <a:close/>
                  <a:moveTo>
                    <a:pt x="10485120" y="11820271"/>
                  </a:moveTo>
                  <a:lnTo>
                    <a:pt x="10485120" y="11871071"/>
                  </a:lnTo>
                  <a:lnTo>
                    <a:pt x="10485120" y="11820271"/>
                  </a:lnTo>
                  <a:close/>
                  <a:moveTo>
                    <a:pt x="10485120" y="11938762"/>
                  </a:moveTo>
                  <a:lnTo>
                    <a:pt x="10485120" y="11989562"/>
                  </a:lnTo>
                  <a:lnTo>
                    <a:pt x="10485120" y="11938762"/>
                  </a:lnTo>
                  <a:close/>
                  <a:moveTo>
                    <a:pt x="10485120" y="12057253"/>
                  </a:moveTo>
                  <a:lnTo>
                    <a:pt x="10485120" y="12108053"/>
                  </a:lnTo>
                  <a:lnTo>
                    <a:pt x="10485120" y="12057253"/>
                  </a:lnTo>
                  <a:close/>
                  <a:moveTo>
                    <a:pt x="10485120" y="12175744"/>
                  </a:moveTo>
                  <a:lnTo>
                    <a:pt x="10485120" y="12226544"/>
                  </a:lnTo>
                  <a:lnTo>
                    <a:pt x="10485120" y="12175744"/>
                  </a:lnTo>
                  <a:close/>
                  <a:moveTo>
                    <a:pt x="10485120" y="12294235"/>
                  </a:moveTo>
                  <a:lnTo>
                    <a:pt x="10485120" y="12345035"/>
                  </a:lnTo>
                  <a:lnTo>
                    <a:pt x="10485120" y="12294235"/>
                  </a:lnTo>
                  <a:close/>
                  <a:moveTo>
                    <a:pt x="10471912" y="12416536"/>
                  </a:moveTo>
                  <a:lnTo>
                    <a:pt x="10421112" y="12416536"/>
                  </a:lnTo>
                  <a:lnTo>
                    <a:pt x="10421112" y="12399645"/>
                  </a:lnTo>
                  <a:lnTo>
                    <a:pt x="10471912" y="12399645"/>
                  </a:lnTo>
                  <a:close/>
                  <a:moveTo>
                    <a:pt x="10353421" y="12399645"/>
                  </a:moveTo>
                  <a:lnTo>
                    <a:pt x="10302621" y="12399645"/>
                  </a:lnTo>
                  <a:lnTo>
                    <a:pt x="10302621" y="12382754"/>
                  </a:lnTo>
                  <a:lnTo>
                    <a:pt x="10353421" y="12382754"/>
                  </a:lnTo>
                  <a:close/>
                  <a:moveTo>
                    <a:pt x="10234930" y="12382754"/>
                  </a:moveTo>
                  <a:lnTo>
                    <a:pt x="10184130" y="12382754"/>
                  </a:lnTo>
                  <a:lnTo>
                    <a:pt x="10184130" y="12365863"/>
                  </a:lnTo>
                  <a:lnTo>
                    <a:pt x="10234930" y="12365863"/>
                  </a:lnTo>
                  <a:close/>
                  <a:moveTo>
                    <a:pt x="10116438" y="12365863"/>
                  </a:moveTo>
                  <a:lnTo>
                    <a:pt x="10065638" y="12365863"/>
                  </a:lnTo>
                  <a:lnTo>
                    <a:pt x="10065638" y="12348972"/>
                  </a:lnTo>
                  <a:lnTo>
                    <a:pt x="10116438" y="12348972"/>
                  </a:lnTo>
                  <a:close/>
                  <a:moveTo>
                    <a:pt x="9997948" y="12348972"/>
                  </a:moveTo>
                  <a:lnTo>
                    <a:pt x="9947148" y="12348972"/>
                  </a:lnTo>
                  <a:lnTo>
                    <a:pt x="9947148" y="12332081"/>
                  </a:lnTo>
                  <a:lnTo>
                    <a:pt x="9997948" y="12332081"/>
                  </a:lnTo>
                  <a:close/>
                  <a:moveTo>
                    <a:pt x="9879457" y="12332081"/>
                  </a:moveTo>
                  <a:lnTo>
                    <a:pt x="9828657" y="12332081"/>
                  </a:lnTo>
                  <a:lnTo>
                    <a:pt x="9828657" y="12315190"/>
                  </a:lnTo>
                  <a:lnTo>
                    <a:pt x="9879457" y="12315190"/>
                  </a:lnTo>
                  <a:close/>
                  <a:moveTo>
                    <a:pt x="9760965" y="12315190"/>
                  </a:moveTo>
                  <a:lnTo>
                    <a:pt x="9710165" y="12315190"/>
                  </a:lnTo>
                  <a:lnTo>
                    <a:pt x="9710165" y="12298299"/>
                  </a:lnTo>
                  <a:lnTo>
                    <a:pt x="9760965" y="12298299"/>
                  </a:lnTo>
                  <a:close/>
                  <a:moveTo>
                    <a:pt x="9642475" y="12298299"/>
                  </a:moveTo>
                  <a:lnTo>
                    <a:pt x="9591675" y="12298299"/>
                  </a:lnTo>
                  <a:lnTo>
                    <a:pt x="9591675" y="12281408"/>
                  </a:lnTo>
                  <a:lnTo>
                    <a:pt x="9642475" y="12281408"/>
                  </a:lnTo>
                  <a:close/>
                  <a:moveTo>
                    <a:pt x="9523984" y="12281408"/>
                  </a:moveTo>
                  <a:lnTo>
                    <a:pt x="9473184" y="12281408"/>
                  </a:lnTo>
                  <a:lnTo>
                    <a:pt x="9473184" y="12264517"/>
                  </a:lnTo>
                  <a:lnTo>
                    <a:pt x="9523984" y="12264517"/>
                  </a:lnTo>
                  <a:close/>
                  <a:moveTo>
                    <a:pt x="9405493" y="12264517"/>
                  </a:moveTo>
                  <a:lnTo>
                    <a:pt x="9354693" y="12264517"/>
                  </a:lnTo>
                  <a:lnTo>
                    <a:pt x="9354693" y="12247626"/>
                  </a:lnTo>
                  <a:lnTo>
                    <a:pt x="9405493" y="12247626"/>
                  </a:lnTo>
                  <a:close/>
                  <a:moveTo>
                    <a:pt x="9287001" y="12247626"/>
                  </a:moveTo>
                  <a:lnTo>
                    <a:pt x="9236201" y="12247626"/>
                  </a:lnTo>
                  <a:lnTo>
                    <a:pt x="9236201" y="12230735"/>
                  </a:lnTo>
                  <a:lnTo>
                    <a:pt x="9287001" y="12230735"/>
                  </a:lnTo>
                  <a:close/>
                  <a:moveTo>
                    <a:pt x="9168511" y="12230735"/>
                  </a:moveTo>
                  <a:lnTo>
                    <a:pt x="9117711" y="12230735"/>
                  </a:lnTo>
                  <a:lnTo>
                    <a:pt x="9117711" y="12213844"/>
                  </a:lnTo>
                  <a:lnTo>
                    <a:pt x="9168511" y="12213844"/>
                  </a:lnTo>
                  <a:close/>
                  <a:moveTo>
                    <a:pt x="9050020" y="12213844"/>
                  </a:moveTo>
                  <a:lnTo>
                    <a:pt x="8999220" y="12213844"/>
                  </a:lnTo>
                  <a:lnTo>
                    <a:pt x="8999220" y="12196953"/>
                  </a:lnTo>
                  <a:lnTo>
                    <a:pt x="9050020" y="12196953"/>
                  </a:lnTo>
                  <a:close/>
                  <a:moveTo>
                    <a:pt x="8931528" y="12196953"/>
                  </a:moveTo>
                  <a:lnTo>
                    <a:pt x="8880728" y="12196953"/>
                  </a:lnTo>
                  <a:lnTo>
                    <a:pt x="8880728" y="12180062"/>
                  </a:lnTo>
                  <a:lnTo>
                    <a:pt x="8931528" y="12180062"/>
                  </a:lnTo>
                  <a:close/>
                  <a:moveTo>
                    <a:pt x="8813038" y="12180062"/>
                  </a:moveTo>
                  <a:lnTo>
                    <a:pt x="8762238" y="12180062"/>
                  </a:lnTo>
                  <a:lnTo>
                    <a:pt x="8762238" y="12163171"/>
                  </a:lnTo>
                  <a:lnTo>
                    <a:pt x="8813038" y="12163171"/>
                  </a:lnTo>
                  <a:close/>
                  <a:moveTo>
                    <a:pt x="8694547" y="12163171"/>
                  </a:moveTo>
                  <a:lnTo>
                    <a:pt x="8643747" y="12163171"/>
                  </a:lnTo>
                  <a:lnTo>
                    <a:pt x="8643747" y="12146280"/>
                  </a:lnTo>
                  <a:lnTo>
                    <a:pt x="8694547" y="12146280"/>
                  </a:lnTo>
                  <a:close/>
                  <a:moveTo>
                    <a:pt x="8576056" y="12146280"/>
                  </a:moveTo>
                  <a:lnTo>
                    <a:pt x="8525256" y="12146280"/>
                  </a:lnTo>
                  <a:lnTo>
                    <a:pt x="8525256" y="12129389"/>
                  </a:lnTo>
                  <a:lnTo>
                    <a:pt x="8576056" y="12129389"/>
                  </a:lnTo>
                  <a:close/>
                  <a:moveTo>
                    <a:pt x="8457564" y="12129389"/>
                  </a:moveTo>
                  <a:lnTo>
                    <a:pt x="8406764" y="12129389"/>
                  </a:lnTo>
                  <a:lnTo>
                    <a:pt x="8406764" y="12112498"/>
                  </a:lnTo>
                  <a:lnTo>
                    <a:pt x="8457564" y="12112498"/>
                  </a:lnTo>
                  <a:close/>
                  <a:moveTo>
                    <a:pt x="8339074" y="12112498"/>
                  </a:moveTo>
                  <a:lnTo>
                    <a:pt x="8288274" y="12112498"/>
                  </a:lnTo>
                  <a:lnTo>
                    <a:pt x="8288274" y="12095607"/>
                  </a:lnTo>
                  <a:lnTo>
                    <a:pt x="8339074" y="12095607"/>
                  </a:lnTo>
                  <a:close/>
                  <a:moveTo>
                    <a:pt x="8220583" y="12095607"/>
                  </a:moveTo>
                  <a:lnTo>
                    <a:pt x="8169783" y="12095607"/>
                  </a:lnTo>
                  <a:lnTo>
                    <a:pt x="8169783" y="12078716"/>
                  </a:lnTo>
                  <a:lnTo>
                    <a:pt x="8220583" y="12078716"/>
                  </a:lnTo>
                  <a:close/>
                  <a:moveTo>
                    <a:pt x="8102092" y="12078716"/>
                  </a:moveTo>
                  <a:lnTo>
                    <a:pt x="8051292" y="12078716"/>
                  </a:lnTo>
                  <a:lnTo>
                    <a:pt x="8051292" y="12061825"/>
                  </a:lnTo>
                  <a:lnTo>
                    <a:pt x="8102092" y="12061825"/>
                  </a:lnTo>
                  <a:close/>
                  <a:moveTo>
                    <a:pt x="7983601" y="12061825"/>
                  </a:moveTo>
                  <a:lnTo>
                    <a:pt x="7932801" y="12061825"/>
                  </a:lnTo>
                  <a:lnTo>
                    <a:pt x="7932801" y="12044934"/>
                  </a:lnTo>
                  <a:lnTo>
                    <a:pt x="7983601" y="12044934"/>
                  </a:lnTo>
                  <a:close/>
                  <a:moveTo>
                    <a:pt x="7865110" y="12044934"/>
                  </a:moveTo>
                  <a:lnTo>
                    <a:pt x="7814310" y="12044934"/>
                  </a:lnTo>
                  <a:lnTo>
                    <a:pt x="7814310" y="12028043"/>
                  </a:lnTo>
                  <a:lnTo>
                    <a:pt x="7865110" y="12028043"/>
                  </a:lnTo>
                  <a:close/>
                  <a:moveTo>
                    <a:pt x="7746619" y="12028043"/>
                  </a:moveTo>
                  <a:lnTo>
                    <a:pt x="7695819" y="12028043"/>
                  </a:lnTo>
                  <a:lnTo>
                    <a:pt x="7695819" y="12011152"/>
                  </a:lnTo>
                  <a:lnTo>
                    <a:pt x="7746619" y="12011152"/>
                  </a:lnTo>
                  <a:close/>
                  <a:moveTo>
                    <a:pt x="7628127" y="12011152"/>
                  </a:moveTo>
                  <a:lnTo>
                    <a:pt x="7577327" y="12011152"/>
                  </a:lnTo>
                  <a:lnTo>
                    <a:pt x="7577327" y="11994261"/>
                  </a:lnTo>
                  <a:lnTo>
                    <a:pt x="7628127" y="11994261"/>
                  </a:lnTo>
                  <a:close/>
                  <a:moveTo>
                    <a:pt x="7509637" y="11994261"/>
                  </a:moveTo>
                  <a:lnTo>
                    <a:pt x="7458837" y="11994261"/>
                  </a:lnTo>
                  <a:lnTo>
                    <a:pt x="7458837" y="11977370"/>
                  </a:lnTo>
                  <a:lnTo>
                    <a:pt x="7509637" y="11977370"/>
                  </a:lnTo>
                  <a:close/>
                  <a:moveTo>
                    <a:pt x="7391146" y="11977370"/>
                  </a:moveTo>
                  <a:lnTo>
                    <a:pt x="7340346" y="11977370"/>
                  </a:lnTo>
                  <a:lnTo>
                    <a:pt x="7340346" y="11960479"/>
                  </a:lnTo>
                  <a:lnTo>
                    <a:pt x="7391146" y="11960479"/>
                  </a:lnTo>
                  <a:close/>
                  <a:moveTo>
                    <a:pt x="7272655" y="11960479"/>
                  </a:moveTo>
                  <a:lnTo>
                    <a:pt x="7221855" y="11960479"/>
                  </a:lnTo>
                  <a:lnTo>
                    <a:pt x="7221855" y="11943588"/>
                  </a:lnTo>
                  <a:lnTo>
                    <a:pt x="7272655" y="11943588"/>
                  </a:lnTo>
                  <a:close/>
                  <a:moveTo>
                    <a:pt x="7154164" y="11943588"/>
                  </a:moveTo>
                  <a:lnTo>
                    <a:pt x="7103364" y="11943588"/>
                  </a:lnTo>
                  <a:lnTo>
                    <a:pt x="7103364" y="11926697"/>
                  </a:lnTo>
                  <a:lnTo>
                    <a:pt x="7154164" y="11926697"/>
                  </a:lnTo>
                  <a:close/>
                  <a:moveTo>
                    <a:pt x="7035673" y="11926697"/>
                  </a:moveTo>
                  <a:lnTo>
                    <a:pt x="6984873" y="11926697"/>
                  </a:lnTo>
                  <a:lnTo>
                    <a:pt x="6984873" y="11909806"/>
                  </a:lnTo>
                  <a:lnTo>
                    <a:pt x="7035673" y="11909806"/>
                  </a:lnTo>
                  <a:close/>
                  <a:moveTo>
                    <a:pt x="6917182" y="11909806"/>
                  </a:moveTo>
                  <a:lnTo>
                    <a:pt x="6866382" y="11909806"/>
                  </a:lnTo>
                  <a:lnTo>
                    <a:pt x="6866382" y="11892915"/>
                  </a:lnTo>
                  <a:lnTo>
                    <a:pt x="6917182" y="11892915"/>
                  </a:lnTo>
                  <a:close/>
                  <a:moveTo>
                    <a:pt x="6798690" y="11892915"/>
                  </a:moveTo>
                  <a:lnTo>
                    <a:pt x="6747890" y="11892915"/>
                  </a:lnTo>
                  <a:lnTo>
                    <a:pt x="6747890" y="11876024"/>
                  </a:lnTo>
                  <a:lnTo>
                    <a:pt x="6798690" y="11876024"/>
                  </a:lnTo>
                  <a:close/>
                  <a:moveTo>
                    <a:pt x="6680200" y="11876024"/>
                  </a:moveTo>
                  <a:lnTo>
                    <a:pt x="6629400" y="11876024"/>
                  </a:lnTo>
                  <a:lnTo>
                    <a:pt x="6629400" y="11859133"/>
                  </a:lnTo>
                  <a:lnTo>
                    <a:pt x="6680200" y="11859133"/>
                  </a:lnTo>
                  <a:close/>
                  <a:moveTo>
                    <a:pt x="6561709" y="11859133"/>
                  </a:moveTo>
                  <a:lnTo>
                    <a:pt x="6510909" y="11859133"/>
                  </a:lnTo>
                  <a:lnTo>
                    <a:pt x="6510909" y="11842242"/>
                  </a:lnTo>
                  <a:lnTo>
                    <a:pt x="6561709" y="11842242"/>
                  </a:lnTo>
                  <a:close/>
                  <a:moveTo>
                    <a:pt x="6443218" y="11842242"/>
                  </a:moveTo>
                  <a:lnTo>
                    <a:pt x="6392418" y="11842242"/>
                  </a:lnTo>
                  <a:lnTo>
                    <a:pt x="6392418" y="11825351"/>
                  </a:lnTo>
                  <a:lnTo>
                    <a:pt x="6443218" y="11825351"/>
                  </a:lnTo>
                  <a:close/>
                  <a:moveTo>
                    <a:pt x="6324727" y="11825351"/>
                  </a:moveTo>
                  <a:lnTo>
                    <a:pt x="6273927" y="11825351"/>
                  </a:lnTo>
                  <a:lnTo>
                    <a:pt x="6273927" y="11808460"/>
                  </a:lnTo>
                  <a:lnTo>
                    <a:pt x="6324727" y="11808460"/>
                  </a:lnTo>
                  <a:close/>
                  <a:moveTo>
                    <a:pt x="6206236" y="11808460"/>
                  </a:moveTo>
                  <a:lnTo>
                    <a:pt x="6155436" y="11808460"/>
                  </a:lnTo>
                  <a:lnTo>
                    <a:pt x="6155436" y="11791569"/>
                  </a:lnTo>
                  <a:lnTo>
                    <a:pt x="6206236" y="11791569"/>
                  </a:lnTo>
                  <a:close/>
                  <a:moveTo>
                    <a:pt x="6087745" y="11791569"/>
                  </a:moveTo>
                  <a:lnTo>
                    <a:pt x="6036945" y="11791569"/>
                  </a:lnTo>
                  <a:lnTo>
                    <a:pt x="6036945" y="11774678"/>
                  </a:lnTo>
                  <a:lnTo>
                    <a:pt x="6087745" y="11774678"/>
                  </a:lnTo>
                  <a:close/>
                  <a:moveTo>
                    <a:pt x="5969254" y="11774678"/>
                  </a:moveTo>
                  <a:lnTo>
                    <a:pt x="5918454" y="11774678"/>
                  </a:lnTo>
                  <a:lnTo>
                    <a:pt x="5918454" y="11757787"/>
                  </a:lnTo>
                  <a:lnTo>
                    <a:pt x="5969254" y="11757787"/>
                  </a:lnTo>
                  <a:close/>
                  <a:moveTo>
                    <a:pt x="5850763" y="11757787"/>
                  </a:moveTo>
                  <a:lnTo>
                    <a:pt x="5799963" y="11757787"/>
                  </a:lnTo>
                  <a:lnTo>
                    <a:pt x="5799963" y="11740896"/>
                  </a:lnTo>
                  <a:lnTo>
                    <a:pt x="5850763" y="11740896"/>
                  </a:lnTo>
                  <a:close/>
                  <a:moveTo>
                    <a:pt x="5732272" y="11740896"/>
                  </a:moveTo>
                  <a:lnTo>
                    <a:pt x="5681472" y="11740896"/>
                  </a:lnTo>
                  <a:lnTo>
                    <a:pt x="5681472" y="11724005"/>
                  </a:lnTo>
                  <a:lnTo>
                    <a:pt x="5732272" y="11724005"/>
                  </a:lnTo>
                  <a:close/>
                  <a:moveTo>
                    <a:pt x="5613781" y="11724005"/>
                  </a:moveTo>
                  <a:lnTo>
                    <a:pt x="5562981" y="11724005"/>
                  </a:lnTo>
                  <a:lnTo>
                    <a:pt x="5562981" y="11707114"/>
                  </a:lnTo>
                  <a:lnTo>
                    <a:pt x="5613781" y="11707114"/>
                  </a:lnTo>
                  <a:close/>
                  <a:moveTo>
                    <a:pt x="5495290" y="11707114"/>
                  </a:moveTo>
                  <a:lnTo>
                    <a:pt x="5444490" y="11707114"/>
                  </a:lnTo>
                  <a:lnTo>
                    <a:pt x="5444490" y="11690223"/>
                  </a:lnTo>
                  <a:lnTo>
                    <a:pt x="5495290" y="11690223"/>
                  </a:lnTo>
                  <a:close/>
                  <a:moveTo>
                    <a:pt x="5376799" y="11690223"/>
                  </a:moveTo>
                  <a:lnTo>
                    <a:pt x="5325999" y="11690223"/>
                  </a:lnTo>
                  <a:lnTo>
                    <a:pt x="5325999" y="11673332"/>
                  </a:lnTo>
                  <a:lnTo>
                    <a:pt x="5376799" y="11673332"/>
                  </a:lnTo>
                  <a:close/>
                  <a:moveTo>
                    <a:pt x="5258308" y="11673332"/>
                  </a:moveTo>
                  <a:lnTo>
                    <a:pt x="5207508" y="11673332"/>
                  </a:lnTo>
                  <a:lnTo>
                    <a:pt x="5207508" y="11656441"/>
                  </a:lnTo>
                  <a:lnTo>
                    <a:pt x="5258308" y="11656441"/>
                  </a:lnTo>
                  <a:close/>
                  <a:moveTo>
                    <a:pt x="5139817" y="11656441"/>
                  </a:moveTo>
                  <a:lnTo>
                    <a:pt x="5089017" y="11656441"/>
                  </a:lnTo>
                  <a:lnTo>
                    <a:pt x="5089017" y="11639550"/>
                  </a:lnTo>
                  <a:lnTo>
                    <a:pt x="5139817" y="11639550"/>
                  </a:lnTo>
                  <a:close/>
                  <a:moveTo>
                    <a:pt x="5021326" y="11639550"/>
                  </a:moveTo>
                  <a:lnTo>
                    <a:pt x="4970526" y="11639550"/>
                  </a:lnTo>
                  <a:lnTo>
                    <a:pt x="4970526" y="11622659"/>
                  </a:lnTo>
                  <a:lnTo>
                    <a:pt x="5021326" y="11622659"/>
                  </a:lnTo>
                  <a:close/>
                  <a:moveTo>
                    <a:pt x="4902835" y="11622659"/>
                  </a:moveTo>
                  <a:lnTo>
                    <a:pt x="4852035" y="11622659"/>
                  </a:lnTo>
                  <a:lnTo>
                    <a:pt x="4852035" y="11605768"/>
                  </a:lnTo>
                  <a:lnTo>
                    <a:pt x="4902835" y="11605768"/>
                  </a:lnTo>
                  <a:close/>
                  <a:moveTo>
                    <a:pt x="4784344" y="11605768"/>
                  </a:moveTo>
                  <a:lnTo>
                    <a:pt x="4733544" y="11605768"/>
                  </a:lnTo>
                  <a:lnTo>
                    <a:pt x="4733544" y="11588877"/>
                  </a:lnTo>
                  <a:lnTo>
                    <a:pt x="4784344" y="11588877"/>
                  </a:lnTo>
                  <a:close/>
                  <a:moveTo>
                    <a:pt x="4665853" y="11588877"/>
                  </a:moveTo>
                  <a:lnTo>
                    <a:pt x="4615053" y="11588877"/>
                  </a:lnTo>
                  <a:lnTo>
                    <a:pt x="4615053" y="11571986"/>
                  </a:lnTo>
                  <a:lnTo>
                    <a:pt x="4665853" y="11571986"/>
                  </a:lnTo>
                  <a:close/>
                  <a:moveTo>
                    <a:pt x="4547362" y="11571986"/>
                  </a:moveTo>
                  <a:lnTo>
                    <a:pt x="4496562" y="11571986"/>
                  </a:lnTo>
                  <a:lnTo>
                    <a:pt x="4496562" y="11555095"/>
                  </a:lnTo>
                  <a:lnTo>
                    <a:pt x="4547362" y="11555095"/>
                  </a:lnTo>
                  <a:close/>
                  <a:moveTo>
                    <a:pt x="4428871" y="11555095"/>
                  </a:moveTo>
                  <a:lnTo>
                    <a:pt x="4378071" y="11555095"/>
                  </a:lnTo>
                  <a:lnTo>
                    <a:pt x="4378071" y="11538204"/>
                  </a:lnTo>
                  <a:lnTo>
                    <a:pt x="4428871" y="11538204"/>
                  </a:lnTo>
                  <a:close/>
                  <a:moveTo>
                    <a:pt x="4310380" y="11538204"/>
                  </a:moveTo>
                  <a:lnTo>
                    <a:pt x="4259580" y="11538204"/>
                  </a:lnTo>
                  <a:lnTo>
                    <a:pt x="4259580" y="11521313"/>
                  </a:lnTo>
                  <a:lnTo>
                    <a:pt x="4310380" y="11521313"/>
                  </a:lnTo>
                  <a:close/>
                  <a:moveTo>
                    <a:pt x="4191889" y="11521313"/>
                  </a:moveTo>
                  <a:lnTo>
                    <a:pt x="4141089" y="11521313"/>
                  </a:lnTo>
                  <a:lnTo>
                    <a:pt x="4141089" y="11504422"/>
                  </a:lnTo>
                  <a:lnTo>
                    <a:pt x="4191889" y="11504422"/>
                  </a:lnTo>
                  <a:close/>
                  <a:moveTo>
                    <a:pt x="4073398" y="11504422"/>
                  </a:moveTo>
                  <a:lnTo>
                    <a:pt x="4022598" y="11504422"/>
                  </a:lnTo>
                  <a:lnTo>
                    <a:pt x="4022598" y="11487531"/>
                  </a:lnTo>
                  <a:lnTo>
                    <a:pt x="4073398" y="11487531"/>
                  </a:lnTo>
                  <a:close/>
                  <a:moveTo>
                    <a:pt x="3954907" y="11487531"/>
                  </a:moveTo>
                  <a:lnTo>
                    <a:pt x="3904107" y="11487531"/>
                  </a:lnTo>
                  <a:lnTo>
                    <a:pt x="3904107" y="11470640"/>
                  </a:lnTo>
                  <a:lnTo>
                    <a:pt x="3954907" y="11470640"/>
                  </a:lnTo>
                  <a:close/>
                  <a:moveTo>
                    <a:pt x="3836416" y="11470640"/>
                  </a:moveTo>
                  <a:lnTo>
                    <a:pt x="3785616" y="11470640"/>
                  </a:lnTo>
                  <a:lnTo>
                    <a:pt x="3785616" y="11453749"/>
                  </a:lnTo>
                  <a:lnTo>
                    <a:pt x="3836416" y="11453749"/>
                  </a:lnTo>
                  <a:close/>
                  <a:moveTo>
                    <a:pt x="3717925" y="11453749"/>
                  </a:moveTo>
                  <a:lnTo>
                    <a:pt x="3667125" y="11453749"/>
                  </a:lnTo>
                  <a:lnTo>
                    <a:pt x="3667125" y="11436858"/>
                  </a:lnTo>
                  <a:lnTo>
                    <a:pt x="3717925" y="11436858"/>
                  </a:lnTo>
                  <a:close/>
                  <a:moveTo>
                    <a:pt x="3599434" y="11436858"/>
                  </a:moveTo>
                  <a:lnTo>
                    <a:pt x="3548634" y="11436858"/>
                  </a:lnTo>
                  <a:lnTo>
                    <a:pt x="3548634" y="11419967"/>
                  </a:lnTo>
                  <a:lnTo>
                    <a:pt x="3599434" y="11419967"/>
                  </a:lnTo>
                  <a:close/>
                  <a:moveTo>
                    <a:pt x="3480943" y="11419967"/>
                  </a:moveTo>
                  <a:lnTo>
                    <a:pt x="3430143" y="11419967"/>
                  </a:lnTo>
                  <a:lnTo>
                    <a:pt x="3430143" y="11403076"/>
                  </a:lnTo>
                  <a:lnTo>
                    <a:pt x="3480943" y="11403076"/>
                  </a:lnTo>
                  <a:close/>
                  <a:moveTo>
                    <a:pt x="3362452" y="11403076"/>
                  </a:moveTo>
                  <a:lnTo>
                    <a:pt x="3311652" y="11403076"/>
                  </a:lnTo>
                  <a:lnTo>
                    <a:pt x="3311652" y="11386185"/>
                  </a:lnTo>
                  <a:lnTo>
                    <a:pt x="3362452" y="11386185"/>
                  </a:lnTo>
                  <a:close/>
                  <a:moveTo>
                    <a:pt x="3243961" y="11386185"/>
                  </a:moveTo>
                  <a:lnTo>
                    <a:pt x="3193161" y="11386185"/>
                  </a:lnTo>
                  <a:lnTo>
                    <a:pt x="3193161" y="11369294"/>
                  </a:lnTo>
                  <a:lnTo>
                    <a:pt x="3243961" y="11369294"/>
                  </a:lnTo>
                  <a:close/>
                  <a:moveTo>
                    <a:pt x="3125470" y="11369294"/>
                  </a:moveTo>
                  <a:lnTo>
                    <a:pt x="3074670" y="11369294"/>
                  </a:lnTo>
                  <a:lnTo>
                    <a:pt x="3074670" y="11352403"/>
                  </a:lnTo>
                  <a:lnTo>
                    <a:pt x="3125470" y="11352403"/>
                  </a:lnTo>
                  <a:close/>
                  <a:moveTo>
                    <a:pt x="3006979" y="11352403"/>
                  </a:moveTo>
                  <a:lnTo>
                    <a:pt x="2956179" y="11352403"/>
                  </a:lnTo>
                  <a:lnTo>
                    <a:pt x="2956179" y="11335512"/>
                  </a:lnTo>
                  <a:lnTo>
                    <a:pt x="3006979" y="11335512"/>
                  </a:lnTo>
                  <a:close/>
                  <a:moveTo>
                    <a:pt x="2888488" y="11335512"/>
                  </a:moveTo>
                  <a:lnTo>
                    <a:pt x="2837688" y="11335512"/>
                  </a:lnTo>
                  <a:lnTo>
                    <a:pt x="2837688" y="11318621"/>
                  </a:lnTo>
                  <a:lnTo>
                    <a:pt x="2888488" y="11318621"/>
                  </a:lnTo>
                  <a:close/>
                  <a:moveTo>
                    <a:pt x="2769997" y="11318621"/>
                  </a:moveTo>
                  <a:lnTo>
                    <a:pt x="2719197" y="11318621"/>
                  </a:lnTo>
                  <a:lnTo>
                    <a:pt x="2719197" y="11301730"/>
                  </a:lnTo>
                  <a:lnTo>
                    <a:pt x="2769997" y="11301730"/>
                  </a:lnTo>
                  <a:close/>
                  <a:moveTo>
                    <a:pt x="2651506" y="11301730"/>
                  </a:moveTo>
                  <a:lnTo>
                    <a:pt x="2600706" y="11301730"/>
                  </a:lnTo>
                  <a:lnTo>
                    <a:pt x="2600706" y="11284839"/>
                  </a:lnTo>
                  <a:lnTo>
                    <a:pt x="2651506" y="11284839"/>
                  </a:lnTo>
                  <a:close/>
                  <a:moveTo>
                    <a:pt x="2533015" y="11284839"/>
                  </a:moveTo>
                  <a:lnTo>
                    <a:pt x="2482215" y="11284839"/>
                  </a:lnTo>
                  <a:lnTo>
                    <a:pt x="2482215" y="11267948"/>
                  </a:lnTo>
                  <a:lnTo>
                    <a:pt x="2533015" y="11267948"/>
                  </a:lnTo>
                  <a:close/>
                  <a:moveTo>
                    <a:pt x="2414524" y="11267948"/>
                  </a:moveTo>
                  <a:lnTo>
                    <a:pt x="2363724" y="11267948"/>
                  </a:lnTo>
                  <a:lnTo>
                    <a:pt x="2363724" y="11251057"/>
                  </a:lnTo>
                  <a:lnTo>
                    <a:pt x="2414524" y="11251057"/>
                  </a:lnTo>
                  <a:close/>
                  <a:moveTo>
                    <a:pt x="2296033" y="11251057"/>
                  </a:moveTo>
                  <a:lnTo>
                    <a:pt x="2245233" y="11251057"/>
                  </a:lnTo>
                  <a:lnTo>
                    <a:pt x="2245233" y="11234166"/>
                  </a:lnTo>
                  <a:lnTo>
                    <a:pt x="2296033" y="11234166"/>
                  </a:lnTo>
                  <a:close/>
                  <a:moveTo>
                    <a:pt x="2177542" y="11234166"/>
                  </a:moveTo>
                  <a:lnTo>
                    <a:pt x="2126742" y="11234166"/>
                  </a:lnTo>
                  <a:lnTo>
                    <a:pt x="2126742" y="11217275"/>
                  </a:lnTo>
                  <a:lnTo>
                    <a:pt x="2177542" y="11217275"/>
                  </a:lnTo>
                  <a:close/>
                  <a:moveTo>
                    <a:pt x="2059051" y="11217275"/>
                  </a:moveTo>
                  <a:lnTo>
                    <a:pt x="2008251" y="11217275"/>
                  </a:lnTo>
                  <a:lnTo>
                    <a:pt x="2008251" y="11200384"/>
                  </a:lnTo>
                  <a:lnTo>
                    <a:pt x="2059051" y="11200384"/>
                  </a:lnTo>
                  <a:close/>
                  <a:moveTo>
                    <a:pt x="1940560" y="11200384"/>
                  </a:moveTo>
                  <a:lnTo>
                    <a:pt x="1889760" y="11200384"/>
                  </a:lnTo>
                  <a:lnTo>
                    <a:pt x="1889760" y="11183493"/>
                  </a:lnTo>
                  <a:lnTo>
                    <a:pt x="1940560" y="11183493"/>
                  </a:lnTo>
                  <a:close/>
                  <a:moveTo>
                    <a:pt x="1822069" y="11183493"/>
                  </a:moveTo>
                  <a:lnTo>
                    <a:pt x="1771269" y="11183493"/>
                  </a:lnTo>
                  <a:lnTo>
                    <a:pt x="1771269" y="11166602"/>
                  </a:lnTo>
                  <a:lnTo>
                    <a:pt x="1822069" y="11166602"/>
                  </a:lnTo>
                  <a:close/>
                  <a:moveTo>
                    <a:pt x="1703578" y="11166602"/>
                  </a:moveTo>
                  <a:lnTo>
                    <a:pt x="1652778" y="11166602"/>
                  </a:lnTo>
                  <a:lnTo>
                    <a:pt x="1652778" y="11149711"/>
                  </a:lnTo>
                  <a:lnTo>
                    <a:pt x="1703578" y="11149711"/>
                  </a:lnTo>
                  <a:close/>
                  <a:moveTo>
                    <a:pt x="1585087" y="11149711"/>
                  </a:moveTo>
                  <a:lnTo>
                    <a:pt x="1534287" y="11149711"/>
                  </a:lnTo>
                  <a:lnTo>
                    <a:pt x="1534287" y="11132820"/>
                  </a:lnTo>
                  <a:lnTo>
                    <a:pt x="1585087" y="11132820"/>
                  </a:lnTo>
                  <a:close/>
                  <a:moveTo>
                    <a:pt x="1466596" y="11132820"/>
                  </a:moveTo>
                  <a:lnTo>
                    <a:pt x="1415796" y="11132820"/>
                  </a:lnTo>
                  <a:lnTo>
                    <a:pt x="1415796" y="11115929"/>
                  </a:lnTo>
                  <a:lnTo>
                    <a:pt x="1466596" y="11115929"/>
                  </a:lnTo>
                  <a:close/>
                  <a:moveTo>
                    <a:pt x="1348105" y="11115929"/>
                  </a:moveTo>
                  <a:lnTo>
                    <a:pt x="1297305" y="11115929"/>
                  </a:lnTo>
                  <a:lnTo>
                    <a:pt x="1297305" y="11099038"/>
                  </a:lnTo>
                  <a:lnTo>
                    <a:pt x="1348105" y="11099038"/>
                  </a:lnTo>
                  <a:close/>
                  <a:moveTo>
                    <a:pt x="1229614" y="11099038"/>
                  </a:moveTo>
                  <a:lnTo>
                    <a:pt x="1178814" y="11099038"/>
                  </a:lnTo>
                  <a:lnTo>
                    <a:pt x="1178814" y="11082147"/>
                  </a:lnTo>
                  <a:lnTo>
                    <a:pt x="1229614" y="11082147"/>
                  </a:lnTo>
                  <a:close/>
                  <a:moveTo>
                    <a:pt x="1111123" y="11082147"/>
                  </a:moveTo>
                  <a:lnTo>
                    <a:pt x="1060323" y="11082147"/>
                  </a:lnTo>
                  <a:lnTo>
                    <a:pt x="1060323" y="11065256"/>
                  </a:lnTo>
                  <a:lnTo>
                    <a:pt x="1111123" y="11065256"/>
                  </a:lnTo>
                  <a:close/>
                  <a:moveTo>
                    <a:pt x="992632" y="11065256"/>
                  </a:moveTo>
                  <a:lnTo>
                    <a:pt x="941832" y="11065256"/>
                  </a:lnTo>
                  <a:lnTo>
                    <a:pt x="941832" y="11048365"/>
                  </a:lnTo>
                  <a:lnTo>
                    <a:pt x="992632" y="11048365"/>
                  </a:lnTo>
                  <a:close/>
                  <a:moveTo>
                    <a:pt x="874141" y="11048365"/>
                  </a:moveTo>
                  <a:lnTo>
                    <a:pt x="823341" y="11048365"/>
                  </a:lnTo>
                  <a:lnTo>
                    <a:pt x="823341" y="11031474"/>
                  </a:lnTo>
                  <a:lnTo>
                    <a:pt x="874141" y="11031474"/>
                  </a:lnTo>
                  <a:close/>
                  <a:moveTo>
                    <a:pt x="755650" y="11031474"/>
                  </a:moveTo>
                  <a:lnTo>
                    <a:pt x="704850" y="11031474"/>
                  </a:lnTo>
                  <a:lnTo>
                    <a:pt x="704850" y="11014583"/>
                  </a:lnTo>
                  <a:lnTo>
                    <a:pt x="755650" y="11014583"/>
                  </a:lnTo>
                  <a:close/>
                  <a:moveTo>
                    <a:pt x="637159" y="11014583"/>
                  </a:moveTo>
                  <a:lnTo>
                    <a:pt x="586359" y="11014583"/>
                  </a:lnTo>
                  <a:lnTo>
                    <a:pt x="586359" y="10997692"/>
                  </a:lnTo>
                  <a:lnTo>
                    <a:pt x="637159" y="10997692"/>
                  </a:lnTo>
                  <a:close/>
                  <a:moveTo>
                    <a:pt x="518668" y="10997692"/>
                  </a:moveTo>
                  <a:lnTo>
                    <a:pt x="467868" y="10997692"/>
                  </a:lnTo>
                  <a:lnTo>
                    <a:pt x="467868" y="10980801"/>
                  </a:lnTo>
                  <a:lnTo>
                    <a:pt x="518668" y="10980801"/>
                  </a:lnTo>
                  <a:close/>
                  <a:moveTo>
                    <a:pt x="400177" y="10980801"/>
                  </a:moveTo>
                  <a:lnTo>
                    <a:pt x="349377" y="10980801"/>
                  </a:lnTo>
                  <a:lnTo>
                    <a:pt x="349377" y="10963910"/>
                  </a:lnTo>
                  <a:lnTo>
                    <a:pt x="400177" y="10963910"/>
                  </a:lnTo>
                  <a:close/>
                  <a:moveTo>
                    <a:pt x="281686" y="10963910"/>
                  </a:moveTo>
                  <a:lnTo>
                    <a:pt x="230886" y="10963910"/>
                  </a:lnTo>
                  <a:lnTo>
                    <a:pt x="230886" y="10947019"/>
                  </a:lnTo>
                  <a:lnTo>
                    <a:pt x="281686" y="10947019"/>
                  </a:lnTo>
                  <a:close/>
                  <a:moveTo>
                    <a:pt x="163195" y="10947019"/>
                  </a:moveTo>
                  <a:lnTo>
                    <a:pt x="112395" y="10947019"/>
                  </a:lnTo>
                  <a:lnTo>
                    <a:pt x="112395" y="10930128"/>
                  </a:lnTo>
                  <a:lnTo>
                    <a:pt x="163195" y="10930128"/>
                  </a:lnTo>
                  <a:close/>
                  <a:moveTo>
                    <a:pt x="44704" y="10930128"/>
                  </a:moveTo>
                  <a:lnTo>
                    <a:pt x="8509" y="10930128"/>
                  </a:lnTo>
                  <a:cubicBezTo>
                    <a:pt x="3810" y="10930128"/>
                    <a:pt x="0" y="10926318"/>
                    <a:pt x="0" y="10921619"/>
                  </a:cubicBezTo>
                  <a:lnTo>
                    <a:pt x="0" y="10920222"/>
                  </a:lnTo>
                  <a:lnTo>
                    <a:pt x="16891" y="10920222"/>
                  </a:lnTo>
                  <a:lnTo>
                    <a:pt x="16891" y="10921619"/>
                  </a:lnTo>
                  <a:lnTo>
                    <a:pt x="8509" y="10921619"/>
                  </a:lnTo>
                  <a:lnTo>
                    <a:pt x="8509" y="10913110"/>
                  </a:lnTo>
                  <a:lnTo>
                    <a:pt x="57912" y="10913110"/>
                  </a:lnTo>
                  <a:close/>
                  <a:moveTo>
                    <a:pt x="0" y="12326493"/>
                  </a:moveTo>
                  <a:lnTo>
                    <a:pt x="0" y="12275693"/>
                  </a:lnTo>
                  <a:lnTo>
                    <a:pt x="16891" y="12275693"/>
                  </a:lnTo>
                  <a:lnTo>
                    <a:pt x="16891" y="12326493"/>
                  </a:lnTo>
                  <a:close/>
                  <a:moveTo>
                    <a:pt x="16891" y="12208002"/>
                  </a:moveTo>
                  <a:lnTo>
                    <a:pt x="16891" y="12157202"/>
                  </a:lnTo>
                  <a:lnTo>
                    <a:pt x="16891" y="12208002"/>
                  </a:lnTo>
                  <a:close/>
                  <a:moveTo>
                    <a:pt x="16891" y="12089512"/>
                  </a:moveTo>
                  <a:lnTo>
                    <a:pt x="16891" y="12038712"/>
                  </a:lnTo>
                  <a:lnTo>
                    <a:pt x="16891" y="12089512"/>
                  </a:lnTo>
                  <a:close/>
                  <a:moveTo>
                    <a:pt x="16891" y="11971020"/>
                  </a:moveTo>
                  <a:lnTo>
                    <a:pt x="16891" y="11920220"/>
                  </a:lnTo>
                  <a:lnTo>
                    <a:pt x="16891" y="11971020"/>
                  </a:lnTo>
                  <a:close/>
                  <a:moveTo>
                    <a:pt x="16891" y="11852529"/>
                  </a:moveTo>
                  <a:lnTo>
                    <a:pt x="16891" y="11801729"/>
                  </a:lnTo>
                  <a:lnTo>
                    <a:pt x="16891" y="11852529"/>
                  </a:lnTo>
                  <a:close/>
                  <a:moveTo>
                    <a:pt x="16891" y="11734038"/>
                  </a:moveTo>
                  <a:lnTo>
                    <a:pt x="16891" y="11683238"/>
                  </a:lnTo>
                  <a:lnTo>
                    <a:pt x="16891" y="11734038"/>
                  </a:lnTo>
                  <a:close/>
                  <a:moveTo>
                    <a:pt x="16891" y="11615548"/>
                  </a:moveTo>
                  <a:lnTo>
                    <a:pt x="16891" y="11564748"/>
                  </a:lnTo>
                  <a:lnTo>
                    <a:pt x="16891" y="11615548"/>
                  </a:lnTo>
                  <a:close/>
                  <a:moveTo>
                    <a:pt x="16891" y="11497056"/>
                  </a:moveTo>
                  <a:lnTo>
                    <a:pt x="16891" y="11446256"/>
                  </a:lnTo>
                  <a:lnTo>
                    <a:pt x="16891" y="11497056"/>
                  </a:lnTo>
                  <a:close/>
                  <a:moveTo>
                    <a:pt x="16891" y="11378565"/>
                  </a:moveTo>
                  <a:lnTo>
                    <a:pt x="16891" y="11327765"/>
                  </a:lnTo>
                  <a:lnTo>
                    <a:pt x="16891" y="11378565"/>
                  </a:lnTo>
                  <a:close/>
                  <a:moveTo>
                    <a:pt x="16891" y="11260075"/>
                  </a:moveTo>
                  <a:lnTo>
                    <a:pt x="16891" y="11209275"/>
                  </a:lnTo>
                  <a:lnTo>
                    <a:pt x="16891" y="11260075"/>
                  </a:lnTo>
                  <a:close/>
                  <a:moveTo>
                    <a:pt x="16891" y="11141583"/>
                  </a:moveTo>
                  <a:lnTo>
                    <a:pt x="16891" y="11090783"/>
                  </a:lnTo>
                  <a:lnTo>
                    <a:pt x="16891" y="11141583"/>
                  </a:lnTo>
                  <a:close/>
                  <a:moveTo>
                    <a:pt x="16891" y="11023092"/>
                  </a:moveTo>
                  <a:lnTo>
                    <a:pt x="16891" y="10972292"/>
                  </a:lnTo>
                  <a:lnTo>
                    <a:pt x="16891" y="11023092"/>
                  </a:lnTo>
                  <a:close/>
                  <a:moveTo>
                    <a:pt x="16891" y="10904601"/>
                  </a:moveTo>
                  <a:lnTo>
                    <a:pt x="16891" y="10853801"/>
                  </a:lnTo>
                  <a:lnTo>
                    <a:pt x="16891" y="10904601"/>
                  </a:lnTo>
                  <a:close/>
                  <a:moveTo>
                    <a:pt x="16891" y="10786111"/>
                  </a:moveTo>
                  <a:lnTo>
                    <a:pt x="16891" y="10735311"/>
                  </a:lnTo>
                  <a:lnTo>
                    <a:pt x="16891" y="10786111"/>
                  </a:lnTo>
                  <a:close/>
                  <a:moveTo>
                    <a:pt x="16891" y="10667619"/>
                  </a:moveTo>
                  <a:lnTo>
                    <a:pt x="16891" y="10616819"/>
                  </a:lnTo>
                  <a:lnTo>
                    <a:pt x="16891" y="10667619"/>
                  </a:lnTo>
                  <a:close/>
                  <a:moveTo>
                    <a:pt x="16891" y="10549128"/>
                  </a:moveTo>
                  <a:lnTo>
                    <a:pt x="16891" y="10498328"/>
                  </a:lnTo>
                  <a:lnTo>
                    <a:pt x="16891" y="10549128"/>
                  </a:lnTo>
                  <a:close/>
                  <a:moveTo>
                    <a:pt x="16891" y="10430638"/>
                  </a:moveTo>
                  <a:lnTo>
                    <a:pt x="16891" y="10379838"/>
                  </a:lnTo>
                  <a:lnTo>
                    <a:pt x="16891" y="10430638"/>
                  </a:lnTo>
                  <a:close/>
                  <a:moveTo>
                    <a:pt x="16891" y="10312147"/>
                  </a:moveTo>
                  <a:lnTo>
                    <a:pt x="16891" y="10261347"/>
                  </a:lnTo>
                  <a:lnTo>
                    <a:pt x="16891" y="10312147"/>
                  </a:lnTo>
                  <a:close/>
                  <a:moveTo>
                    <a:pt x="16891" y="10193655"/>
                  </a:moveTo>
                  <a:lnTo>
                    <a:pt x="16891" y="10142855"/>
                  </a:lnTo>
                  <a:lnTo>
                    <a:pt x="16891" y="10193655"/>
                  </a:lnTo>
                  <a:close/>
                  <a:moveTo>
                    <a:pt x="16891" y="10075164"/>
                  </a:moveTo>
                  <a:lnTo>
                    <a:pt x="16891" y="10024364"/>
                  </a:lnTo>
                  <a:lnTo>
                    <a:pt x="16891" y="10075164"/>
                  </a:lnTo>
                  <a:close/>
                  <a:moveTo>
                    <a:pt x="16891" y="9956674"/>
                  </a:moveTo>
                  <a:lnTo>
                    <a:pt x="16891" y="9905874"/>
                  </a:lnTo>
                  <a:lnTo>
                    <a:pt x="16891" y="9956674"/>
                  </a:lnTo>
                  <a:close/>
                  <a:moveTo>
                    <a:pt x="16891" y="9838182"/>
                  </a:moveTo>
                  <a:lnTo>
                    <a:pt x="16891" y="9787382"/>
                  </a:lnTo>
                  <a:lnTo>
                    <a:pt x="16891" y="9838182"/>
                  </a:lnTo>
                  <a:close/>
                  <a:moveTo>
                    <a:pt x="16891" y="9719691"/>
                  </a:moveTo>
                  <a:lnTo>
                    <a:pt x="16891" y="9668891"/>
                  </a:lnTo>
                  <a:lnTo>
                    <a:pt x="16891" y="9719691"/>
                  </a:lnTo>
                  <a:close/>
                  <a:moveTo>
                    <a:pt x="16891" y="9601200"/>
                  </a:moveTo>
                  <a:lnTo>
                    <a:pt x="16891" y="9550400"/>
                  </a:lnTo>
                  <a:lnTo>
                    <a:pt x="16891" y="9601200"/>
                  </a:lnTo>
                  <a:close/>
                  <a:moveTo>
                    <a:pt x="16891" y="9482710"/>
                  </a:moveTo>
                  <a:lnTo>
                    <a:pt x="16891" y="9431910"/>
                  </a:lnTo>
                  <a:lnTo>
                    <a:pt x="16891" y="9482710"/>
                  </a:lnTo>
                  <a:close/>
                  <a:moveTo>
                    <a:pt x="16891" y="9364218"/>
                  </a:moveTo>
                  <a:lnTo>
                    <a:pt x="16891" y="9313418"/>
                  </a:lnTo>
                  <a:lnTo>
                    <a:pt x="16891" y="9364218"/>
                  </a:lnTo>
                  <a:close/>
                  <a:moveTo>
                    <a:pt x="16891" y="9245727"/>
                  </a:moveTo>
                  <a:lnTo>
                    <a:pt x="16891" y="9194927"/>
                  </a:lnTo>
                  <a:lnTo>
                    <a:pt x="16891" y="9245727"/>
                  </a:lnTo>
                  <a:close/>
                  <a:moveTo>
                    <a:pt x="16891" y="9127237"/>
                  </a:moveTo>
                  <a:lnTo>
                    <a:pt x="16891" y="9076437"/>
                  </a:lnTo>
                  <a:lnTo>
                    <a:pt x="16891" y="9127237"/>
                  </a:lnTo>
                  <a:close/>
                  <a:moveTo>
                    <a:pt x="16891" y="9008745"/>
                  </a:moveTo>
                  <a:lnTo>
                    <a:pt x="16891" y="8957945"/>
                  </a:lnTo>
                  <a:lnTo>
                    <a:pt x="16891" y="9008745"/>
                  </a:lnTo>
                  <a:close/>
                  <a:moveTo>
                    <a:pt x="16891" y="8890254"/>
                  </a:moveTo>
                  <a:lnTo>
                    <a:pt x="16891" y="8839454"/>
                  </a:lnTo>
                  <a:lnTo>
                    <a:pt x="16891" y="8890254"/>
                  </a:lnTo>
                  <a:close/>
                  <a:moveTo>
                    <a:pt x="16891" y="8771763"/>
                  </a:moveTo>
                  <a:lnTo>
                    <a:pt x="16891" y="8720963"/>
                  </a:lnTo>
                  <a:lnTo>
                    <a:pt x="16891" y="8771763"/>
                  </a:lnTo>
                  <a:close/>
                  <a:moveTo>
                    <a:pt x="16891" y="8653273"/>
                  </a:moveTo>
                  <a:lnTo>
                    <a:pt x="16891" y="8602473"/>
                  </a:lnTo>
                  <a:lnTo>
                    <a:pt x="16891" y="8653273"/>
                  </a:lnTo>
                  <a:close/>
                  <a:moveTo>
                    <a:pt x="16891" y="8534781"/>
                  </a:moveTo>
                  <a:lnTo>
                    <a:pt x="16891" y="8483981"/>
                  </a:lnTo>
                  <a:lnTo>
                    <a:pt x="16891" y="8534781"/>
                  </a:lnTo>
                  <a:close/>
                  <a:moveTo>
                    <a:pt x="16891" y="8416290"/>
                  </a:moveTo>
                  <a:lnTo>
                    <a:pt x="16891" y="8365490"/>
                  </a:lnTo>
                  <a:lnTo>
                    <a:pt x="16891" y="8416290"/>
                  </a:lnTo>
                  <a:close/>
                  <a:moveTo>
                    <a:pt x="16891" y="8297800"/>
                  </a:moveTo>
                  <a:lnTo>
                    <a:pt x="16891" y="8247000"/>
                  </a:lnTo>
                  <a:lnTo>
                    <a:pt x="16891" y="8297800"/>
                  </a:lnTo>
                  <a:close/>
                  <a:moveTo>
                    <a:pt x="16891" y="8179308"/>
                  </a:moveTo>
                  <a:lnTo>
                    <a:pt x="16891" y="8128508"/>
                  </a:lnTo>
                  <a:lnTo>
                    <a:pt x="16891" y="8179308"/>
                  </a:lnTo>
                  <a:close/>
                  <a:moveTo>
                    <a:pt x="16891" y="8060817"/>
                  </a:moveTo>
                  <a:lnTo>
                    <a:pt x="16891" y="8010017"/>
                  </a:lnTo>
                  <a:lnTo>
                    <a:pt x="16891" y="8060817"/>
                  </a:lnTo>
                  <a:close/>
                  <a:moveTo>
                    <a:pt x="16891" y="7942326"/>
                  </a:moveTo>
                  <a:lnTo>
                    <a:pt x="16891" y="7891526"/>
                  </a:lnTo>
                  <a:lnTo>
                    <a:pt x="16891" y="7942326"/>
                  </a:lnTo>
                  <a:close/>
                  <a:moveTo>
                    <a:pt x="16891" y="7823836"/>
                  </a:moveTo>
                  <a:lnTo>
                    <a:pt x="16891" y="7773036"/>
                  </a:lnTo>
                  <a:lnTo>
                    <a:pt x="16891" y="7823836"/>
                  </a:lnTo>
                  <a:close/>
                  <a:moveTo>
                    <a:pt x="16891" y="7705344"/>
                  </a:moveTo>
                  <a:lnTo>
                    <a:pt x="16891" y="7654544"/>
                  </a:lnTo>
                  <a:lnTo>
                    <a:pt x="16891" y="7705344"/>
                  </a:lnTo>
                  <a:close/>
                  <a:moveTo>
                    <a:pt x="16891" y="7586853"/>
                  </a:moveTo>
                  <a:lnTo>
                    <a:pt x="16891" y="7536053"/>
                  </a:lnTo>
                  <a:lnTo>
                    <a:pt x="16891" y="7586853"/>
                  </a:lnTo>
                  <a:close/>
                  <a:moveTo>
                    <a:pt x="16891" y="7468363"/>
                  </a:moveTo>
                  <a:lnTo>
                    <a:pt x="16891" y="7417563"/>
                  </a:lnTo>
                  <a:lnTo>
                    <a:pt x="16891" y="7468363"/>
                  </a:lnTo>
                  <a:close/>
                  <a:moveTo>
                    <a:pt x="16891" y="7349872"/>
                  </a:moveTo>
                  <a:lnTo>
                    <a:pt x="16891" y="7299072"/>
                  </a:lnTo>
                  <a:lnTo>
                    <a:pt x="16891" y="7349872"/>
                  </a:lnTo>
                  <a:close/>
                  <a:moveTo>
                    <a:pt x="16891" y="7231380"/>
                  </a:moveTo>
                  <a:lnTo>
                    <a:pt x="16891" y="7180580"/>
                  </a:lnTo>
                  <a:lnTo>
                    <a:pt x="16891" y="7231380"/>
                  </a:lnTo>
                  <a:close/>
                  <a:moveTo>
                    <a:pt x="16891" y="7112889"/>
                  </a:moveTo>
                  <a:lnTo>
                    <a:pt x="16891" y="7062089"/>
                  </a:lnTo>
                  <a:lnTo>
                    <a:pt x="16891" y="7112889"/>
                  </a:lnTo>
                  <a:close/>
                  <a:moveTo>
                    <a:pt x="16891" y="6994399"/>
                  </a:moveTo>
                  <a:lnTo>
                    <a:pt x="16891" y="6943599"/>
                  </a:lnTo>
                  <a:lnTo>
                    <a:pt x="16891" y="6994399"/>
                  </a:lnTo>
                  <a:close/>
                  <a:moveTo>
                    <a:pt x="16891" y="6875907"/>
                  </a:moveTo>
                  <a:lnTo>
                    <a:pt x="16891" y="6825107"/>
                  </a:lnTo>
                  <a:lnTo>
                    <a:pt x="16891" y="6875907"/>
                  </a:lnTo>
                  <a:close/>
                  <a:moveTo>
                    <a:pt x="16891" y="6757416"/>
                  </a:moveTo>
                  <a:lnTo>
                    <a:pt x="16891" y="6706616"/>
                  </a:lnTo>
                  <a:lnTo>
                    <a:pt x="16891" y="6757416"/>
                  </a:lnTo>
                  <a:close/>
                  <a:moveTo>
                    <a:pt x="16891" y="6638926"/>
                  </a:moveTo>
                  <a:lnTo>
                    <a:pt x="16891" y="6588126"/>
                  </a:lnTo>
                  <a:lnTo>
                    <a:pt x="16891" y="6638926"/>
                  </a:lnTo>
                  <a:close/>
                  <a:moveTo>
                    <a:pt x="16891" y="6520435"/>
                  </a:moveTo>
                  <a:lnTo>
                    <a:pt x="16891" y="6469635"/>
                  </a:lnTo>
                  <a:lnTo>
                    <a:pt x="16891" y="6520435"/>
                  </a:lnTo>
                  <a:close/>
                  <a:moveTo>
                    <a:pt x="16891" y="6401943"/>
                  </a:moveTo>
                  <a:lnTo>
                    <a:pt x="16891" y="6351143"/>
                  </a:lnTo>
                  <a:lnTo>
                    <a:pt x="16891" y="6401943"/>
                  </a:lnTo>
                  <a:close/>
                  <a:moveTo>
                    <a:pt x="16891" y="6283453"/>
                  </a:moveTo>
                  <a:lnTo>
                    <a:pt x="16891" y="6232653"/>
                  </a:lnTo>
                  <a:lnTo>
                    <a:pt x="16891" y="6283453"/>
                  </a:lnTo>
                  <a:close/>
                  <a:moveTo>
                    <a:pt x="16891" y="6164961"/>
                  </a:moveTo>
                  <a:lnTo>
                    <a:pt x="16891" y="6114161"/>
                  </a:lnTo>
                  <a:lnTo>
                    <a:pt x="16891" y="6164961"/>
                  </a:lnTo>
                  <a:close/>
                  <a:moveTo>
                    <a:pt x="16891" y="6046470"/>
                  </a:moveTo>
                  <a:lnTo>
                    <a:pt x="16891" y="5995670"/>
                  </a:lnTo>
                  <a:lnTo>
                    <a:pt x="16891" y="6046470"/>
                  </a:lnTo>
                  <a:close/>
                  <a:moveTo>
                    <a:pt x="16891" y="5927979"/>
                  </a:moveTo>
                  <a:lnTo>
                    <a:pt x="16891" y="5877179"/>
                  </a:lnTo>
                  <a:lnTo>
                    <a:pt x="16891" y="5927979"/>
                  </a:lnTo>
                  <a:close/>
                  <a:moveTo>
                    <a:pt x="16891" y="5809488"/>
                  </a:moveTo>
                  <a:lnTo>
                    <a:pt x="16891" y="5758688"/>
                  </a:lnTo>
                  <a:lnTo>
                    <a:pt x="16891" y="5809488"/>
                  </a:lnTo>
                  <a:close/>
                  <a:moveTo>
                    <a:pt x="16891" y="5690998"/>
                  </a:moveTo>
                  <a:lnTo>
                    <a:pt x="16891" y="5640198"/>
                  </a:lnTo>
                  <a:lnTo>
                    <a:pt x="16891" y="5690998"/>
                  </a:lnTo>
                  <a:close/>
                  <a:moveTo>
                    <a:pt x="16891" y="5572506"/>
                  </a:moveTo>
                  <a:lnTo>
                    <a:pt x="16891" y="5521706"/>
                  </a:lnTo>
                  <a:lnTo>
                    <a:pt x="16891" y="5572506"/>
                  </a:lnTo>
                  <a:close/>
                  <a:moveTo>
                    <a:pt x="16891" y="5454016"/>
                  </a:moveTo>
                  <a:lnTo>
                    <a:pt x="16891" y="5403216"/>
                  </a:lnTo>
                  <a:lnTo>
                    <a:pt x="16891" y="5454016"/>
                  </a:lnTo>
                  <a:close/>
                  <a:moveTo>
                    <a:pt x="16891" y="5335524"/>
                  </a:moveTo>
                  <a:lnTo>
                    <a:pt x="16891" y="5284724"/>
                  </a:lnTo>
                  <a:lnTo>
                    <a:pt x="16891" y="5335524"/>
                  </a:lnTo>
                  <a:close/>
                  <a:moveTo>
                    <a:pt x="16891" y="5217033"/>
                  </a:moveTo>
                  <a:lnTo>
                    <a:pt x="16891" y="5166233"/>
                  </a:lnTo>
                  <a:lnTo>
                    <a:pt x="16891" y="5217033"/>
                  </a:lnTo>
                  <a:close/>
                  <a:moveTo>
                    <a:pt x="16891" y="5098542"/>
                  </a:moveTo>
                  <a:lnTo>
                    <a:pt x="16891" y="5047742"/>
                  </a:lnTo>
                  <a:lnTo>
                    <a:pt x="16891" y="5098542"/>
                  </a:lnTo>
                  <a:close/>
                  <a:moveTo>
                    <a:pt x="16891" y="4980051"/>
                  </a:moveTo>
                  <a:lnTo>
                    <a:pt x="16891" y="4929251"/>
                  </a:lnTo>
                  <a:lnTo>
                    <a:pt x="16891" y="4980051"/>
                  </a:lnTo>
                  <a:close/>
                  <a:moveTo>
                    <a:pt x="16891" y="4861560"/>
                  </a:moveTo>
                  <a:lnTo>
                    <a:pt x="16891" y="4810760"/>
                  </a:lnTo>
                  <a:lnTo>
                    <a:pt x="16891" y="4861560"/>
                  </a:lnTo>
                  <a:close/>
                  <a:moveTo>
                    <a:pt x="16891" y="4743069"/>
                  </a:moveTo>
                  <a:lnTo>
                    <a:pt x="16891" y="4692269"/>
                  </a:lnTo>
                  <a:lnTo>
                    <a:pt x="16891" y="4743069"/>
                  </a:lnTo>
                  <a:close/>
                  <a:moveTo>
                    <a:pt x="16891" y="4624579"/>
                  </a:moveTo>
                  <a:lnTo>
                    <a:pt x="16891" y="4573779"/>
                  </a:lnTo>
                  <a:lnTo>
                    <a:pt x="16891" y="4624579"/>
                  </a:lnTo>
                  <a:close/>
                  <a:moveTo>
                    <a:pt x="16891" y="4506087"/>
                  </a:moveTo>
                  <a:lnTo>
                    <a:pt x="16891" y="4455287"/>
                  </a:lnTo>
                  <a:lnTo>
                    <a:pt x="16891" y="4506087"/>
                  </a:lnTo>
                  <a:close/>
                  <a:moveTo>
                    <a:pt x="16891" y="4387597"/>
                  </a:moveTo>
                  <a:lnTo>
                    <a:pt x="16891" y="4336797"/>
                  </a:lnTo>
                  <a:lnTo>
                    <a:pt x="16891" y="4387597"/>
                  </a:lnTo>
                  <a:close/>
                  <a:moveTo>
                    <a:pt x="16891" y="4269105"/>
                  </a:moveTo>
                  <a:lnTo>
                    <a:pt x="16891" y="4218305"/>
                  </a:lnTo>
                  <a:lnTo>
                    <a:pt x="16891" y="4269105"/>
                  </a:lnTo>
                  <a:close/>
                  <a:moveTo>
                    <a:pt x="16891" y="4150614"/>
                  </a:moveTo>
                  <a:lnTo>
                    <a:pt x="16891" y="4099814"/>
                  </a:lnTo>
                  <a:lnTo>
                    <a:pt x="16891" y="4150614"/>
                  </a:lnTo>
                  <a:close/>
                  <a:moveTo>
                    <a:pt x="16891" y="4032123"/>
                  </a:moveTo>
                  <a:lnTo>
                    <a:pt x="16891" y="3981323"/>
                  </a:lnTo>
                  <a:lnTo>
                    <a:pt x="16891" y="4032123"/>
                  </a:lnTo>
                  <a:close/>
                  <a:moveTo>
                    <a:pt x="16891" y="3913632"/>
                  </a:moveTo>
                  <a:lnTo>
                    <a:pt x="16891" y="3862832"/>
                  </a:lnTo>
                  <a:lnTo>
                    <a:pt x="16891" y="3913632"/>
                  </a:lnTo>
                  <a:close/>
                  <a:moveTo>
                    <a:pt x="16891" y="3795142"/>
                  </a:moveTo>
                  <a:lnTo>
                    <a:pt x="16891" y="3744342"/>
                  </a:lnTo>
                  <a:lnTo>
                    <a:pt x="16891" y="3795142"/>
                  </a:lnTo>
                  <a:close/>
                  <a:moveTo>
                    <a:pt x="16891" y="3676650"/>
                  </a:moveTo>
                  <a:lnTo>
                    <a:pt x="16891" y="3625850"/>
                  </a:lnTo>
                  <a:lnTo>
                    <a:pt x="16891" y="3676650"/>
                  </a:lnTo>
                  <a:close/>
                  <a:moveTo>
                    <a:pt x="16891" y="3558160"/>
                  </a:moveTo>
                  <a:lnTo>
                    <a:pt x="16891" y="3507360"/>
                  </a:lnTo>
                  <a:lnTo>
                    <a:pt x="16891" y="3558160"/>
                  </a:lnTo>
                  <a:close/>
                  <a:moveTo>
                    <a:pt x="16891" y="3439668"/>
                  </a:moveTo>
                  <a:lnTo>
                    <a:pt x="16891" y="3388868"/>
                  </a:lnTo>
                  <a:lnTo>
                    <a:pt x="16891" y="3439668"/>
                  </a:lnTo>
                  <a:close/>
                  <a:moveTo>
                    <a:pt x="16891" y="3321178"/>
                  </a:moveTo>
                  <a:lnTo>
                    <a:pt x="16891" y="3270378"/>
                  </a:lnTo>
                  <a:lnTo>
                    <a:pt x="16891" y="3321178"/>
                  </a:lnTo>
                  <a:close/>
                  <a:moveTo>
                    <a:pt x="16891" y="3202686"/>
                  </a:moveTo>
                  <a:lnTo>
                    <a:pt x="16891" y="3151886"/>
                  </a:lnTo>
                  <a:lnTo>
                    <a:pt x="16891" y="3202686"/>
                  </a:lnTo>
                  <a:close/>
                  <a:moveTo>
                    <a:pt x="16891" y="3084195"/>
                  </a:moveTo>
                  <a:lnTo>
                    <a:pt x="16891" y="3033395"/>
                  </a:lnTo>
                  <a:lnTo>
                    <a:pt x="16891" y="3084195"/>
                  </a:lnTo>
                  <a:close/>
                  <a:moveTo>
                    <a:pt x="16891" y="2965704"/>
                  </a:moveTo>
                  <a:lnTo>
                    <a:pt x="16891" y="2914904"/>
                  </a:lnTo>
                  <a:lnTo>
                    <a:pt x="16891" y="2965704"/>
                  </a:lnTo>
                  <a:close/>
                  <a:moveTo>
                    <a:pt x="16891" y="2847213"/>
                  </a:moveTo>
                  <a:lnTo>
                    <a:pt x="16891" y="2796413"/>
                  </a:lnTo>
                  <a:lnTo>
                    <a:pt x="16891" y="2847213"/>
                  </a:lnTo>
                  <a:close/>
                  <a:moveTo>
                    <a:pt x="16891" y="2728722"/>
                  </a:moveTo>
                  <a:lnTo>
                    <a:pt x="16891" y="2677922"/>
                  </a:lnTo>
                  <a:lnTo>
                    <a:pt x="16891" y="2728722"/>
                  </a:lnTo>
                  <a:close/>
                  <a:moveTo>
                    <a:pt x="16891" y="2610231"/>
                  </a:moveTo>
                  <a:lnTo>
                    <a:pt x="16891" y="2559431"/>
                  </a:lnTo>
                  <a:lnTo>
                    <a:pt x="16891" y="2610231"/>
                  </a:lnTo>
                  <a:close/>
                  <a:moveTo>
                    <a:pt x="16891" y="2491740"/>
                  </a:moveTo>
                  <a:lnTo>
                    <a:pt x="16891" y="2440940"/>
                  </a:lnTo>
                  <a:lnTo>
                    <a:pt x="16891" y="2491740"/>
                  </a:lnTo>
                  <a:close/>
                  <a:moveTo>
                    <a:pt x="16891" y="2373250"/>
                  </a:moveTo>
                  <a:lnTo>
                    <a:pt x="16891" y="2322450"/>
                  </a:lnTo>
                  <a:lnTo>
                    <a:pt x="16891" y="2373250"/>
                  </a:lnTo>
                  <a:close/>
                  <a:moveTo>
                    <a:pt x="16891" y="2254758"/>
                  </a:moveTo>
                  <a:lnTo>
                    <a:pt x="16891" y="2203958"/>
                  </a:lnTo>
                  <a:lnTo>
                    <a:pt x="16891" y="2254758"/>
                  </a:lnTo>
                  <a:close/>
                  <a:moveTo>
                    <a:pt x="16891" y="2136267"/>
                  </a:moveTo>
                  <a:lnTo>
                    <a:pt x="16891" y="2085467"/>
                  </a:lnTo>
                  <a:lnTo>
                    <a:pt x="16891" y="2136267"/>
                  </a:lnTo>
                  <a:close/>
                  <a:moveTo>
                    <a:pt x="16891" y="2017776"/>
                  </a:moveTo>
                  <a:lnTo>
                    <a:pt x="16891" y="1966976"/>
                  </a:lnTo>
                  <a:lnTo>
                    <a:pt x="16891" y="2017776"/>
                  </a:lnTo>
                  <a:close/>
                  <a:moveTo>
                    <a:pt x="16891" y="1899285"/>
                  </a:moveTo>
                  <a:lnTo>
                    <a:pt x="16891" y="1848485"/>
                  </a:lnTo>
                  <a:lnTo>
                    <a:pt x="16891" y="1899285"/>
                  </a:lnTo>
                  <a:close/>
                  <a:moveTo>
                    <a:pt x="16891" y="1780794"/>
                  </a:moveTo>
                  <a:lnTo>
                    <a:pt x="16891" y="1729994"/>
                  </a:lnTo>
                  <a:lnTo>
                    <a:pt x="16891" y="1780794"/>
                  </a:lnTo>
                  <a:close/>
                  <a:moveTo>
                    <a:pt x="16891" y="1662303"/>
                  </a:moveTo>
                  <a:lnTo>
                    <a:pt x="16891" y="1611503"/>
                  </a:lnTo>
                  <a:lnTo>
                    <a:pt x="16891" y="1662303"/>
                  </a:lnTo>
                  <a:close/>
                  <a:moveTo>
                    <a:pt x="16891" y="1543812"/>
                  </a:moveTo>
                  <a:lnTo>
                    <a:pt x="16891" y="1493012"/>
                  </a:lnTo>
                  <a:lnTo>
                    <a:pt x="16891" y="1543812"/>
                  </a:lnTo>
                  <a:close/>
                  <a:moveTo>
                    <a:pt x="16891" y="1425321"/>
                  </a:moveTo>
                  <a:lnTo>
                    <a:pt x="16891" y="1374521"/>
                  </a:lnTo>
                  <a:lnTo>
                    <a:pt x="16891" y="1425321"/>
                  </a:lnTo>
                  <a:close/>
                  <a:moveTo>
                    <a:pt x="16891" y="1306830"/>
                  </a:moveTo>
                  <a:lnTo>
                    <a:pt x="16891" y="1256030"/>
                  </a:lnTo>
                  <a:lnTo>
                    <a:pt x="16891" y="1306830"/>
                  </a:lnTo>
                  <a:close/>
                  <a:moveTo>
                    <a:pt x="16891" y="1188339"/>
                  </a:moveTo>
                  <a:lnTo>
                    <a:pt x="16891" y="1137539"/>
                  </a:lnTo>
                  <a:lnTo>
                    <a:pt x="16891" y="1188339"/>
                  </a:lnTo>
                  <a:close/>
                  <a:moveTo>
                    <a:pt x="16891" y="1069848"/>
                  </a:moveTo>
                  <a:lnTo>
                    <a:pt x="16891" y="1019048"/>
                  </a:lnTo>
                  <a:lnTo>
                    <a:pt x="16891" y="1069848"/>
                  </a:lnTo>
                  <a:close/>
                  <a:moveTo>
                    <a:pt x="16891" y="951357"/>
                  </a:moveTo>
                  <a:lnTo>
                    <a:pt x="16891" y="900557"/>
                  </a:lnTo>
                  <a:lnTo>
                    <a:pt x="16891" y="951357"/>
                  </a:lnTo>
                  <a:close/>
                  <a:moveTo>
                    <a:pt x="16891" y="832866"/>
                  </a:moveTo>
                  <a:lnTo>
                    <a:pt x="16891" y="782066"/>
                  </a:lnTo>
                  <a:lnTo>
                    <a:pt x="16891" y="832866"/>
                  </a:lnTo>
                  <a:close/>
                  <a:moveTo>
                    <a:pt x="16891" y="714375"/>
                  </a:moveTo>
                  <a:lnTo>
                    <a:pt x="16891" y="663575"/>
                  </a:lnTo>
                  <a:lnTo>
                    <a:pt x="16891" y="714375"/>
                  </a:lnTo>
                  <a:close/>
                  <a:moveTo>
                    <a:pt x="16891" y="595884"/>
                  </a:moveTo>
                  <a:lnTo>
                    <a:pt x="16891" y="545084"/>
                  </a:lnTo>
                  <a:lnTo>
                    <a:pt x="16891" y="595884"/>
                  </a:lnTo>
                  <a:close/>
                  <a:moveTo>
                    <a:pt x="16891" y="477393"/>
                  </a:moveTo>
                  <a:lnTo>
                    <a:pt x="16891" y="426593"/>
                  </a:lnTo>
                  <a:lnTo>
                    <a:pt x="16891" y="477393"/>
                  </a:lnTo>
                  <a:close/>
                  <a:moveTo>
                    <a:pt x="16891" y="358902"/>
                  </a:moveTo>
                  <a:lnTo>
                    <a:pt x="16891" y="308102"/>
                  </a:lnTo>
                  <a:lnTo>
                    <a:pt x="16891" y="358902"/>
                  </a:lnTo>
                  <a:close/>
                  <a:moveTo>
                    <a:pt x="16891" y="240411"/>
                  </a:moveTo>
                  <a:lnTo>
                    <a:pt x="16891" y="189611"/>
                  </a:lnTo>
                  <a:lnTo>
                    <a:pt x="16891" y="240411"/>
                  </a:lnTo>
                  <a:close/>
                  <a:moveTo>
                    <a:pt x="0" y="117475"/>
                  </a:moveTo>
                  <a:lnTo>
                    <a:pt x="0" y="66675"/>
                  </a:lnTo>
                  <a:lnTo>
                    <a:pt x="16891" y="66675"/>
                  </a:lnTo>
                  <a:lnTo>
                    <a:pt x="16891" y="117475"/>
                  </a:lnTo>
                  <a:close/>
                  <a:moveTo>
                    <a:pt x="8509" y="0"/>
                  </a:moveTo>
                  <a:lnTo>
                    <a:pt x="59309" y="0"/>
                  </a:lnTo>
                  <a:lnTo>
                    <a:pt x="59309" y="16891"/>
                  </a:lnTo>
                  <a:lnTo>
                    <a:pt x="8509" y="16891"/>
                  </a:lnTo>
                  <a:close/>
                </a:path>
              </a:pathLst>
            </a:custGeom>
            <a:solidFill>
              <a:srgbClr val="cbd5e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427" name="Group 11"/>
          <p:cNvGrpSpPr/>
          <p:nvPr/>
        </p:nvGrpSpPr>
        <p:grpSpPr>
          <a:xfrm>
            <a:off x="731520" y="395280"/>
            <a:ext cx="9143640" cy="1287000"/>
            <a:chOff x="731520" y="395280"/>
            <a:chExt cx="9143640" cy="1287000"/>
          </a:xfrm>
        </p:grpSpPr>
        <p:sp>
          <p:nvSpPr>
            <p:cNvPr id="1428" name="Freeform 12"/>
            <p:cNvSpPr/>
            <p:nvPr/>
          </p:nvSpPr>
          <p:spPr>
            <a:xfrm>
              <a:off x="731520" y="402480"/>
              <a:ext cx="9143640" cy="1279800"/>
            </a:xfrm>
            <a:custGeom>
              <a:avLst/>
              <a:gdLst>
                <a:gd name="textAreaLeft" fmla="*/ 0 w 9143640"/>
                <a:gd name="textAreaRight" fmla="*/ 9144000 w 9143640"/>
                <a:gd name="textAreaTop" fmla="*/ 0 h 1279800"/>
                <a:gd name="textAreaBottom" fmla="*/ 1280160 h 1279800"/>
              </a:gdLst>
              <a:ahLst/>
              <a:rect l="textAreaLeft" t="textAreaTop" r="textAreaRight" b="textAreaBottom"/>
              <a:pathLst>
                <a:path w="12192000" h="1706880">
                  <a:moveTo>
                    <a:pt x="0" y="0"/>
                  </a:moveTo>
                  <a:lnTo>
                    <a:pt x="12192000" y="0"/>
                  </a:lnTo>
                  <a:lnTo>
                    <a:pt x="12192000" y="1706880"/>
                  </a:lnTo>
                  <a:lnTo>
                    <a:pt x="0" y="1706880"/>
                  </a:lnTo>
                  <a:close/>
                </a:path>
              </a:pathLst>
            </a:custGeom>
            <a:blipFill rotWithShape="0">
              <a:blip r:embed="rId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29" name="TextBox 13"/>
            <p:cNvSpPr/>
            <p:nvPr/>
          </p:nvSpPr>
          <p:spPr>
            <a:xfrm>
              <a:off x="731520" y="395280"/>
              <a:ext cx="9143640" cy="1287000"/>
            </a:xfrm>
            <a:prstGeom prst="rect">
              <a:avLst/>
            </a:prstGeom>
            <a:noFill/>
            <a:ln w="0">
              <a:noFill/>
            </a:ln>
          </p:spPr>
          <p:style>
            <a:lnRef idx="0"/>
            <a:fillRef idx="0"/>
            <a:effectRef idx="0"/>
            <a:fontRef idx="minor"/>
          </p:style>
          <p:txBody>
            <a:bodyPr lIns="0" rIns="0" tIns="0" bIns="0" anchor="ctr">
              <a:noAutofit/>
            </a:bodyPr>
            <a:p>
              <a:pPr defTabSz="914400">
                <a:lnSpc>
                  <a:spcPts val="8158"/>
                </a:lnSpc>
              </a:pPr>
              <a:r>
                <a:rPr b="1" lang="en-US" sz="6800" spc="-1" strike="noStrike">
                  <a:solidFill>
                    <a:srgbClr val="ffffff"/>
                  </a:solidFill>
                  <a:latin typeface="Trebuchet MS Bold"/>
                  <a:ea typeface="Trebuchet MS Bold"/>
                </a:rPr>
                <a:t>Thank you</a:t>
              </a:r>
              <a:endParaRPr b="0" lang="en-US" sz="6800" spc="-1" strike="noStrike">
                <a:solidFill>
                  <a:srgbClr val="ffffff"/>
                </a:solidFill>
                <a:latin typeface="Arial"/>
              </a:endParaRPr>
            </a:p>
          </p:txBody>
        </p:sp>
      </p:grpSp>
      <p:grpSp>
        <p:nvGrpSpPr>
          <p:cNvPr id="1430" name="Group 14"/>
          <p:cNvGrpSpPr/>
          <p:nvPr/>
        </p:nvGrpSpPr>
        <p:grpSpPr>
          <a:xfrm>
            <a:off x="718920" y="1761120"/>
            <a:ext cx="1853640" cy="134640"/>
            <a:chOff x="718920" y="1761120"/>
            <a:chExt cx="1853640" cy="134640"/>
          </a:xfrm>
        </p:grpSpPr>
        <p:sp>
          <p:nvSpPr>
            <p:cNvPr id="1431" name="Freeform 15"/>
            <p:cNvSpPr/>
            <p:nvPr/>
          </p:nvSpPr>
          <p:spPr>
            <a:xfrm>
              <a:off x="731520" y="1774080"/>
              <a:ext cx="1828440" cy="109440"/>
            </a:xfrm>
            <a:custGeom>
              <a:avLst/>
              <a:gdLst>
                <a:gd name="textAreaLeft" fmla="*/ 0 w 1828440"/>
                <a:gd name="textAreaRight" fmla="*/ 1828800 w 1828440"/>
                <a:gd name="textAreaTop" fmla="*/ 0 h 109440"/>
                <a:gd name="textAreaBottom" fmla="*/ 109800 h 109440"/>
              </a:gdLst>
              <a:ahLst/>
              <a:rect l="textAreaLeft" t="textAreaTop" r="textAreaRight" b="textAreaBottom"/>
              <a:pathLst>
                <a:path w="2438400" h="146304">
                  <a:moveTo>
                    <a:pt x="0" y="0"/>
                  </a:moveTo>
                  <a:lnTo>
                    <a:pt x="2438400" y="0"/>
                  </a:lnTo>
                  <a:lnTo>
                    <a:pt x="2438400" y="146304"/>
                  </a:lnTo>
                  <a:lnTo>
                    <a:pt x="0" y="146304"/>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32" name="Freeform 16"/>
            <p:cNvSpPr/>
            <p:nvPr/>
          </p:nvSpPr>
          <p:spPr>
            <a:xfrm>
              <a:off x="718920" y="1761120"/>
              <a:ext cx="1853640" cy="134640"/>
            </a:xfrm>
            <a:custGeom>
              <a:avLst/>
              <a:gdLst>
                <a:gd name="textAreaLeft" fmla="*/ 0 w 1853640"/>
                <a:gd name="textAreaRight" fmla="*/ 1854000 w 1853640"/>
                <a:gd name="textAreaTop" fmla="*/ 0 h 134640"/>
                <a:gd name="textAreaBottom" fmla="*/ 135000 h 134640"/>
              </a:gdLst>
              <a:ahLst/>
              <a:rect l="textAreaLeft" t="textAreaTop" r="textAreaRight" b="textAreaBottom"/>
              <a:pathLst>
                <a:path w="2472182" h="180088">
                  <a:moveTo>
                    <a:pt x="16891" y="0"/>
                  </a:moveTo>
                  <a:lnTo>
                    <a:pt x="2455291" y="0"/>
                  </a:lnTo>
                  <a:cubicBezTo>
                    <a:pt x="2464689" y="0"/>
                    <a:pt x="2472182" y="7620"/>
                    <a:pt x="2472182" y="16891"/>
                  </a:cubicBezTo>
                  <a:lnTo>
                    <a:pt x="2472182" y="163195"/>
                  </a:lnTo>
                  <a:cubicBezTo>
                    <a:pt x="2472182" y="172593"/>
                    <a:pt x="2464562" y="180086"/>
                    <a:pt x="24552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55291" y="146304"/>
                  </a:lnTo>
                  <a:lnTo>
                    <a:pt x="2455291" y="163195"/>
                  </a:lnTo>
                  <a:lnTo>
                    <a:pt x="2438400" y="163195"/>
                  </a:lnTo>
                  <a:lnTo>
                    <a:pt x="2438400" y="16891"/>
                  </a:lnTo>
                  <a:lnTo>
                    <a:pt x="2455291" y="16891"/>
                  </a:lnTo>
                  <a:lnTo>
                    <a:pt x="2455291"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433" name="Group 17"/>
          <p:cNvGrpSpPr/>
          <p:nvPr/>
        </p:nvGrpSpPr>
        <p:grpSpPr>
          <a:xfrm>
            <a:off x="725040" y="2041920"/>
            <a:ext cx="4620960" cy="2846880"/>
            <a:chOff x="725040" y="2041920"/>
            <a:chExt cx="4620960" cy="2846880"/>
          </a:xfrm>
        </p:grpSpPr>
        <p:sp>
          <p:nvSpPr>
            <p:cNvPr id="1434" name="Freeform 18"/>
            <p:cNvSpPr/>
            <p:nvPr/>
          </p:nvSpPr>
          <p:spPr>
            <a:xfrm>
              <a:off x="731520" y="2048400"/>
              <a:ext cx="4608360" cy="2834280"/>
            </a:xfrm>
            <a:custGeom>
              <a:avLst/>
              <a:gdLst>
                <a:gd name="textAreaLeft" fmla="*/ 0 w 4608360"/>
                <a:gd name="textAreaRight" fmla="*/ 4608720 w 4608360"/>
                <a:gd name="textAreaTop" fmla="*/ 0 h 2834280"/>
                <a:gd name="textAreaBottom" fmla="*/ 2834640 h 2834280"/>
              </a:gdLst>
              <a:ahLst/>
              <a:rect l="textAreaLeft" t="textAreaTop" r="textAreaRight" b="textAreaBottom"/>
              <a:pathLst>
                <a:path w="6144768" h="3779520">
                  <a:moveTo>
                    <a:pt x="0" y="0"/>
                  </a:moveTo>
                  <a:lnTo>
                    <a:pt x="6144768" y="0"/>
                  </a:lnTo>
                  <a:lnTo>
                    <a:pt x="6144768" y="3779520"/>
                  </a:lnTo>
                  <a:lnTo>
                    <a:pt x="0" y="377952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5" name="Freeform 19"/>
            <p:cNvSpPr/>
            <p:nvPr/>
          </p:nvSpPr>
          <p:spPr>
            <a:xfrm>
              <a:off x="725040" y="2041920"/>
              <a:ext cx="4620960" cy="2846880"/>
            </a:xfrm>
            <a:custGeom>
              <a:avLst/>
              <a:gdLst>
                <a:gd name="textAreaLeft" fmla="*/ 0 w 4620960"/>
                <a:gd name="textAreaRight" fmla="*/ 4621320 w 4620960"/>
                <a:gd name="textAreaTop" fmla="*/ 0 h 2846880"/>
                <a:gd name="textAreaBottom" fmla="*/ 2847240 h 2846880"/>
              </a:gdLst>
              <a:ahLst/>
              <a:rect l="textAreaLeft" t="textAreaTop" r="textAreaRight" b="textAreaBottom"/>
              <a:pathLst>
                <a:path w="6161786" h="3796538">
                  <a:moveTo>
                    <a:pt x="8509" y="0"/>
                  </a:moveTo>
                  <a:lnTo>
                    <a:pt x="6153277" y="0"/>
                  </a:lnTo>
                  <a:cubicBezTo>
                    <a:pt x="6157976" y="0"/>
                    <a:pt x="6161786" y="3810"/>
                    <a:pt x="6161786" y="8509"/>
                  </a:cubicBezTo>
                  <a:lnTo>
                    <a:pt x="6161786" y="3788029"/>
                  </a:lnTo>
                  <a:cubicBezTo>
                    <a:pt x="6161786" y="3792728"/>
                    <a:pt x="6157976" y="3796538"/>
                    <a:pt x="6153277" y="3796538"/>
                  </a:cubicBezTo>
                  <a:lnTo>
                    <a:pt x="8509" y="3796538"/>
                  </a:lnTo>
                  <a:cubicBezTo>
                    <a:pt x="3810" y="3796538"/>
                    <a:pt x="0" y="3792728"/>
                    <a:pt x="0" y="3788029"/>
                  </a:cubicBezTo>
                  <a:lnTo>
                    <a:pt x="0" y="8509"/>
                  </a:lnTo>
                  <a:cubicBezTo>
                    <a:pt x="0" y="3810"/>
                    <a:pt x="3810" y="0"/>
                    <a:pt x="8509" y="0"/>
                  </a:cubicBezTo>
                  <a:moveTo>
                    <a:pt x="8509" y="16891"/>
                  </a:moveTo>
                  <a:lnTo>
                    <a:pt x="8509" y="8509"/>
                  </a:lnTo>
                  <a:lnTo>
                    <a:pt x="17018" y="8509"/>
                  </a:lnTo>
                  <a:lnTo>
                    <a:pt x="17018" y="3788029"/>
                  </a:lnTo>
                  <a:lnTo>
                    <a:pt x="8509" y="3788029"/>
                  </a:lnTo>
                  <a:lnTo>
                    <a:pt x="8509" y="3779520"/>
                  </a:lnTo>
                  <a:lnTo>
                    <a:pt x="6153277" y="3779520"/>
                  </a:lnTo>
                  <a:lnTo>
                    <a:pt x="6153277" y="3788029"/>
                  </a:lnTo>
                  <a:lnTo>
                    <a:pt x="6144768" y="3788029"/>
                  </a:lnTo>
                  <a:lnTo>
                    <a:pt x="6144768" y="8509"/>
                  </a:lnTo>
                  <a:lnTo>
                    <a:pt x="6153277" y="8509"/>
                  </a:lnTo>
                  <a:lnTo>
                    <a:pt x="6153277"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36" name="Group 20"/>
          <p:cNvGrpSpPr/>
          <p:nvPr/>
        </p:nvGrpSpPr>
        <p:grpSpPr>
          <a:xfrm>
            <a:off x="718920" y="2035440"/>
            <a:ext cx="4633560" cy="116280"/>
            <a:chOff x="718920" y="2035440"/>
            <a:chExt cx="4633560" cy="116280"/>
          </a:xfrm>
        </p:grpSpPr>
        <p:sp>
          <p:nvSpPr>
            <p:cNvPr id="1437" name="Freeform 21"/>
            <p:cNvSpPr/>
            <p:nvPr/>
          </p:nvSpPr>
          <p:spPr>
            <a:xfrm>
              <a:off x="731520" y="2048400"/>
              <a:ext cx="4608360" cy="91080"/>
            </a:xfrm>
            <a:custGeom>
              <a:avLst/>
              <a:gdLst>
                <a:gd name="textAreaLeft" fmla="*/ 0 w 4608360"/>
                <a:gd name="textAreaRight" fmla="*/ 4608720 w 4608360"/>
                <a:gd name="textAreaTop" fmla="*/ 0 h 91080"/>
                <a:gd name="textAreaBottom" fmla="*/ 91440 h 91080"/>
              </a:gdLst>
              <a:ahLst/>
              <a:rect l="textAreaLeft" t="textAreaTop" r="textAreaRight" b="textAreaBottom"/>
              <a:pathLst>
                <a:path w="6144768" h="121920">
                  <a:moveTo>
                    <a:pt x="0" y="0"/>
                  </a:moveTo>
                  <a:lnTo>
                    <a:pt x="6144768" y="0"/>
                  </a:lnTo>
                  <a:lnTo>
                    <a:pt x="6144768"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38" name="Freeform 22"/>
            <p:cNvSpPr/>
            <p:nvPr/>
          </p:nvSpPr>
          <p:spPr>
            <a:xfrm>
              <a:off x="718920" y="2035440"/>
              <a:ext cx="4633560" cy="116280"/>
            </a:xfrm>
            <a:custGeom>
              <a:avLst/>
              <a:gdLst>
                <a:gd name="textAreaLeft" fmla="*/ 0 w 4633560"/>
                <a:gd name="textAreaRight" fmla="*/ 4633920 w 4633560"/>
                <a:gd name="textAreaTop" fmla="*/ 0 h 116280"/>
                <a:gd name="textAreaBottom" fmla="*/ 116640 h 116280"/>
              </a:gdLst>
              <a:ahLst/>
              <a:rect l="textAreaLeft" t="textAreaTop" r="textAreaRight" b="textAreaBottom"/>
              <a:pathLst>
                <a:path w="6178550" h="155704">
                  <a:moveTo>
                    <a:pt x="16891" y="0"/>
                  </a:moveTo>
                  <a:lnTo>
                    <a:pt x="6161659" y="0"/>
                  </a:lnTo>
                  <a:cubicBezTo>
                    <a:pt x="6171057" y="0"/>
                    <a:pt x="6178550" y="7620"/>
                    <a:pt x="6178550" y="16891"/>
                  </a:cubicBezTo>
                  <a:lnTo>
                    <a:pt x="6178550" y="138811"/>
                  </a:lnTo>
                  <a:cubicBezTo>
                    <a:pt x="6178550" y="148209"/>
                    <a:pt x="6170930" y="155702"/>
                    <a:pt x="6161659"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6161659" y="121920"/>
                  </a:lnTo>
                  <a:lnTo>
                    <a:pt x="6161659" y="138811"/>
                  </a:lnTo>
                  <a:lnTo>
                    <a:pt x="6144768" y="138811"/>
                  </a:lnTo>
                  <a:lnTo>
                    <a:pt x="6144768" y="16891"/>
                  </a:lnTo>
                  <a:lnTo>
                    <a:pt x="6161659" y="16891"/>
                  </a:lnTo>
                  <a:lnTo>
                    <a:pt x="6161659"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439" name="Group 23"/>
          <p:cNvGrpSpPr/>
          <p:nvPr/>
        </p:nvGrpSpPr>
        <p:grpSpPr>
          <a:xfrm>
            <a:off x="951120" y="2216880"/>
            <a:ext cx="4169160" cy="708840"/>
            <a:chOff x="951120" y="2216880"/>
            <a:chExt cx="4169160" cy="708840"/>
          </a:xfrm>
        </p:grpSpPr>
        <p:sp>
          <p:nvSpPr>
            <p:cNvPr id="1440" name="Freeform 24"/>
            <p:cNvSpPr/>
            <p:nvPr/>
          </p:nvSpPr>
          <p:spPr>
            <a:xfrm>
              <a:off x="951120" y="2231280"/>
              <a:ext cx="4169160" cy="694440"/>
            </a:xfrm>
            <a:custGeom>
              <a:avLst/>
              <a:gdLst>
                <a:gd name="textAreaLeft" fmla="*/ 0 w 4169160"/>
                <a:gd name="textAreaRight" fmla="*/ 4169520 w 4169160"/>
                <a:gd name="textAreaTop" fmla="*/ 0 h 694440"/>
                <a:gd name="textAreaBottom" fmla="*/ 694800 h 694440"/>
              </a:gdLst>
              <a:ahLst/>
              <a:rect l="textAreaLeft" t="textAreaTop" r="textAreaRight" b="textAreaBottom"/>
              <a:pathLst>
                <a:path w="5559552" h="926592">
                  <a:moveTo>
                    <a:pt x="0" y="0"/>
                  </a:moveTo>
                  <a:lnTo>
                    <a:pt x="5559552" y="0"/>
                  </a:lnTo>
                  <a:lnTo>
                    <a:pt x="5559552" y="926592"/>
                  </a:lnTo>
                  <a:lnTo>
                    <a:pt x="0" y="926592"/>
                  </a:lnTo>
                  <a:close/>
                </a:path>
              </a:pathLst>
            </a:custGeom>
            <a:blipFill rotWithShape="0">
              <a:blip r:embed="rId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41" name="TextBox 25"/>
            <p:cNvSpPr/>
            <p:nvPr/>
          </p:nvSpPr>
          <p:spPr>
            <a:xfrm>
              <a:off x="951120" y="2216880"/>
              <a:ext cx="416916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f4a261"/>
                  </a:solidFill>
                  <a:latin typeface="Trebuchet MS Bold"/>
                  <a:ea typeface="Trebuchet MS Bold"/>
                </a:rPr>
                <a:t>Notebook and Data</a:t>
              </a:r>
              <a:endParaRPr b="0" lang="en-US" sz="2200" spc="-1" strike="noStrike">
                <a:solidFill>
                  <a:srgbClr val="ffffff"/>
                </a:solidFill>
                <a:latin typeface="Arial"/>
              </a:endParaRPr>
            </a:p>
          </p:txBody>
        </p:sp>
      </p:grpSp>
      <p:grpSp>
        <p:nvGrpSpPr>
          <p:cNvPr id="1442" name="Group 26"/>
          <p:cNvGrpSpPr/>
          <p:nvPr/>
        </p:nvGrpSpPr>
        <p:grpSpPr>
          <a:xfrm>
            <a:off x="951120" y="2903400"/>
            <a:ext cx="4169160" cy="693360"/>
            <a:chOff x="951120" y="2903400"/>
            <a:chExt cx="4169160" cy="693360"/>
          </a:xfrm>
        </p:grpSpPr>
        <p:sp>
          <p:nvSpPr>
            <p:cNvPr id="1443" name="Freeform 27"/>
            <p:cNvSpPr/>
            <p:nvPr/>
          </p:nvSpPr>
          <p:spPr>
            <a:xfrm>
              <a:off x="951120" y="2931840"/>
              <a:ext cx="4169160" cy="664920"/>
            </a:xfrm>
            <a:custGeom>
              <a:avLst/>
              <a:gdLst>
                <a:gd name="textAreaLeft" fmla="*/ 0 w 4169160"/>
                <a:gd name="textAreaRight" fmla="*/ 4169520 w 4169160"/>
                <a:gd name="textAreaTop" fmla="*/ 0 h 664920"/>
                <a:gd name="textAreaBottom" fmla="*/ 665280 h 664920"/>
              </a:gdLst>
              <a:ahLst/>
              <a:rect l="textAreaLeft" t="textAreaTop" r="textAreaRight" b="textAreaBottom"/>
              <a:pathLst>
                <a:path w="5559552" h="886892">
                  <a:moveTo>
                    <a:pt x="0" y="0"/>
                  </a:moveTo>
                  <a:lnTo>
                    <a:pt x="5559552" y="0"/>
                  </a:lnTo>
                  <a:lnTo>
                    <a:pt x="5559552" y="886892"/>
                  </a:lnTo>
                  <a:lnTo>
                    <a:pt x="0" y="886892"/>
                  </a:lnTo>
                  <a:close/>
                </a:path>
              </a:pathLst>
            </a:custGeom>
            <a:blipFill rotWithShape="0">
              <a:blip r:embed="rId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44" name="TextBox 28"/>
            <p:cNvSpPr/>
            <p:nvPr/>
          </p:nvSpPr>
          <p:spPr>
            <a:xfrm>
              <a:off x="951120" y="2903400"/>
              <a:ext cx="4169160" cy="693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github.com/ChantelleAA/gain_geoai_workshop</a:t>
              </a:r>
              <a:endParaRPr b="0" lang="en-US" sz="1900" spc="-1" strike="noStrike">
                <a:solidFill>
                  <a:srgbClr val="ffffff"/>
                </a:solidFill>
                <a:latin typeface="Arial"/>
              </a:endParaRPr>
            </a:p>
          </p:txBody>
        </p:sp>
      </p:grpSp>
      <p:grpSp>
        <p:nvGrpSpPr>
          <p:cNvPr id="1445" name="Group 29"/>
          <p:cNvGrpSpPr/>
          <p:nvPr/>
        </p:nvGrpSpPr>
        <p:grpSpPr>
          <a:xfrm>
            <a:off x="951120" y="3574080"/>
            <a:ext cx="4169160" cy="540360"/>
            <a:chOff x="951120" y="3574080"/>
            <a:chExt cx="4169160" cy="540360"/>
          </a:xfrm>
        </p:grpSpPr>
        <p:sp>
          <p:nvSpPr>
            <p:cNvPr id="1446" name="Freeform 30"/>
            <p:cNvSpPr/>
            <p:nvPr/>
          </p:nvSpPr>
          <p:spPr>
            <a:xfrm>
              <a:off x="951120" y="360288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47" name="TextBox 31"/>
            <p:cNvSpPr/>
            <p:nvPr/>
          </p:nvSpPr>
          <p:spPr>
            <a:xfrm>
              <a:off x="951120" y="357408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data.humdata.org</a:t>
              </a:r>
              <a:endParaRPr b="0" lang="en-US" sz="1900" spc="-1" strike="noStrike">
                <a:solidFill>
                  <a:srgbClr val="ffffff"/>
                </a:solidFill>
                <a:latin typeface="Arial"/>
              </a:endParaRPr>
            </a:p>
          </p:txBody>
        </p:sp>
      </p:grpSp>
      <p:grpSp>
        <p:nvGrpSpPr>
          <p:cNvPr id="1448" name="Group 32"/>
          <p:cNvGrpSpPr/>
          <p:nvPr/>
        </p:nvGrpSpPr>
        <p:grpSpPr>
          <a:xfrm>
            <a:off x="951120" y="4122720"/>
            <a:ext cx="4169160" cy="540360"/>
            <a:chOff x="951120" y="4122720"/>
            <a:chExt cx="4169160" cy="540360"/>
          </a:xfrm>
        </p:grpSpPr>
        <p:sp>
          <p:nvSpPr>
            <p:cNvPr id="1449" name="Freeform 33"/>
            <p:cNvSpPr/>
            <p:nvPr/>
          </p:nvSpPr>
          <p:spPr>
            <a:xfrm>
              <a:off x="951120" y="415152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50" name="TextBox 34"/>
            <p:cNvSpPr/>
            <p:nvPr/>
          </p:nvSpPr>
          <p:spPr>
            <a:xfrm>
              <a:off x="951120" y="412272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geoboundaries.org</a:t>
              </a:r>
              <a:endParaRPr b="0" lang="en-US" sz="1900" spc="-1" strike="noStrike">
                <a:solidFill>
                  <a:srgbClr val="ffffff"/>
                </a:solidFill>
                <a:latin typeface="Arial"/>
              </a:endParaRPr>
            </a:p>
          </p:txBody>
        </p:sp>
      </p:grpSp>
      <p:grpSp>
        <p:nvGrpSpPr>
          <p:cNvPr id="1451" name="Group 35"/>
          <p:cNvGrpSpPr/>
          <p:nvPr/>
        </p:nvGrpSpPr>
        <p:grpSpPr>
          <a:xfrm>
            <a:off x="5516640" y="2041920"/>
            <a:ext cx="4620960" cy="2846880"/>
            <a:chOff x="5516640" y="2041920"/>
            <a:chExt cx="4620960" cy="2846880"/>
          </a:xfrm>
        </p:grpSpPr>
        <p:sp>
          <p:nvSpPr>
            <p:cNvPr id="1452" name="Freeform 36"/>
            <p:cNvSpPr/>
            <p:nvPr/>
          </p:nvSpPr>
          <p:spPr>
            <a:xfrm>
              <a:off x="5523120" y="2048400"/>
              <a:ext cx="4608360" cy="2834280"/>
            </a:xfrm>
            <a:custGeom>
              <a:avLst/>
              <a:gdLst>
                <a:gd name="textAreaLeft" fmla="*/ 0 w 4608360"/>
                <a:gd name="textAreaRight" fmla="*/ 4608720 w 4608360"/>
                <a:gd name="textAreaTop" fmla="*/ 0 h 2834280"/>
                <a:gd name="textAreaBottom" fmla="*/ 2834640 h 2834280"/>
              </a:gdLst>
              <a:ahLst/>
              <a:rect l="textAreaLeft" t="textAreaTop" r="textAreaRight" b="textAreaBottom"/>
              <a:pathLst>
                <a:path w="6144768" h="3779520">
                  <a:moveTo>
                    <a:pt x="0" y="0"/>
                  </a:moveTo>
                  <a:lnTo>
                    <a:pt x="6144768" y="0"/>
                  </a:lnTo>
                  <a:lnTo>
                    <a:pt x="6144768" y="3779520"/>
                  </a:lnTo>
                  <a:lnTo>
                    <a:pt x="0" y="377952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3" name="Freeform 37"/>
            <p:cNvSpPr/>
            <p:nvPr/>
          </p:nvSpPr>
          <p:spPr>
            <a:xfrm>
              <a:off x="5516640" y="2041920"/>
              <a:ext cx="4620960" cy="2846880"/>
            </a:xfrm>
            <a:custGeom>
              <a:avLst/>
              <a:gdLst>
                <a:gd name="textAreaLeft" fmla="*/ 0 w 4620960"/>
                <a:gd name="textAreaRight" fmla="*/ 4621320 w 4620960"/>
                <a:gd name="textAreaTop" fmla="*/ 0 h 2846880"/>
                <a:gd name="textAreaBottom" fmla="*/ 2847240 h 2846880"/>
              </a:gdLst>
              <a:ahLst/>
              <a:rect l="textAreaLeft" t="textAreaTop" r="textAreaRight" b="textAreaBottom"/>
              <a:pathLst>
                <a:path w="6161786" h="3796538">
                  <a:moveTo>
                    <a:pt x="8509" y="0"/>
                  </a:moveTo>
                  <a:lnTo>
                    <a:pt x="6153277" y="0"/>
                  </a:lnTo>
                  <a:cubicBezTo>
                    <a:pt x="6157976" y="0"/>
                    <a:pt x="6161786" y="3810"/>
                    <a:pt x="6161786" y="8509"/>
                  </a:cubicBezTo>
                  <a:lnTo>
                    <a:pt x="6161786" y="3788029"/>
                  </a:lnTo>
                  <a:cubicBezTo>
                    <a:pt x="6161786" y="3792728"/>
                    <a:pt x="6157976" y="3796538"/>
                    <a:pt x="6153277" y="3796538"/>
                  </a:cubicBezTo>
                  <a:lnTo>
                    <a:pt x="8509" y="3796538"/>
                  </a:lnTo>
                  <a:cubicBezTo>
                    <a:pt x="3810" y="3796538"/>
                    <a:pt x="0" y="3792728"/>
                    <a:pt x="0" y="3788029"/>
                  </a:cubicBezTo>
                  <a:lnTo>
                    <a:pt x="0" y="8509"/>
                  </a:lnTo>
                  <a:cubicBezTo>
                    <a:pt x="0" y="3810"/>
                    <a:pt x="3810" y="0"/>
                    <a:pt x="8509" y="0"/>
                  </a:cubicBezTo>
                  <a:moveTo>
                    <a:pt x="8509" y="16891"/>
                  </a:moveTo>
                  <a:lnTo>
                    <a:pt x="8509" y="8509"/>
                  </a:lnTo>
                  <a:lnTo>
                    <a:pt x="17018" y="8509"/>
                  </a:lnTo>
                  <a:lnTo>
                    <a:pt x="17018" y="3788029"/>
                  </a:lnTo>
                  <a:lnTo>
                    <a:pt x="8509" y="3788029"/>
                  </a:lnTo>
                  <a:lnTo>
                    <a:pt x="8509" y="3779520"/>
                  </a:lnTo>
                  <a:lnTo>
                    <a:pt x="6153277" y="3779520"/>
                  </a:lnTo>
                  <a:lnTo>
                    <a:pt x="6153277" y="3788029"/>
                  </a:lnTo>
                  <a:lnTo>
                    <a:pt x="6144768" y="3788029"/>
                  </a:lnTo>
                  <a:lnTo>
                    <a:pt x="6144768" y="8509"/>
                  </a:lnTo>
                  <a:lnTo>
                    <a:pt x="6153277" y="8509"/>
                  </a:lnTo>
                  <a:lnTo>
                    <a:pt x="6153277"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54" name="Group 38"/>
          <p:cNvGrpSpPr/>
          <p:nvPr/>
        </p:nvGrpSpPr>
        <p:grpSpPr>
          <a:xfrm>
            <a:off x="5510160" y="2035440"/>
            <a:ext cx="4633560" cy="116280"/>
            <a:chOff x="5510160" y="2035440"/>
            <a:chExt cx="4633560" cy="116280"/>
          </a:xfrm>
        </p:grpSpPr>
        <p:sp>
          <p:nvSpPr>
            <p:cNvPr id="1455" name="Freeform 39"/>
            <p:cNvSpPr/>
            <p:nvPr/>
          </p:nvSpPr>
          <p:spPr>
            <a:xfrm>
              <a:off x="5523120" y="2048400"/>
              <a:ext cx="4608360" cy="91080"/>
            </a:xfrm>
            <a:custGeom>
              <a:avLst/>
              <a:gdLst>
                <a:gd name="textAreaLeft" fmla="*/ 0 w 4608360"/>
                <a:gd name="textAreaRight" fmla="*/ 4608720 w 4608360"/>
                <a:gd name="textAreaTop" fmla="*/ 0 h 91080"/>
                <a:gd name="textAreaBottom" fmla="*/ 91440 h 91080"/>
              </a:gdLst>
              <a:ahLst/>
              <a:rect l="textAreaLeft" t="textAreaTop" r="textAreaRight" b="textAreaBottom"/>
              <a:pathLst>
                <a:path w="6144768" h="121920">
                  <a:moveTo>
                    <a:pt x="0" y="0"/>
                  </a:moveTo>
                  <a:lnTo>
                    <a:pt x="6144768" y="0"/>
                  </a:lnTo>
                  <a:lnTo>
                    <a:pt x="6144768"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6" name="Freeform 40"/>
            <p:cNvSpPr/>
            <p:nvPr/>
          </p:nvSpPr>
          <p:spPr>
            <a:xfrm>
              <a:off x="5510160" y="2035440"/>
              <a:ext cx="4633560" cy="116280"/>
            </a:xfrm>
            <a:custGeom>
              <a:avLst/>
              <a:gdLst>
                <a:gd name="textAreaLeft" fmla="*/ 0 w 4633560"/>
                <a:gd name="textAreaRight" fmla="*/ 4633920 w 4633560"/>
                <a:gd name="textAreaTop" fmla="*/ 0 h 116280"/>
                <a:gd name="textAreaBottom" fmla="*/ 116640 h 116280"/>
              </a:gdLst>
              <a:ahLst/>
              <a:rect l="textAreaLeft" t="textAreaTop" r="textAreaRight" b="textAreaBottom"/>
              <a:pathLst>
                <a:path w="6178550" h="155704">
                  <a:moveTo>
                    <a:pt x="16891" y="0"/>
                  </a:moveTo>
                  <a:lnTo>
                    <a:pt x="6161659" y="0"/>
                  </a:lnTo>
                  <a:cubicBezTo>
                    <a:pt x="6171057" y="0"/>
                    <a:pt x="6178550" y="7620"/>
                    <a:pt x="6178550" y="16891"/>
                  </a:cubicBezTo>
                  <a:lnTo>
                    <a:pt x="6178550" y="138811"/>
                  </a:lnTo>
                  <a:cubicBezTo>
                    <a:pt x="6178550" y="148209"/>
                    <a:pt x="6170930" y="155702"/>
                    <a:pt x="6161659"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6161659" y="121920"/>
                  </a:lnTo>
                  <a:lnTo>
                    <a:pt x="6161659" y="138811"/>
                  </a:lnTo>
                  <a:lnTo>
                    <a:pt x="6144768" y="138811"/>
                  </a:lnTo>
                  <a:lnTo>
                    <a:pt x="6144768" y="16891"/>
                  </a:lnTo>
                  <a:lnTo>
                    <a:pt x="6161659" y="16891"/>
                  </a:lnTo>
                  <a:lnTo>
                    <a:pt x="6161659"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57" name="Group 41"/>
          <p:cNvGrpSpPr/>
          <p:nvPr/>
        </p:nvGrpSpPr>
        <p:grpSpPr>
          <a:xfrm>
            <a:off x="5742360" y="2216880"/>
            <a:ext cx="4169160" cy="708840"/>
            <a:chOff x="5742360" y="2216880"/>
            <a:chExt cx="4169160" cy="708840"/>
          </a:xfrm>
        </p:grpSpPr>
        <p:sp>
          <p:nvSpPr>
            <p:cNvPr id="1458" name="Freeform 42"/>
            <p:cNvSpPr/>
            <p:nvPr/>
          </p:nvSpPr>
          <p:spPr>
            <a:xfrm>
              <a:off x="5742360" y="2231280"/>
              <a:ext cx="4169160" cy="694440"/>
            </a:xfrm>
            <a:custGeom>
              <a:avLst/>
              <a:gdLst>
                <a:gd name="textAreaLeft" fmla="*/ 0 w 4169160"/>
                <a:gd name="textAreaRight" fmla="*/ 4169520 w 4169160"/>
                <a:gd name="textAreaTop" fmla="*/ 0 h 694440"/>
                <a:gd name="textAreaBottom" fmla="*/ 694800 h 694440"/>
              </a:gdLst>
              <a:ahLst/>
              <a:rect l="textAreaLeft" t="textAreaTop" r="textAreaRight" b="textAreaBottom"/>
              <a:pathLst>
                <a:path w="5559552" h="926592">
                  <a:moveTo>
                    <a:pt x="0" y="0"/>
                  </a:moveTo>
                  <a:lnTo>
                    <a:pt x="5559552" y="0"/>
                  </a:lnTo>
                  <a:lnTo>
                    <a:pt x="5559552" y="926592"/>
                  </a:lnTo>
                  <a:lnTo>
                    <a:pt x="0" y="926592"/>
                  </a:lnTo>
                  <a:close/>
                </a:path>
              </a:pathLst>
            </a:custGeom>
            <a:blipFill rotWithShape="0">
              <a:blip r:embed="rId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59" name="TextBox 43"/>
            <p:cNvSpPr/>
            <p:nvPr/>
          </p:nvSpPr>
          <p:spPr>
            <a:xfrm>
              <a:off x="5742360" y="2216880"/>
              <a:ext cx="416916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f4a261"/>
                  </a:solidFill>
                  <a:latin typeface="Trebuchet MS Bold"/>
                  <a:ea typeface="Trebuchet MS Bold"/>
                </a:rPr>
                <a:t>Go Deeper</a:t>
              </a:r>
              <a:endParaRPr b="0" lang="en-US" sz="2200" spc="-1" strike="noStrike">
                <a:solidFill>
                  <a:srgbClr val="ffffff"/>
                </a:solidFill>
                <a:latin typeface="Arial"/>
              </a:endParaRPr>
            </a:p>
          </p:txBody>
        </p:sp>
      </p:grpSp>
      <p:grpSp>
        <p:nvGrpSpPr>
          <p:cNvPr id="1460" name="Group 44"/>
          <p:cNvGrpSpPr/>
          <p:nvPr/>
        </p:nvGrpSpPr>
        <p:grpSpPr>
          <a:xfrm>
            <a:off x="5742360" y="3025440"/>
            <a:ext cx="4169160" cy="540360"/>
            <a:chOff x="5742360" y="3025440"/>
            <a:chExt cx="4169160" cy="540360"/>
          </a:xfrm>
        </p:grpSpPr>
        <p:sp>
          <p:nvSpPr>
            <p:cNvPr id="1461" name="Freeform 45"/>
            <p:cNvSpPr/>
            <p:nvPr/>
          </p:nvSpPr>
          <p:spPr>
            <a:xfrm>
              <a:off x="5742360" y="305424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62" name="TextBox 46"/>
            <p:cNvSpPr/>
            <p:nvPr/>
          </p:nvSpPr>
          <p:spPr>
            <a:xfrm>
              <a:off x="5742360" y="302544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geopandas.org</a:t>
              </a:r>
              <a:endParaRPr b="0" lang="en-US" sz="1900" spc="-1" strike="noStrike">
                <a:solidFill>
                  <a:srgbClr val="ffffff"/>
                </a:solidFill>
                <a:latin typeface="Arial"/>
              </a:endParaRPr>
            </a:p>
          </p:txBody>
        </p:sp>
      </p:grpSp>
      <p:grpSp>
        <p:nvGrpSpPr>
          <p:cNvPr id="1463" name="Group 47"/>
          <p:cNvGrpSpPr/>
          <p:nvPr/>
        </p:nvGrpSpPr>
        <p:grpSpPr>
          <a:xfrm>
            <a:off x="5742360" y="3574080"/>
            <a:ext cx="4169160" cy="540360"/>
            <a:chOff x="5742360" y="3574080"/>
            <a:chExt cx="4169160" cy="540360"/>
          </a:xfrm>
        </p:grpSpPr>
        <p:sp>
          <p:nvSpPr>
            <p:cNvPr id="1464" name="Freeform 48"/>
            <p:cNvSpPr/>
            <p:nvPr/>
          </p:nvSpPr>
          <p:spPr>
            <a:xfrm>
              <a:off x="5742360" y="360288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65" name="TextBox 49"/>
            <p:cNvSpPr/>
            <p:nvPr/>
          </p:nvSpPr>
          <p:spPr>
            <a:xfrm>
              <a:off x="5742360" y="357408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Spatial Data Science — Gimond (free)</a:t>
              </a:r>
              <a:endParaRPr b="0" lang="en-US" sz="1900" spc="-1" strike="noStrike">
                <a:solidFill>
                  <a:srgbClr val="ffffff"/>
                </a:solidFill>
                <a:latin typeface="Arial"/>
              </a:endParaRPr>
            </a:p>
          </p:txBody>
        </p:sp>
      </p:grpSp>
      <p:grpSp>
        <p:nvGrpSpPr>
          <p:cNvPr id="1466" name="Group 50"/>
          <p:cNvGrpSpPr/>
          <p:nvPr/>
        </p:nvGrpSpPr>
        <p:grpSpPr>
          <a:xfrm>
            <a:off x="5742360" y="4122720"/>
            <a:ext cx="4169160" cy="540360"/>
            <a:chOff x="5742360" y="4122720"/>
            <a:chExt cx="4169160" cy="540360"/>
          </a:xfrm>
        </p:grpSpPr>
        <p:sp>
          <p:nvSpPr>
            <p:cNvPr id="1467" name="Freeform 51"/>
            <p:cNvSpPr/>
            <p:nvPr/>
          </p:nvSpPr>
          <p:spPr>
            <a:xfrm>
              <a:off x="5742360" y="415152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1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68" name="TextBox 52"/>
            <p:cNvSpPr/>
            <p:nvPr/>
          </p:nvSpPr>
          <p:spPr>
            <a:xfrm>
              <a:off x="5742360" y="412272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Fast.ai Practical Deep Learning</a:t>
              </a:r>
              <a:endParaRPr b="0" lang="en-US" sz="1900" spc="-1" strike="noStrike">
                <a:solidFill>
                  <a:srgbClr val="ffffff"/>
                </a:solidFill>
                <a:latin typeface="Arial"/>
              </a:endParaRPr>
            </a:p>
          </p:txBody>
        </p:sp>
      </p:grpSp>
      <p:grpSp>
        <p:nvGrpSpPr>
          <p:cNvPr id="1469" name="Group 53"/>
          <p:cNvGrpSpPr/>
          <p:nvPr/>
        </p:nvGrpSpPr>
        <p:grpSpPr>
          <a:xfrm>
            <a:off x="725040" y="5059440"/>
            <a:ext cx="4620960" cy="2846880"/>
            <a:chOff x="725040" y="5059440"/>
            <a:chExt cx="4620960" cy="2846880"/>
          </a:xfrm>
        </p:grpSpPr>
        <p:sp>
          <p:nvSpPr>
            <p:cNvPr id="1470" name="Freeform 54"/>
            <p:cNvSpPr/>
            <p:nvPr/>
          </p:nvSpPr>
          <p:spPr>
            <a:xfrm>
              <a:off x="731520" y="5065920"/>
              <a:ext cx="4608360" cy="2834280"/>
            </a:xfrm>
            <a:custGeom>
              <a:avLst/>
              <a:gdLst>
                <a:gd name="textAreaLeft" fmla="*/ 0 w 4608360"/>
                <a:gd name="textAreaRight" fmla="*/ 4608720 w 4608360"/>
                <a:gd name="textAreaTop" fmla="*/ 0 h 2834280"/>
                <a:gd name="textAreaBottom" fmla="*/ 2834640 h 2834280"/>
              </a:gdLst>
              <a:ahLst/>
              <a:rect l="textAreaLeft" t="textAreaTop" r="textAreaRight" b="textAreaBottom"/>
              <a:pathLst>
                <a:path w="6144768" h="3779520">
                  <a:moveTo>
                    <a:pt x="0" y="0"/>
                  </a:moveTo>
                  <a:lnTo>
                    <a:pt x="6144768" y="0"/>
                  </a:lnTo>
                  <a:lnTo>
                    <a:pt x="6144768" y="3779520"/>
                  </a:lnTo>
                  <a:lnTo>
                    <a:pt x="0" y="377952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71" name="Freeform 55"/>
            <p:cNvSpPr/>
            <p:nvPr/>
          </p:nvSpPr>
          <p:spPr>
            <a:xfrm>
              <a:off x="725040" y="5059440"/>
              <a:ext cx="4620960" cy="2846880"/>
            </a:xfrm>
            <a:custGeom>
              <a:avLst/>
              <a:gdLst>
                <a:gd name="textAreaLeft" fmla="*/ 0 w 4620960"/>
                <a:gd name="textAreaRight" fmla="*/ 4621320 w 4620960"/>
                <a:gd name="textAreaTop" fmla="*/ 0 h 2846880"/>
                <a:gd name="textAreaBottom" fmla="*/ 2847240 h 2846880"/>
              </a:gdLst>
              <a:ahLst/>
              <a:rect l="textAreaLeft" t="textAreaTop" r="textAreaRight" b="textAreaBottom"/>
              <a:pathLst>
                <a:path w="6161786" h="3796538">
                  <a:moveTo>
                    <a:pt x="8509" y="0"/>
                  </a:moveTo>
                  <a:lnTo>
                    <a:pt x="6153277" y="0"/>
                  </a:lnTo>
                  <a:cubicBezTo>
                    <a:pt x="6157976" y="0"/>
                    <a:pt x="6161786" y="3810"/>
                    <a:pt x="6161786" y="8509"/>
                  </a:cubicBezTo>
                  <a:lnTo>
                    <a:pt x="6161786" y="3788029"/>
                  </a:lnTo>
                  <a:cubicBezTo>
                    <a:pt x="6161786" y="3792728"/>
                    <a:pt x="6157976" y="3796538"/>
                    <a:pt x="6153277" y="3796538"/>
                  </a:cubicBezTo>
                  <a:lnTo>
                    <a:pt x="8509" y="3796538"/>
                  </a:lnTo>
                  <a:cubicBezTo>
                    <a:pt x="3810" y="3796538"/>
                    <a:pt x="0" y="3792728"/>
                    <a:pt x="0" y="3788029"/>
                  </a:cubicBezTo>
                  <a:lnTo>
                    <a:pt x="0" y="8509"/>
                  </a:lnTo>
                  <a:cubicBezTo>
                    <a:pt x="0" y="3810"/>
                    <a:pt x="3810" y="0"/>
                    <a:pt x="8509" y="0"/>
                  </a:cubicBezTo>
                  <a:moveTo>
                    <a:pt x="8509" y="16891"/>
                  </a:moveTo>
                  <a:lnTo>
                    <a:pt x="8509" y="8509"/>
                  </a:lnTo>
                  <a:lnTo>
                    <a:pt x="17018" y="8509"/>
                  </a:lnTo>
                  <a:lnTo>
                    <a:pt x="17018" y="3788029"/>
                  </a:lnTo>
                  <a:lnTo>
                    <a:pt x="8509" y="3788029"/>
                  </a:lnTo>
                  <a:lnTo>
                    <a:pt x="8509" y="3779520"/>
                  </a:lnTo>
                  <a:lnTo>
                    <a:pt x="6153277" y="3779520"/>
                  </a:lnTo>
                  <a:lnTo>
                    <a:pt x="6153277" y="3788029"/>
                  </a:lnTo>
                  <a:lnTo>
                    <a:pt x="6144768" y="3788029"/>
                  </a:lnTo>
                  <a:lnTo>
                    <a:pt x="6144768" y="8509"/>
                  </a:lnTo>
                  <a:lnTo>
                    <a:pt x="6153277" y="8509"/>
                  </a:lnTo>
                  <a:lnTo>
                    <a:pt x="6153277"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72" name="Group 56"/>
          <p:cNvGrpSpPr/>
          <p:nvPr/>
        </p:nvGrpSpPr>
        <p:grpSpPr>
          <a:xfrm>
            <a:off x="718920" y="5052960"/>
            <a:ext cx="4633560" cy="116280"/>
            <a:chOff x="718920" y="5052960"/>
            <a:chExt cx="4633560" cy="116280"/>
          </a:xfrm>
        </p:grpSpPr>
        <p:sp>
          <p:nvSpPr>
            <p:cNvPr id="1473" name="Freeform 57"/>
            <p:cNvSpPr/>
            <p:nvPr/>
          </p:nvSpPr>
          <p:spPr>
            <a:xfrm>
              <a:off x="731520" y="5065920"/>
              <a:ext cx="4608360" cy="91080"/>
            </a:xfrm>
            <a:custGeom>
              <a:avLst/>
              <a:gdLst>
                <a:gd name="textAreaLeft" fmla="*/ 0 w 4608360"/>
                <a:gd name="textAreaRight" fmla="*/ 4608720 w 4608360"/>
                <a:gd name="textAreaTop" fmla="*/ 0 h 91080"/>
                <a:gd name="textAreaBottom" fmla="*/ 91440 h 91080"/>
              </a:gdLst>
              <a:ahLst/>
              <a:rect l="textAreaLeft" t="textAreaTop" r="textAreaRight" b="textAreaBottom"/>
              <a:pathLst>
                <a:path w="6144768" h="121920">
                  <a:moveTo>
                    <a:pt x="0" y="0"/>
                  </a:moveTo>
                  <a:lnTo>
                    <a:pt x="6144768" y="0"/>
                  </a:lnTo>
                  <a:lnTo>
                    <a:pt x="6144768" y="121920"/>
                  </a:lnTo>
                  <a:lnTo>
                    <a:pt x="0" y="121920"/>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74" name="Freeform 58"/>
            <p:cNvSpPr/>
            <p:nvPr/>
          </p:nvSpPr>
          <p:spPr>
            <a:xfrm>
              <a:off x="718920" y="5052960"/>
              <a:ext cx="4633560" cy="116280"/>
            </a:xfrm>
            <a:custGeom>
              <a:avLst/>
              <a:gdLst>
                <a:gd name="textAreaLeft" fmla="*/ 0 w 4633560"/>
                <a:gd name="textAreaRight" fmla="*/ 4633920 w 4633560"/>
                <a:gd name="textAreaTop" fmla="*/ 0 h 116280"/>
                <a:gd name="textAreaBottom" fmla="*/ 116640 h 116280"/>
              </a:gdLst>
              <a:ahLst/>
              <a:rect l="textAreaLeft" t="textAreaTop" r="textAreaRight" b="textAreaBottom"/>
              <a:pathLst>
                <a:path w="6178550" h="155704">
                  <a:moveTo>
                    <a:pt x="16891" y="0"/>
                  </a:moveTo>
                  <a:lnTo>
                    <a:pt x="6161659" y="0"/>
                  </a:lnTo>
                  <a:cubicBezTo>
                    <a:pt x="6171057" y="0"/>
                    <a:pt x="6178550" y="7620"/>
                    <a:pt x="6178550" y="16891"/>
                  </a:cubicBezTo>
                  <a:lnTo>
                    <a:pt x="6178550" y="138811"/>
                  </a:lnTo>
                  <a:cubicBezTo>
                    <a:pt x="6178550" y="148209"/>
                    <a:pt x="6170930" y="155702"/>
                    <a:pt x="6161659"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6161659" y="121920"/>
                  </a:lnTo>
                  <a:lnTo>
                    <a:pt x="6161659" y="138811"/>
                  </a:lnTo>
                  <a:lnTo>
                    <a:pt x="6144768" y="138811"/>
                  </a:lnTo>
                  <a:lnTo>
                    <a:pt x="6144768" y="16891"/>
                  </a:lnTo>
                  <a:lnTo>
                    <a:pt x="6161659" y="16891"/>
                  </a:lnTo>
                  <a:lnTo>
                    <a:pt x="6161659" y="33909"/>
                  </a:lnTo>
                  <a:lnTo>
                    <a:pt x="16891" y="33909"/>
                  </a:lnTo>
                  <a:close/>
                </a:path>
              </a:pathLst>
            </a:custGeom>
            <a:solidFill>
              <a:srgbClr val="f4a261"/>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475" name="Group 59"/>
          <p:cNvGrpSpPr/>
          <p:nvPr/>
        </p:nvGrpSpPr>
        <p:grpSpPr>
          <a:xfrm>
            <a:off x="951120" y="5234400"/>
            <a:ext cx="4169160" cy="708840"/>
            <a:chOff x="951120" y="5234400"/>
            <a:chExt cx="4169160" cy="708840"/>
          </a:xfrm>
        </p:grpSpPr>
        <p:sp>
          <p:nvSpPr>
            <p:cNvPr id="1476" name="Freeform 60"/>
            <p:cNvSpPr/>
            <p:nvPr/>
          </p:nvSpPr>
          <p:spPr>
            <a:xfrm>
              <a:off x="951120" y="5248800"/>
              <a:ext cx="4169160" cy="694440"/>
            </a:xfrm>
            <a:custGeom>
              <a:avLst/>
              <a:gdLst>
                <a:gd name="textAreaLeft" fmla="*/ 0 w 4169160"/>
                <a:gd name="textAreaRight" fmla="*/ 4169520 w 4169160"/>
                <a:gd name="textAreaTop" fmla="*/ 0 h 694440"/>
                <a:gd name="textAreaBottom" fmla="*/ 694800 h 694440"/>
              </a:gdLst>
              <a:ahLst/>
              <a:rect l="textAreaLeft" t="textAreaTop" r="textAreaRight" b="textAreaBottom"/>
              <a:pathLst>
                <a:path w="5559552" h="926592">
                  <a:moveTo>
                    <a:pt x="0" y="0"/>
                  </a:moveTo>
                  <a:lnTo>
                    <a:pt x="5559552" y="0"/>
                  </a:lnTo>
                  <a:lnTo>
                    <a:pt x="5559552" y="926592"/>
                  </a:lnTo>
                  <a:lnTo>
                    <a:pt x="0" y="926592"/>
                  </a:lnTo>
                  <a:close/>
                </a:path>
              </a:pathLst>
            </a:custGeom>
            <a:blipFill rotWithShape="0">
              <a:blip r:embed="rId1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77" name="TextBox 61"/>
            <p:cNvSpPr/>
            <p:nvPr/>
          </p:nvSpPr>
          <p:spPr>
            <a:xfrm>
              <a:off x="951120" y="5234400"/>
              <a:ext cx="416916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f4a261"/>
                  </a:solidFill>
                  <a:latin typeface="Trebuchet MS Bold"/>
                  <a:ea typeface="Trebuchet MS Bold"/>
                </a:rPr>
                <a:t>Extend the Project</a:t>
              </a:r>
              <a:endParaRPr b="0" lang="en-US" sz="2200" spc="-1" strike="noStrike">
                <a:solidFill>
                  <a:srgbClr val="ffffff"/>
                </a:solidFill>
                <a:latin typeface="Arial"/>
              </a:endParaRPr>
            </a:p>
          </p:txBody>
        </p:sp>
      </p:grpSp>
      <p:grpSp>
        <p:nvGrpSpPr>
          <p:cNvPr id="1478" name="Group 62"/>
          <p:cNvGrpSpPr/>
          <p:nvPr/>
        </p:nvGrpSpPr>
        <p:grpSpPr>
          <a:xfrm>
            <a:off x="951120" y="6042960"/>
            <a:ext cx="4169160" cy="540360"/>
            <a:chOff x="951120" y="6042960"/>
            <a:chExt cx="4169160" cy="540360"/>
          </a:xfrm>
        </p:grpSpPr>
        <p:sp>
          <p:nvSpPr>
            <p:cNvPr id="1479" name="Freeform 63"/>
            <p:cNvSpPr/>
            <p:nvPr/>
          </p:nvSpPr>
          <p:spPr>
            <a:xfrm>
              <a:off x="951120" y="607176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12">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80" name="TextBox 64"/>
            <p:cNvSpPr/>
            <p:nvPr/>
          </p:nvSpPr>
          <p:spPr>
            <a:xfrm>
              <a:off x="951120" y="604296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Notebook 02: add population context</a:t>
              </a:r>
              <a:endParaRPr b="0" lang="en-US" sz="1900" spc="-1" strike="noStrike">
                <a:solidFill>
                  <a:srgbClr val="ffffff"/>
                </a:solidFill>
                <a:latin typeface="Arial"/>
              </a:endParaRPr>
            </a:p>
          </p:txBody>
        </p:sp>
      </p:grpSp>
      <p:grpSp>
        <p:nvGrpSpPr>
          <p:cNvPr id="1481" name="Group 65"/>
          <p:cNvGrpSpPr/>
          <p:nvPr/>
        </p:nvGrpSpPr>
        <p:grpSpPr>
          <a:xfrm>
            <a:off x="951120" y="6591600"/>
            <a:ext cx="4169160" cy="540360"/>
            <a:chOff x="951120" y="6591600"/>
            <a:chExt cx="4169160" cy="540360"/>
          </a:xfrm>
        </p:grpSpPr>
        <p:sp>
          <p:nvSpPr>
            <p:cNvPr id="1482" name="Freeform 66"/>
            <p:cNvSpPr/>
            <p:nvPr/>
          </p:nvSpPr>
          <p:spPr>
            <a:xfrm>
              <a:off x="951120" y="662040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13">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83" name="TextBox 67"/>
            <p:cNvSpPr/>
            <p:nvPr/>
          </p:nvSpPr>
          <p:spPr>
            <a:xfrm>
              <a:off x="951120" y="659160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Swap rice for another commodity</a:t>
              </a:r>
              <a:endParaRPr b="0" lang="en-US" sz="1900" spc="-1" strike="noStrike">
                <a:solidFill>
                  <a:srgbClr val="ffffff"/>
                </a:solidFill>
                <a:latin typeface="Arial"/>
              </a:endParaRPr>
            </a:p>
          </p:txBody>
        </p:sp>
      </p:grpSp>
      <p:grpSp>
        <p:nvGrpSpPr>
          <p:cNvPr id="1484" name="Group 68"/>
          <p:cNvGrpSpPr/>
          <p:nvPr/>
        </p:nvGrpSpPr>
        <p:grpSpPr>
          <a:xfrm>
            <a:off x="951120" y="7140240"/>
            <a:ext cx="4169160" cy="540360"/>
            <a:chOff x="951120" y="7140240"/>
            <a:chExt cx="4169160" cy="540360"/>
          </a:xfrm>
        </p:grpSpPr>
        <p:sp>
          <p:nvSpPr>
            <p:cNvPr id="1485" name="Freeform 69"/>
            <p:cNvSpPr/>
            <p:nvPr/>
          </p:nvSpPr>
          <p:spPr>
            <a:xfrm>
              <a:off x="951120" y="716904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14">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86" name="TextBox 70"/>
            <p:cNvSpPr/>
            <p:nvPr/>
          </p:nvSpPr>
          <p:spPr>
            <a:xfrm>
              <a:off x="951120" y="714024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Deploy the Gradio app publicly</a:t>
              </a:r>
              <a:endParaRPr b="0" lang="en-US" sz="1900" spc="-1" strike="noStrike">
                <a:solidFill>
                  <a:srgbClr val="ffffff"/>
                </a:solidFill>
                <a:latin typeface="Arial"/>
              </a:endParaRPr>
            </a:p>
          </p:txBody>
        </p:sp>
      </p:grpSp>
      <p:grpSp>
        <p:nvGrpSpPr>
          <p:cNvPr id="1487" name="Group 71"/>
          <p:cNvGrpSpPr/>
          <p:nvPr/>
        </p:nvGrpSpPr>
        <p:grpSpPr>
          <a:xfrm>
            <a:off x="5516640" y="5059440"/>
            <a:ext cx="4620960" cy="2846880"/>
            <a:chOff x="5516640" y="5059440"/>
            <a:chExt cx="4620960" cy="2846880"/>
          </a:xfrm>
        </p:grpSpPr>
        <p:sp>
          <p:nvSpPr>
            <p:cNvPr id="1488" name="Freeform 72"/>
            <p:cNvSpPr/>
            <p:nvPr/>
          </p:nvSpPr>
          <p:spPr>
            <a:xfrm>
              <a:off x="5523120" y="5065920"/>
              <a:ext cx="4608360" cy="2834280"/>
            </a:xfrm>
            <a:custGeom>
              <a:avLst/>
              <a:gdLst>
                <a:gd name="textAreaLeft" fmla="*/ 0 w 4608360"/>
                <a:gd name="textAreaRight" fmla="*/ 4608720 w 4608360"/>
                <a:gd name="textAreaTop" fmla="*/ 0 h 2834280"/>
                <a:gd name="textAreaBottom" fmla="*/ 2834640 h 2834280"/>
              </a:gdLst>
              <a:ahLst/>
              <a:rect l="textAreaLeft" t="textAreaTop" r="textAreaRight" b="textAreaBottom"/>
              <a:pathLst>
                <a:path w="6144768" h="3779520">
                  <a:moveTo>
                    <a:pt x="0" y="0"/>
                  </a:moveTo>
                  <a:lnTo>
                    <a:pt x="6144768" y="0"/>
                  </a:lnTo>
                  <a:lnTo>
                    <a:pt x="6144768" y="3779520"/>
                  </a:lnTo>
                  <a:lnTo>
                    <a:pt x="0" y="3779520"/>
                  </a:lnTo>
                  <a:close/>
                </a:path>
              </a:pathLst>
            </a:custGeom>
            <a:solidFill>
              <a:srgbClr val="1e3a5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89" name="Freeform 73"/>
            <p:cNvSpPr/>
            <p:nvPr/>
          </p:nvSpPr>
          <p:spPr>
            <a:xfrm>
              <a:off x="5516640" y="5059440"/>
              <a:ext cx="4620960" cy="2846880"/>
            </a:xfrm>
            <a:custGeom>
              <a:avLst/>
              <a:gdLst>
                <a:gd name="textAreaLeft" fmla="*/ 0 w 4620960"/>
                <a:gd name="textAreaRight" fmla="*/ 4621320 w 4620960"/>
                <a:gd name="textAreaTop" fmla="*/ 0 h 2846880"/>
                <a:gd name="textAreaBottom" fmla="*/ 2847240 h 2846880"/>
              </a:gdLst>
              <a:ahLst/>
              <a:rect l="textAreaLeft" t="textAreaTop" r="textAreaRight" b="textAreaBottom"/>
              <a:pathLst>
                <a:path w="6161786" h="3796538">
                  <a:moveTo>
                    <a:pt x="8509" y="0"/>
                  </a:moveTo>
                  <a:lnTo>
                    <a:pt x="6153277" y="0"/>
                  </a:lnTo>
                  <a:cubicBezTo>
                    <a:pt x="6157976" y="0"/>
                    <a:pt x="6161786" y="3810"/>
                    <a:pt x="6161786" y="8509"/>
                  </a:cubicBezTo>
                  <a:lnTo>
                    <a:pt x="6161786" y="3788029"/>
                  </a:lnTo>
                  <a:cubicBezTo>
                    <a:pt x="6161786" y="3792728"/>
                    <a:pt x="6157976" y="3796538"/>
                    <a:pt x="6153277" y="3796538"/>
                  </a:cubicBezTo>
                  <a:lnTo>
                    <a:pt x="8509" y="3796538"/>
                  </a:lnTo>
                  <a:cubicBezTo>
                    <a:pt x="3810" y="3796538"/>
                    <a:pt x="0" y="3792728"/>
                    <a:pt x="0" y="3788029"/>
                  </a:cubicBezTo>
                  <a:lnTo>
                    <a:pt x="0" y="8509"/>
                  </a:lnTo>
                  <a:cubicBezTo>
                    <a:pt x="0" y="3810"/>
                    <a:pt x="3810" y="0"/>
                    <a:pt x="8509" y="0"/>
                  </a:cubicBezTo>
                  <a:moveTo>
                    <a:pt x="8509" y="16891"/>
                  </a:moveTo>
                  <a:lnTo>
                    <a:pt x="8509" y="8509"/>
                  </a:lnTo>
                  <a:lnTo>
                    <a:pt x="17018" y="8509"/>
                  </a:lnTo>
                  <a:lnTo>
                    <a:pt x="17018" y="3788029"/>
                  </a:lnTo>
                  <a:lnTo>
                    <a:pt x="8509" y="3788029"/>
                  </a:lnTo>
                  <a:lnTo>
                    <a:pt x="8509" y="3779520"/>
                  </a:lnTo>
                  <a:lnTo>
                    <a:pt x="6153277" y="3779520"/>
                  </a:lnTo>
                  <a:lnTo>
                    <a:pt x="6153277" y="3788029"/>
                  </a:lnTo>
                  <a:lnTo>
                    <a:pt x="6144768" y="3788029"/>
                  </a:lnTo>
                  <a:lnTo>
                    <a:pt x="6144768" y="8509"/>
                  </a:lnTo>
                  <a:lnTo>
                    <a:pt x="6153277" y="8509"/>
                  </a:lnTo>
                  <a:lnTo>
                    <a:pt x="6153277" y="17018"/>
                  </a:lnTo>
                  <a:lnTo>
                    <a:pt x="8509" y="17018"/>
                  </a:lnTo>
                  <a:close/>
                </a:path>
              </a:pathLst>
            </a:custGeom>
            <a:solidFill>
              <a:srgbClr val="2a507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90" name="Group 74"/>
          <p:cNvGrpSpPr/>
          <p:nvPr/>
        </p:nvGrpSpPr>
        <p:grpSpPr>
          <a:xfrm>
            <a:off x="5510160" y="5052960"/>
            <a:ext cx="4633560" cy="116280"/>
            <a:chOff x="5510160" y="5052960"/>
            <a:chExt cx="4633560" cy="116280"/>
          </a:xfrm>
        </p:grpSpPr>
        <p:sp>
          <p:nvSpPr>
            <p:cNvPr id="1491" name="Freeform 75"/>
            <p:cNvSpPr/>
            <p:nvPr/>
          </p:nvSpPr>
          <p:spPr>
            <a:xfrm>
              <a:off x="5523120" y="5065920"/>
              <a:ext cx="4608360" cy="91080"/>
            </a:xfrm>
            <a:custGeom>
              <a:avLst/>
              <a:gdLst>
                <a:gd name="textAreaLeft" fmla="*/ 0 w 4608360"/>
                <a:gd name="textAreaRight" fmla="*/ 4608720 w 4608360"/>
                <a:gd name="textAreaTop" fmla="*/ 0 h 91080"/>
                <a:gd name="textAreaBottom" fmla="*/ 91440 h 91080"/>
              </a:gdLst>
              <a:ahLst/>
              <a:rect l="textAreaLeft" t="textAreaTop" r="textAreaRight" b="textAreaBottom"/>
              <a:pathLst>
                <a:path w="6144768" h="121920">
                  <a:moveTo>
                    <a:pt x="0" y="0"/>
                  </a:moveTo>
                  <a:lnTo>
                    <a:pt x="6144768" y="0"/>
                  </a:lnTo>
                  <a:lnTo>
                    <a:pt x="6144768" y="121920"/>
                  </a:lnTo>
                  <a:lnTo>
                    <a:pt x="0" y="121920"/>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2" name="Freeform 76"/>
            <p:cNvSpPr/>
            <p:nvPr/>
          </p:nvSpPr>
          <p:spPr>
            <a:xfrm>
              <a:off x="5510160" y="5052960"/>
              <a:ext cx="4633560" cy="116280"/>
            </a:xfrm>
            <a:custGeom>
              <a:avLst/>
              <a:gdLst>
                <a:gd name="textAreaLeft" fmla="*/ 0 w 4633560"/>
                <a:gd name="textAreaRight" fmla="*/ 4633920 w 4633560"/>
                <a:gd name="textAreaTop" fmla="*/ 0 h 116280"/>
                <a:gd name="textAreaBottom" fmla="*/ 116640 h 116280"/>
              </a:gdLst>
              <a:ahLst/>
              <a:rect l="textAreaLeft" t="textAreaTop" r="textAreaRight" b="textAreaBottom"/>
              <a:pathLst>
                <a:path w="6178550" h="155704">
                  <a:moveTo>
                    <a:pt x="16891" y="0"/>
                  </a:moveTo>
                  <a:lnTo>
                    <a:pt x="6161659" y="0"/>
                  </a:lnTo>
                  <a:cubicBezTo>
                    <a:pt x="6171057" y="0"/>
                    <a:pt x="6178550" y="7620"/>
                    <a:pt x="6178550" y="16891"/>
                  </a:cubicBezTo>
                  <a:lnTo>
                    <a:pt x="6178550" y="138811"/>
                  </a:lnTo>
                  <a:cubicBezTo>
                    <a:pt x="6178550" y="148209"/>
                    <a:pt x="6170930" y="155702"/>
                    <a:pt x="6161659"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6161659" y="121920"/>
                  </a:lnTo>
                  <a:lnTo>
                    <a:pt x="6161659" y="138811"/>
                  </a:lnTo>
                  <a:lnTo>
                    <a:pt x="6144768" y="138811"/>
                  </a:lnTo>
                  <a:lnTo>
                    <a:pt x="6144768" y="16891"/>
                  </a:lnTo>
                  <a:lnTo>
                    <a:pt x="6161659" y="16891"/>
                  </a:lnTo>
                  <a:lnTo>
                    <a:pt x="6161659" y="33909"/>
                  </a:lnTo>
                  <a:lnTo>
                    <a:pt x="16891" y="33909"/>
                  </a:lnTo>
                  <a:close/>
                </a:path>
              </a:pathLst>
            </a:custGeom>
            <a:solidFill>
              <a:srgbClr val="2a9d8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493" name="Group 77"/>
          <p:cNvGrpSpPr/>
          <p:nvPr/>
        </p:nvGrpSpPr>
        <p:grpSpPr>
          <a:xfrm>
            <a:off x="5742360" y="5234400"/>
            <a:ext cx="4169160" cy="708840"/>
            <a:chOff x="5742360" y="5234400"/>
            <a:chExt cx="4169160" cy="708840"/>
          </a:xfrm>
        </p:grpSpPr>
        <p:sp>
          <p:nvSpPr>
            <p:cNvPr id="1494" name="Freeform 78"/>
            <p:cNvSpPr/>
            <p:nvPr/>
          </p:nvSpPr>
          <p:spPr>
            <a:xfrm>
              <a:off x="5742360" y="5248800"/>
              <a:ext cx="4169160" cy="694440"/>
            </a:xfrm>
            <a:custGeom>
              <a:avLst/>
              <a:gdLst>
                <a:gd name="textAreaLeft" fmla="*/ 0 w 4169160"/>
                <a:gd name="textAreaRight" fmla="*/ 4169520 w 4169160"/>
                <a:gd name="textAreaTop" fmla="*/ 0 h 694440"/>
                <a:gd name="textAreaBottom" fmla="*/ 694800 h 694440"/>
              </a:gdLst>
              <a:ahLst/>
              <a:rect l="textAreaLeft" t="textAreaTop" r="textAreaRight" b="textAreaBottom"/>
              <a:pathLst>
                <a:path w="5559552" h="926592">
                  <a:moveTo>
                    <a:pt x="0" y="0"/>
                  </a:moveTo>
                  <a:lnTo>
                    <a:pt x="5559552" y="0"/>
                  </a:lnTo>
                  <a:lnTo>
                    <a:pt x="5559552" y="926592"/>
                  </a:lnTo>
                  <a:lnTo>
                    <a:pt x="0" y="926592"/>
                  </a:lnTo>
                  <a:close/>
                </a:path>
              </a:pathLst>
            </a:custGeom>
            <a:blipFill rotWithShape="0">
              <a:blip r:embed="rId15">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95" name="TextBox 79"/>
            <p:cNvSpPr/>
            <p:nvPr/>
          </p:nvSpPr>
          <p:spPr>
            <a:xfrm>
              <a:off x="5742360" y="5234400"/>
              <a:ext cx="4169160" cy="708840"/>
            </a:xfrm>
            <a:prstGeom prst="rect">
              <a:avLst/>
            </a:prstGeom>
            <a:noFill/>
            <a:ln w="0">
              <a:noFill/>
            </a:ln>
          </p:spPr>
          <p:style>
            <a:lnRef idx="0"/>
            <a:fillRef idx="0"/>
            <a:effectRef idx="0"/>
            <a:fontRef idx="minor"/>
          </p:style>
          <p:txBody>
            <a:bodyPr lIns="0" rIns="0" tIns="0" bIns="0" anchor="ctr">
              <a:noAutofit/>
            </a:bodyPr>
            <a:p>
              <a:pPr defTabSz="914400">
                <a:lnSpc>
                  <a:spcPts val="2639"/>
                </a:lnSpc>
              </a:pPr>
              <a:r>
                <a:rPr b="1" lang="en-US" sz="2200" spc="-1" strike="noStrike">
                  <a:solidFill>
                    <a:srgbClr val="f4a261"/>
                  </a:solidFill>
                  <a:latin typeface="Trebuchet MS Bold"/>
                  <a:ea typeface="Trebuchet MS Bold"/>
                </a:rPr>
                <a:t>Contact</a:t>
              </a:r>
              <a:endParaRPr b="0" lang="en-US" sz="2200" spc="-1" strike="noStrike">
                <a:solidFill>
                  <a:srgbClr val="ffffff"/>
                </a:solidFill>
                <a:latin typeface="Arial"/>
              </a:endParaRPr>
            </a:p>
          </p:txBody>
        </p:sp>
      </p:grpSp>
      <p:grpSp>
        <p:nvGrpSpPr>
          <p:cNvPr id="1496" name="Group 80"/>
          <p:cNvGrpSpPr/>
          <p:nvPr/>
        </p:nvGrpSpPr>
        <p:grpSpPr>
          <a:xfrm>
            <a:off x="5742360" y="6042960"/>
            <a:ext cx="4169160" cy="540360"/>
            <a:chOff x="5742360" y="6042960"/>
            <a:chExt cx="4169160" cy="540360"/>
          </a:xfrm>
        </p:grpSpPr>
        <p:sp>
          <p:nvSpPr>
            <p:cNvPr id="1497" name="Freeform 81"/>
            <p:cNvSpPr/>
            <p:nvPr/>
          </p:nvSpPr>
          <p:spPr>
            <a:xfrm>
              <a:off x="5742360" y="607176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16">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98" name="TextBox 82"/>
            <p:cNvSpPr/>
            <p:nvPr/>
          </p:nvSpPr>
          <p:spPr>
            <a:xfrm>
              <a:off x="5742360" y="604296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Chantelle Amoako-Atta</a:t>
              </a:r>
              <a:endParaRPr b="0" lang="en-US" sz="1900" spc="-1" strike="noStrike">
                <a:solidFill>
                  <a:srgbClr val="ffffff"/>
                </a:solidFill>
                <a:latin typeface="Arial"/>
              </a:endParaRPr>
            </a:p>
          </p:txBody>
        </p:sp>
      </p:grpSp>
      <p:grpSp>
        <p:nvGrpSpPr>
          <p:cNvPr id="1499" name="Group 83"/>
          <p:cNvGrpSpPr/>
          <p:nvPr/>
        </p:nvGrpSpPr>
        <p:grpSpPr>
          <a:xfrm>
            <a:off x="5742360" y="6591600"/>
            <a:ext cx="4169160" cy="540360"/>
            <a:chOff x="5742360" y="6591600"/>
            <a:chExt cx="4169160" cy="540360"/>
          </a:xfrm>
        </p:grpSpPr>
        <p:sp>
          <p:nvSpPr>
            <p:cNvPr id="1500" name="Freeform 84"/>
            <p:cNvSpPr/>
            <p:nvPr/>
          </p:nvSpPr>
          <p:spPr>
            <a:xfrm>
              <a:off x="5742360" y="662040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17">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01" name="TextBox 85"/>
            <p:cNvSpPr/>
            <p:nvPr/>
          </p:nvSpPr>
          <p:spPr>
            <a:xfrm>
              <a:off x="5742360" y="659160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Decarb-AI Programme, UCD</a:t>
              </a:r>
              <a:endParaRPr b="0" lang="en-US" sz="1900" spc="-1" strike="noStrike">
                <a:solidFill>
                  <a:srgbClr val="ffffff"/>
                </a:solidFill>
                <a:latin typeface="Arial"/>
              </a:endParaRPr>
            </a:p>
          </p:txBody>
        </p:sp>
      </p:grpSp>
      <p:grpSp>
        <p:nvGrpSpPr>
          <p:cNvPr id="1502" name="Group 86"/>
          <p:cNvGrpSpPr/>
          <p:nvPr/>
        </p:nvGrpSpPr>
        <p:grpSpPr>
          <a:xfrm>
            <a:off x="5742360" y="7140240"/>
            <a:ext cx="4169160" cy="540360"/>
            <a:chOff x="5742360" y="7140240"/>
            <a:chExt cx="4169160" cy="540360"/>
          </a:xfrm>
        </p:grpSpPr>
        <p:sp>
          <p:nvSpPr>
            <p:cNvPr id="1503" name="Freeform 87"/>
            <p:cNvSpPr/>
            <p:nvPr/>
          </p:nvSpPr>
          <p:spPr>
            <a:xfrm>
              <a:off x="5742360" y="7169040"/>
              <a:ext cx="4169160" cy="511560"/>
            </a:xfrm>
            <a:custGeom>
              <a:avLst/>
              <a:gdLst>
                <a:gd name="textAreaLeft" fmla="*/ 0 w 4169160"/>
                <a:gd name="textAreaRight" fmla="*/ 4169520 w 4169160"/>
                <a:gd name="textAreaTop" fmla="*/ 0 h 511560"/>
                <a:gd name="textAreaBottom" fmla="*/ 511920 h 511560"/>
              </a:gdLst>
              <a:ahLst/>
              <a:rect l="textAreaLeft" t="textAreaTop" r="textAreaRight" b="textAreaBottom"/>
              <a:pathLst>
                <a:path w="5559552" h="682752">
                  <a:moveTo>
                    <a:pt x="0" y="0"/>
                  </a:moveTo>
                  <a:lnTo>
                    <a:pt x="5559552" y="0"/>
                  </a:lnTo>
                  <a:lnTo>
                    <a:pt x="5559552" y="682752"/>
                  </a:lnTo>
                  <a:lnTo>
                    <a:pt x="0" y="682752"/>
                  </a:lnTo>
                  <a:close/>
                </a:path>
              </a:pathLst>
            </a:custGeom>
            <a:blipFill rotWithShape="0">
              <a:blip r:embed="rId18">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04" name="TextBox 88"/>
            <p:cNvSpPr/>
            <p:nvPr/>
          </p:nvSpPr>
          <p:spPr>
            <a:xfrm>
              <a:off x="5742360" y="7140240"/>
              <a:ext cx="4169160" cy="540360"/>
            </a:xfrm>
            <a:prstGeom prst="rect">
              <a:avLst/>
            </a:prstGeom>
            <a:noFill/>
            <a:ln w="0">
              <a:noFill/>
            </a:ln>
          </p:spPr>
          <p:style>
            <a:lnRef idx="0"/>
            <a:fillRef idx="0"/>
            <a:effectRef idx="0"/>
            <a:fontRef idx="minor"/>
          </p:style>
          <p:txBody>
            <a:bodyPr lIns="0" rIns="0" tIns="0" bIns="0" anchor="ctr">
              <a:noAutofit/>
            </a:bodyPr>
            <a:p>
              <a:pPr defTabSz="914400">
                <a:lnSpc>
                  <a:spcPts val="2279"/>
                </a:lnSpc>
              </a:pPr>
              <a:r>
                <a:rPr b="0" lang="en-US" sz="1900" spc="-1" strike="noStrike">
                  <a:solidFill>
                    <a:srgbClr val="ffffff"/>
                  </a:solidFill>
                  <a:latin typeface="Calibri (MS)"/>
                  <a:ea typeface="Calibri (MS)"/>
                </a:rPr>
                <a:t>linkedin.com/in/chantelleaa</a:t>
              </a:r>
              <a:endParaRPr b="0" lang="en-US" sz="1900" spc="-1" strike="noStrike">
                <a:solidFill>
                  <a:srgbClr val="ffffff"/>
                </a:solidFill>
                <a:latin typeface="Arial"/>
              </a:endParaRPr>
            </a:p>
          </p:txBody>
        </p:sp>
      </p:grpSp>
      <p:grpSp>
        <p:nvGrpSpPr>
          <p:cNvPr id="1505" name="Group 89"/>
          <p:cNvGrpSpPr/>
          <p:nvPr/>
        </p:nvGrpSpPr>
        <p:grpSpPr>
          <a:xfrm>
            <a:off x="725040" y="8131680"/>
            <a:ext cx="9339120" cy="1018080"/>
            <a:chOff x="725040" y="8131680"/>
            <a:chExt cx="9339120" cy="1018080"/>
          </a:xfrm>
        </p:grpSpPr>
        <p:sp>
          <p:nvSpPr>
            <p:cNvPr id="1506" name="Freeform 90"/>
            <p:cNvSpPr/>
            <p:nvPr/>
          </p:nvSpPr>
          <p:spPr>
            <a:xfrm>
              <a:off x="731520" y="8138160"/>
              <a:ext cx="9326520" cy="1005480"/>
            </a:xfrm>
            <a:custGeom>
              <a:avLst/>
              <a:gdLst>
                <a:gd name="textAreaLeft" fmla="*/ 0 w 9326520"/>
                <a:gd name="textAreaRight" fmla="*/ 9326880 w 9326520"/>
                <a:gd name="textAreaTop" fmla="*/ 0 h 1005480"/>
                <a:gd name="textAreaBottom" fmla="*/ 1005840 h 1005480"/>
              </a:gdLst>
              <a:ahLst/>
              <a:rect l="textAreaLeft" t="textAreaTop" r="textAreaRight" b="textAreaBottom"/>
              <a:pathLst>
                <a:path w="12435840" h="1341120">
                  <a:moveTo>
                    <a:pt x="0" y="0"/>
                  </a:moveTo>
                  <a:lnTo>
                    <a:pt x="12435840" y="0"/>
                  </a:lnTo>
                  <a:lnTo>
                    <a:pt x="12435840" y="1341120"/>
                  </a:lnTo>
                  <a:lnTo>
                    <a:pt x="0" y="1341120"/>
                  </a:lnTo>
                  <a:close/>
                </a:path>
              </a:pathLst>
            </a:custGeom>
            <a:solidFill>
              <a:srgbClr val="1a3d5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07" name="Freeform 91"/>
            <p:cNvSpPr/>
            <p:nvPr/>
          </p:nvSpPr>
          <p:spPr>
            <a:xfrm>
              <a:off x="725040" y="8131680"/>
              <a:ext cx="9339120" cy="1018080"/>
            </a:xfrm>
            <a:custGeom>
              <a:avLst/>
              <a:gdLst>
                <a:gd name="textAreaLeft" fmla="*/ 0 w 9339120"/>
                <a:gd name="textAreaRight" fmla="*/ 9339480 w 9339120"/>
                <a:gd name="textAreaTop" fmla="*/ 0 h 1018080"/>
                <a:gd name="textAreaBottom" fmla="*/ 1018440 h 1018080"/>
              </a:gdLst>
              <a:ahLst/>
              <a:rect l="textAreaLeft" t="textAreaTop" r="textAreaRight" b="textAreaBottom"/>
              <a:pathLst>
                <a:path w="12452858" h="1358138">
                  <a:moveTo>
                    <a:pt x="8509" y="0"/>
                  </a:moveTo>
                  <a:lnTo>
                    <a:pt x="12444349" y="0"/>
                  </a:lnTo>
                  <a:cubicBezTo>
                    <a:pt x="12449048" y="0"/>
                    <a:pt x="12452858" y="3810"/>
                    <a:pt x="12452858" y="8509"/>
                  </a:cubicBezTo>
                  <a:lnTo>
                    <a:pt x="12452858" y="1349629"/>
                  </a:lnTo>
                  <a:cubicBezTo>
                    <a:pt x="12452858" y="1354328"/>
                    <a:pt x="12449048" y="1358138"/>
                    <a:pt x="12444349" y="1358138"/>
                  </a:cubicBezTo>
                  <a:lnTo>
                    <a:pt x="8509" y="1358138"/>
                  </a:lnTo>
                  <a:cubicBezTo>
                    <a:pt x="3810" y="1358138"/>
                    <a:pt x="0" y="1354328"/>
                    <a:pt x="0" y="1349629"/>
                  </a:cubicBezTo>
                  <a:lnTo>
                    <a:pt x="0" y="8509"/>
                  </a:lnTo>
                  <a:cubicBezTo>
                    <a:pt x="0" y="3810"/>
                    <a:pt x="3810" y="0"/>
                    <a:pt x="8509" y="0"/>
                  </a:cubicBezTo>
                  <a:moveTo>
                    <a:pt x="8509" y="16891"/>
                  </a:moveTo>
                  <a:lnTo>
                    <a:pt x="8509" y="8509"/>
                  </a:lnTo>
                  <a:lnTo>
                    <a:pt x="17018" y="8509"/>
                  </a:lnTo>
                  <a:lnTo>
                    <a:pt x="17018" y="1349629"/>
                  </a:lnTo>
                  <a:lnTo>
                    <a:pt x="8509" y="1349629"/>
                  </a:lnTo>
                  <a:lnTo>
                    <a:pt x="8509" y="1341120"/>
                  </a:lnTo>
                  <a:lnTo>
                    <a:pt x="12444349" y="1341120"/>
                  </a:lnTo>
                  <a:lnTo>
                    <a:pt x="12444349" y="1349629"/>
                  </a:lnTo>
                  <a:lnTo>
                    <a:pt x="12435840" y="1349629"/>
                  </a:lnTo>
                  <a:lnTo>
                    <a:pt x="12435840" y="8509"/>
                  </a:lnTo>
                  <a:lnTo>
                    <a:pt x="12444349" y="8509"/>
                  </a:lnTo>
                  <a:lnTo>
                    <a:pt x="12444349" y="17018"/>
                  </a:lnTo>
                  <a:lnTo>
                    <a:pt x="8509" y="17018"/>
                  </a:lnTo>
                  <a:close/>
                </a:path>
              </a:pathLst>
            </a:custGeom>
            <a:solidFill>
              <a:srgbClr val="2a608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508" name="Group 92"/>
          <p:cNvGrpSpPr/>
          <p:nvPr/>
        </p:nvGrpSpPr>
        <p:grpSpPr>
          <a:xfrm>
            <a:off x="951120" y="8201160"/>
            <a:ext cx="8887680" cy="540360"/>
            <a:chOff x="951120" y="8201160"/>
            <a:chExt cx="8887680" cy="540360"/>
          </a:xfrm>
        </p:grpSpPr>
        <p:sp>
          <p:nvSpPr>
            <p:cNvPr id="1509" name="Freeform 93"/>
            <p:cNvSpPr/>
            <p:nvPr/>
          </p:nvSpPr>
          <p:spPr>
            <a:xfrm>
              <a:off x="951120" y="8229600"/>
              <a:ext cx="8887680" cy="511560"/>
            </a:xfrm>
            <a:custGeom>
              <a:avLst/>
              <a:gdLst>
                <a:gd name="textAreaLeft" fmla="*/ 0 w 8887680"/>
                <a:gd name="textAreaRight" fmla="*/ 8888040 w 8887680"/>
                <a:gd name="textAreaTop" fmla="*/ 0 h 511560"/>
                <a:gd name="textAreaBottom" fmla="*/ 511920 h 511560"/>
              </a:gdLst>
              <a:ahLst/>
              <a:rect l="textAreaLeft" t="textAreaTop" r="textAreaRight" b="textAreaBottom"/>
              <a:pathLst>
                <a:path w="11850624" h="682752">
                  <a:moveTo>
                    <a:pt x="0" y="0"/>
                  </a:moveTo>
                  <a:lnTo>
                    <a:pt x="11850624" y="0"/>
                  </a:lnTo>
                  <a:lnTo>
                    <a:pt x="11850624" y="682752"/>
                  </a:lnTo>
                  <a:lnTo>
                    <a:pt x="0" y="682752"/>
                  </a:lnTo>
                  <a:close/>
                </a:path>
              </a:pathLst>
            </a:custGeom>
            <a:blipFill rotWithShape="0">
              <a:blip r:embed="rId19">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10" name="TextBox 94"/>
            <p:cNvSpPr/>
            <p:nvPr/>
          </p:nvSpPr>
          <p:spPr>
            <a:xfrm>
              <a:off x="951120" y="8201160"/>
              <a:ext cx="8887680" cy="540360"/>
            </a:xfrm>
            <a:prstGeom prst="rect">
              <a:avLst/>
            </a:prstGeom>
            <a:noFill/>
            <a:ln w="0">
              <a:noFill/>
            </a:ln>
          </p:spPr>
          <p:style>
            <a:lnRef idx="0"/>
            <a:fillRef idx="0"/>
            <a:effectRef idx="0"/>
            <a:fontRef idx="minor"/>
          </p:style>
          <p:txBody>
            <a:bodyPr lIns="0" rIns="0" tIns="0" bIns="0" anchor="ctr">
              <a:noAutofit/>
            </a:bodyPr>
            <a:p>
              <a:pPr defTabSz="914400">
                <a:lnSpc>
                  <a:spcPts val="2401"/>
                </a:lnSpc>
              </a:pPr>
              <a:r>
                <a:rPr b="0" i="1" lang="en-US" sz="2000" spc="-1" strike="noStrike">
                  <a:solidFill>
                    <a:srgbClr val="ffffff"/>
                  </a:solidFill>
                  <a:latin typeface="Calibri (MS) Italics"/>
                  <a:ea typeface="Calibri (MS) Italics"/>
                </a:rPr>
                <a:t>Your ideas and questions help improve this workshop.</a:t>
              </a:r>
              <a:endParaRPr b="0" lang="en-US" sz="2000" spc="-1" strike="noStrike">
                <a:solidFill>
                  <a:srgbClr val="ffffff"/>
                </a:solidFill>
                <a:latin typeface="Arial"/>
              </a:endParaRPr>
            </a:p>
          </p:txBody>
        </p:sp>
      </p:grpSp>
      <p:grpSp>
        <p:nvGrpSpPr>
          <p:cNvPr id="1511" name="Group 95"/>
          <p:cNvGrpSpPr/>
          <p:nvPr/>
        </p:nvGrpSpPr>
        <p:grpSpPr>
          <a:xfrm>
            <a:off x="951120" y="8676360"/>
            <a:ext cx="8887680" cy="394200"/>
            <a:chOff x="951120" y="8676360"/>
            <a:chExt cx="8887680" cy="394200"/>
          </a:xfrm>
        </p:grpSpPr>
        <p:sp>
          <p:nvSpPr>
            <p:cNvPr id="1512" name="Freeform 96"/>
            <p:cNvSpPr/>
            <p:nvPr/>
          </p:nvSpPr>
          <p:spPr>
            <a:xfrm>
              <a:off x="951120" y="8705160"/>
              <a:ext cx="8887680" cy="365400"/>
            </a:xfrm>
            <a:custGeom>
              <a:avLst/>
              <a:gdLst>
                <a:gd name="textAreaLeft" fmla="*/ 0 w 8887680"/>
                <a:gd name="textAreaRight" fmla="*/ 8888040 w 8887680"/>
                <a:gd name="textAreaTop" fmla="*/ 0 h 365400"/>
                <a:gd name="textAreaBottom" fmla="*/ 365760 h 365400"/>
              </a:gdLst>
              <a:ahLst/>
              <a:rect l="textAreaLeft" t="textAreaTop" r="textAreaRight" b="textAreaBottom"/>
              <a:pathLst>
                <a:path w="11850624" h="487680">
                  <a:moveTo>
                    <a:pt x="0" y="0"/>
                  </a:moveTo>
                  <a:lnTo>
                    <a:pt x="11850624" y="0"/>
                  </a:lnTo>
                  <a:lnTo>
                    <a:pt x="11850624" y="487680"/>
                  </a:lnTo>
                  <a:lnTo>
                    <a:pt x="0" y="487680"/>
                  </a:lnTo>
                  <a:close/>
                </a:path>
              </a:pathLst>
            </a:custGeom>
            <a:blipFill rotWithShape="0">
              <a:blip r:embed="rId20">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13" name="TextBox 97"/>
            <p:cNvSpPr/>
            <p:nvPr/>
          </p:nvSpPr>
          <p:spPr>
            <a:xfrm>
              <a:off x="951120" y="8676360"/>
              <a:ext cx="8887680" cy="39384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0" i="1" lang="en-US" sz="1800" spc="-1" strike="noStrike">
                  <a:solidFill>
                    <a:srgbClr val="ffffff"/>
                  </a:solidFill>
                  <a:latin typeface="Calibri (MS) Italics"/>
                  <a:ea typeface="Calibri (MS) Italics"/>
                </a:rPr>
                <a:t>Feedback is always welcome.</a:t>
              </a:r>
              <a:endParaRPr b="0" lang="en-US" sz="1800" spc="-1" strike="noStrike">
                <a:solidFill>
                  <a:srgbClr val="ffffff"/>
                </a:solidFill>
                <a:latin typeface="Arial"/>
              </a:endParaRPr>
            </a:p>
          </p:txBody>
        </p:sp>
      </p:grpSp>
      <p:grpSp>
        <p:nvGrpSpPr>
          <p:cNvPr id="1514" name="Group 98"/>
          <p:cNvGrpSpPr/>
          <p:nvPr/>
        </p:nvGrpSpPr>
        <p:grpSpPr>
          <a:xfrm>
            <a:off x="0" y="9261720"/>
            <a:ext cx="18287640" cy="1024920"/>
            <a:chOff x="0" y="9261720"/>
            <a:chExt cx="18287640" cy="1024920"/>
          </a:xfrm>
        </p:grpSpPr>
        <p:sp>
          <p:nvSpPr>
            <p:cNvPr id="1515" name="Freeform 99"/>
            <p:cNvSpPr/>
            <p:nvPr/>
          </p:nvSpPr>
          <p:spPr>
            <a:xfrm>
              <a:off x="0" y="9290160"/>
              <a:ext cx="18287640" cy="996480"/>
            </a:xfrm>
            <a:custGeom>
              <a:avLst/>
              <a:gdLst>
                <a:gd name="textAreaLeft" fmla="*/ 0 w 18287640"/>
                <a:gd name="textAreaRight" fmla="*/ 18288000 w 18287640"/>
                <a:gd name="textAreaTop" fmla="*/ 0 h 996480"/>
                <a:gd name="textAreaBottom" fmla="*/ 996840 h 996480"/>
              </a:gdLst>
              <a:ahLst/>
              <a:rect l="textAreaLeft" t="textAreaTop" r="textAreaRight" b="textAreaBottom"/>
              <a:pathLst>
                <a:path w="24384000" h="1328928">
                  <a:moveTo>
                    <a:pt x="0" y="0"/>
                  </a:moveTo>
                  <a:lnTo>
                    <a:pt x="24384000" y="0"/>
                  </a:lnTo>
                  <a:lnTo>
                    <a:pt x="24384000" y="1328928"/>
                  </a:lnTo>
                  <a:lnTo>
                    <a:pt x="0" y="1328928"/>
                  </a:lnTo>
                  <a:close/>
                </a:path>
              </a:pathLst>
            </a:custGeom>
            <a:blipFill rotWithShape="0">
              <a:blip r:embed="rId21">
                <a:alphaModFix amt="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16" name="TextBox 100"/>
            <p:cNvSpPr/>
            <p:nvPr/>
          </p:nvSpPr>
          <p:spPr>
            <a:xfrm>
              <a:off x="0" y="9261720"/>
              <a:ext cx="18287640" cy="1024920"/>
            </a:xfrm>
            <a:prstGeom prst="rect">
              <a:avLst/>
            </a:prstGeom>
            <a:noFill/>
            <a:ln w="0">
              <a:noFill/>
            </a:ln>
          </p:spPr>
          <p:style>
            <a:lnRef idx="0"/>
            <a:fillRef idx="0"/>
            <a:effectRef idx="0"/>
            <a:fontRef idx="minor"/>
          </p:style>
          <p:txBody>
            <a:bodyPr lIns="0" rIns="0" tIns="0" bIns="0" anchor="ctr">
              <a:noAutofit/>
            </a:bodyPr>
            <a:p>
              <a:pPr algn="ctr" defTabSz="914400">
                <a:lnSpc>
                  <a:spcPts val="2401"/>
                </a:lnSpc>
              </a:pPr>
              <a:r>
                <a:rPr b="0" lang="en-US" sz="2000" spc="-1" strike="noStrike">
                  <a:solidFill>
                    <a:srgbClr val="ffffff"/>
                  </a:solidFill>
                  <a:latin typeface="Calibri (MS)"/>
                  <a:ea typeface="Calibri (MS)"/>
                </a:rPr>
                <a:t>Chantelle Amoako-Atta  |  GAIN Monthly Dialogue  |  March 2026</a:t>
              </a:r>
              <a:endParaRPr b="0" lang="en-US" sz="200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39</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DAHEMFTgL2w</dc:identifier>
  <dc:language>en-US</dc:language>
  <cp:lastModifiedBy/>
  <dcterms:modified xsi:type="dcterms:W3CDTF">2026-03-25T12:08:43Z</dcterms:modified>
  <cp:revision>2</cp:revision>
  <dc:subject/>
  <dc:title>The question. The plan. The full picture before we write a line of code.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